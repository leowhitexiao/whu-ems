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44" r:id="rId11"/>
    <p:sldId id="271" r:id="rId12"/>
    <p:sldId id="272" r:id="rId13"/>
    <p:sldId id="273" r:id="rId14"/>
    <p:sldId id="334" r:id="rId15"/>
    <p:sldId id="335" r:id="rId16"/>
    <p:sldId id="336" r:id="rId17"/>
    <p:sldId id="337" r:id="rId18"/>
    <p:sldId id="343" r:id="rId19"/>
    <p:sldId id="342" r:id="rId20"/>
    <p:sldId id="329" r:id="rId21"/>
    <p:sldId id="275" r:id="rId22"/>
    <p:sldId id="265" r:id="rId23"/>
    <p:sldId id="276" r:id="rId24"/>
    <p:sldId id="277" r:id="rId25"/>
    <p:sldId id="278" r:id="rId26"/>
    <p:sldId id="286" r:id="rId27"/>
    <p:sldId id="338" r:id="rId28"/>
    <p:sldId id="339" r:id="rId29"/>
    <p:sldId id="340" r:id="rId30"/>
    <p:sldId id="341" r:id="rId31"/>
    <p:sldId id="268" r:id="rId32"/>
    <p:sldId id="269" r:id="rId33"/>
    <p:sldId id="319" r:id="rId34"/>
    <p:sldId id="320" r:id="rId35"/>
    <p:sldId id="321" r:id="rId36"/>
    <p:sldId id="322" r:id="rId37"/>
    <p:sldId id="323" r:id="rId38"/>
    <p:sldId id="345" r:id="rId39"/>
    <p:sldId id="279" r:id="rId40"/>
    <p:sldId id="280" r:id="rId41"/>
    <p:sldId id="281" r:id="rId42"/>
    <p:sldId id="282" r:id="rId43"/>
    <p:sldId id="283" r:id="rId44"/>
    <p:sldId id="284" r:id="rId45"/>
    <p:sldId id="287" r:id="rId46"/>
    <p:sldId id="285" r:id="rId47"/>
    <p:sldId id="270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6" r:id="rId56"/>
    <p:sldId id="309" r:id="rId57"/>
    <p:sldId id="310" r:id="rId58"/>
    <p:sldId id="312" r:id="rId59"/>
    <p:sldId id="313" r:id="rId60"/>
    <p:sldId id="314" r:id="rId61"/>
    <p:sldId id="316" r:id="rId62"/>
    <p:sldId id="318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/>
    <p:restoredTop sz="86410"/>
  </p:normalViewPr>
  <p:slideViewPr>
    <p:cSldViewPr>
      <p:cViewPr varScale="1">
        <p:scale>
          <a:sx n="70" d="100"/>
          <a:sy n="70" d="100"/>
        </p:scale>
        <p:origin x="452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2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30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6" Type="http://schemas.openxmlformats.org/officeDocument/2006/relationships/image" Target="../media/image33.wmf"/><Relationship Id="rId1" Type="http://schemas.openxmlformats.org/officeDocument/2006/relationships/image" Target="../media/image18.wmf"/><Relationship Id="rId6" Type="http://schemas.openxmlformats.org/officeDocument/2006/relationships/image" Target="../media/image23.e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5" Type="http://schemas.openxmlformats.org/officeDocument/2006/relationships/image" Target="../media/image3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Relationship Id="rId1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wmf"/><Relationship Id="rId18" Type="http://schemas.openxmlformats.org/officeDocument/2006/relationships/image" Target="../media/image59.emf"/><Relationship Id="rId26" Type="http://schemas.openxmlformats.org/officeDocument/2006/relationships/image" Target="../media/image67.wmf"/><Relationship Id="rId3" Type="http://schemas.openxmlformats.org/officeDocument/2006/relationships/image" Target="../media/image44.wmf"/><Relationship Id="rId21" Type="http://schemas.openxmlformats.org/officeDocument/2006/relationships/image" Target="../media/image62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17" Type="http://schemas.openxmlformats.org/officeDocument/2006/relationships/image" Target="../media/image58.wmf"/><Relationship Id="rId25" Type="http://schemas.openxmlformats.org/officeDocument/2006/relationships/image" Target="../media/image66.wmf"/><Relationship Id="rId2" Type="http://schemas.openxmlformats.org/officeDocument/2006/relationships/image" Target="../media/image43.wmf"/><Relationship Id="rId16" Type="http://schemas.openxmlformats.org/officeDocument/2006/relationships/image" Target="../media/image57.wmf"/><Relationship Id="rId20" Type="http://schemas.openxmlformats.org/officeDocument/2006/relationships/image" Target="../media/image61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24" Type="http://schemas.openxmlformats.org/officeDocument/2006/relationships/image" Target="../media/image65.wmf"/><Relationship Id="rId5" Type="http://schemas.openxmlformats.org/officeDocument/2006/relationships/image" Target="../media/image46.wmf"/><Relationship Id="rId15" Type="http://schemas.openxmlformats.org/officeDocument/2006/relationships/image" Target="../media/image56.wmf"/><Relationship Id="rId23" Type="http://schemas.openxmlformats.org/officeDocument/2006/relationships/image" Target="../media/image64.wmf"/><Relationship Id="rId10" Type="http://schemas.openxmlformats.org/officeDocument/2006/relationships/image" Target="../media/image51.wmf"/><Relationship Id="rId19" Type="http://schemas.openxmlformats.org/officeDocument/2006/relationships/image" Target="../media/image60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Relationship Id="rId14" Type="http://schemas.openxmlformats.org/officeDocument/2006/relationships/image" Target="../media/image55.wmf"/><Relationship Id="rId22" Type="http://schemas.openxmlformats.org/officeDocument/2006/relationships/image" Target="../media/image63.wmf"/><Relationship Id="rId27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image" Target="../media/image81.wmf"/><Relationship Id="rId3" Type="http://schemas.openxmlformats.org/officeDocument/2006/relationships/image" Target="../media/image71.wmf"/><Relationship Id="rId7" Type="http://schemas.openxmlformats.org/officeDocument/2006/relationships/image" Target="../media/image75.e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6" Type="http://schemas.openxmlformats.org/officeDocument/2006/relationships/image" Target="../media/image84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5" Type="http://schemas.openxmlformats.org/officeDocument/2006/relationships/image" Target="../media/image83.wmf"/><Relationship Id="rId10" Type="http://schemas.openxmlformats.org/officeDocument/2006/relationships/image" Target="../media/image78.wmf"/><Relationship Id="rId4" Type="http://schemas.openxmlformats.org/officeDocument/2006/relationships/image" Target="../media/image72.emf"/><Relationship Id="rId9" Type="http://schemas.openxmlformats.org/officeDocument/2006/relationships/image" Target="../media/image77.wmf"/><Relationship Id="rId14" Type="http://schemas.openxmlformats.org/officeDocument/2006/relationships/image" Target="../media/image8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image" Target="../media/image97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2" Type="http://schemas.openxmlformats.org/officeDocument/2006/relationships/image" Target="../media/image86.wmf"/><Relationship Id="rId16" Type="http://schemas.openxmlformats.org/officeDocument/2006/relationships/image" Target="../media/image100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5" Type="http://schemas.openxmlformats.org/officeDocument/2006/relationships/image" Target="../media/image9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Relationship Id="rId14" Type="http://schemas.openxmlformats.org/officeDocument/2006/relationships/image" Target="../media/image9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image" Target="../media/image113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12" Type="http://schemas.openxmlformats.org/officeDocument/2006/relationships/image" Target="../media/image112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emf"/><Relationship Id="rId3" Type="http://schemas.openxmlformats.org/officeDocument/2006/relationships/image" Target="../media/image126.emf"/><Relationship Id="rId7" Type="http://schemas.openxmlformats.org/officeDocument/2006/relationships/image" Target="../media/image130.emf"/><Relationship Id="rId2" Type="http://schemas.openxmlformats.org/officeDocument/2006/relationships/image" Target="../media/image125.emf"/><Relationship Id="rId1" Type="http://schemas.openxmlformats.org/officeDocument/2006/relationships/image" Target="../media/image124.emf"/><Relationship Id="rId6" Type="http://schemas.openxmlformats.org/officeDocument/2006/relationships/image" Target="../media/image129.emf"/><Relationship Id="rId11" Type="http://schemas.openxmlformats.org/officeDocument/2006/relationships/image" Target="../media/image134.emf"/><Relationship Id="rId5" Type="http://schemas.openxmlformats.org/officeDocument/2006/relationships/image" Target="../media/image128.emf"/><Relationship Id="rId10" Type="http://schemas.openxmlformats.org/officeDocument/2006/relationships/image" Target="../media/image133.emf"/><Relationship Id="rId4" Type="http://schemas.openxmlformats.org/officeDocument/2006/relationships/image" Target="../media/image127.emf"/><Relationship Id="rId9" Type="http://schemas.openxmlformats.org/officeDocument/2006/relationships/image" Target="../media/image132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41.wmf"/><Relationship Id="rId2" Type="http://schemas.openxmlformats.org/officeDocument/2006/relationships/image" Target="../media/image136.wmf"/><Relationship Id="rId1" Type="http://schemas.openxmlformats.org/officeDocument/2006/relationships/image" Target="../media/image135.e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9" Type="http://schemas.openxmlformats.org/officeDocument/2006/relationships/image" Target="../media/image1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e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e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76.wmf"/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12" Type="http://schemas.openxmlformats.org/officeDocument/2006/relationships/image" Target="../media/image175.wmf"/><Relationship Id="rId2" Type="http://schemas.openxmlformats.org/officeDocument/2006/relationships/image" Target="../media/image165.wmf"/><Relationship Id="rId1" Type="http://schemas.openxmlformats.org/officeDocument/2006/relationships/image" Target="../media/image164.emf"/><Relationship Id="rId6" Type="http://schemas.openxmlformats.org/officeDocument/2006/relationships/image" Target="../media/image169.wmf"/><Relationship Id="rId11" Type="http://schemas.openxmlformats.org/officeDocument/2006/relationships/image" Target="../media/image174.wmf"/><Relationship Id="rId5" Type="http://schemas.openxmlformats.org/officeDocument/2006/relationships/image" Target="../media/image168.wmf"/><Relationship Id="rId10" Type="http://schemas.openxmlformats.org/officeDocument/2006/relationships/image" Target="../media/image173.wmf"/><Relationship Id="rId4" Type="http://schemas.openxmlformats.org/officeDocument/2006/relationships/image" Target="../media/image167.wmf"/><Relationship Id="rId9" Type="http://schemas.openxmlformats.org/officeDocument/2006/relationships/image" Target="../media/image172.wmf"/><Relationship Id="rId14" Type="http://schemas.openxmlformats.org/officeDocument/2006/relationships/image" Target="../media/image17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image" Target="../media/image198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2" Type="http://schemas.openxmlformats.org/officeDocument/2006/relationships/image" Target="../media/image187.wmf"/><Relationship Id="rId1" Type="http://schemas.openxmlformats.org/officeDocument/2006/relationships/image" Target="../media/image186.e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Relationship Id="rId14" Type="http://schemas.openxmlformats.org/officeDocument/2006/relationships/image" Target="../media/image19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212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211.wmf"/><Relationship Id="rId2" Type="http://schemas.openxmlformats.org/officeDocument/2006/relationships/image" Target="../media/image201.wmf"/><Relationship Id="rId1" Type="http://schemas.openxmlformats.org/officeDocument/2006/relationships/image" Target="../media/image200.e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Relationship Id="rId14" Type="http://schemas.openxmlformats.org/officeDocument/2006/relationships/image" Target="../media/image21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image" Target="../media/image230.wmf"/><Relationship Id="rId3" Type="http://schemas.openxmlformats.org/officeDocument/2006/relationships/image" Target="../media/image220.wmf"/><Relationship Id="rId7" Type="http://schemas.openxmlformats.org/officeDocument/2006/relationships/image" Target="../media/image224.wmf"/><Relationship Id="rId12" Type="http://schemas.openxmlformats.org/officeDocument/2006/relationships/image" Target="../media/image229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11" Type="http://schemas.openxmlformats.org/officeDocument/2006/relationships/image" Target="../media/image228.wmf"/><Relationship Id="rId5" Type="http://schemas.openxmlformats.org/officeDocument/2006/relationships/image" Target="../media/image222.wmf"/><Relationship Id="rId10" Type="http://schemas.openxmlformats.org/officeDocument/2006/relationships/image" Target="../media/image227.emf"/><Relationship Id="rId4" Type="http://schemas.openxmlformats.org/officeDocument/2006/relationships/image" Target="../media/image221.wmf"/><Relationship Id="rId9" Type="http://schemas.openxmlformats.org/officeDocument/2006/relationships/image" Target="../media/image22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3" Type="http://schemas.openxmlformats.org/officeDocument/2006/relationships/image" Target="../media/image233.emf"/><Relationship Id="rId7" Type="http://schemas.openxmlformats.org/officeDocument/2006/relationships/image" Target="../media/image237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Relationship Id="rId6" Type="http://schemas.openxmlformats.org/officeDocument/2006/relationships/image" Target="../media/image236.emf"/><Relationship Id="rId11" Type="http://schemas.openxmlformats.org/officeDocument/2006/relationships/image" Target="../media/image241.wmf"/><Relationship Id="rId5" Type="http://schemas.openxmlformats.org/officeDocument/2006/relationships/image" Target="../media/image235.emf"/><Relationship Id="rId10" Type="http://schemas.openxmlformats.org/officeDocument/2006/relationships/image" Target="../media/image240.emf"/><Relationship Id="rId4" Type="http://schemas.openxmlformats.org/officeDocument/2006/relationships/image" Target="../media/image234.emf"/><Relationship Id="rId9" Type="http://schemas.openxmlformats.org/officeDocument/2006/relationships/image" Target="../media/image23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3" Type="http://schemas.openxmlformats.org/officeDocument/2006/relationships/image" Target="../media/image244.emf"/><Relationship Id="rId7" Type="http://schemas.openxmlformats.org/officeDocument/2006/relationships/image" Target="../media/image248.emf"/><Relationship Id="rId12" Type="http://schemas.openxmlformats.org/officeDocument/2006/relationships/image" Target="../media/image253.w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11" Type="http://schemas.openxmlformats.org/officeDocument/2006/relationships/image" Target="../media/image252.wmf"/><Relationship Id="rId5" Type="http://schemas.openxmlformats.org/officeDocument/2006/relationships/image" Target="../media/image246.emf"/><Relationship Id="rId10" Type="http://schemas.openxmlformats.org/officeDocument/2006/relationships/image" Target="../media/image251.emf"/><Relationship Id="rId4" Type="http://schemas.openxmlformats.org/officeDocument/2006/relationships/image" Target="../media/image245.emf"/><Relationship Id="rId9" Type="http://schemas.openxmlformats.org/officeDocument/2006/relationships/image" Target="../media/image250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13" Type="http://schemas.openxmlformats.org/officeDocument/2006/relationships/image" Target="../media/image266.emf"/><Relationship Id="rId3" Type="http://schemas.openxmlformats.org/officeDocument/2006/relationships/image" Target="../media/image256.emf"/><Relationship Id="rId7" Type="http://schemas.openxmlformats.org/officeDocument/2006/relationships/image" Target="../media/image260.emf"/><Relationship Id="rId12" Type="http://schemas.openxmlformats.org/officeDocument/2006/relationships/image" Target="../media/image265.emf"/><Relationship Id="rId17" Type="http://schemas.openxmlformats.org/officeDocument/2006/relationships/image" Target="../media/image269.emf"/><Relationship Id="rId2" Type="http://schemas.openxmlformats.org/officeDocument/2006/relationships/image" Target="../media/image255.emf"/><Relationship Id="rId16" Type="http://schemas.openxmlformats.org/officeDocument/2006/relationships/image" Target="../media/image268.emf"/><Relationship Id="rId1" Type="http://schemas.openxmlformats.org/officeDocument/2006/relationships/image" Target="../media/image254.emf"/><Relationship Id="rId6" Type="http://schemas.openxmlformats.org/officeDocument/2006/relationships/image" Target="../media/image259.emf"/><Relationship Id="rId11" Type="http://schemas.openxmlformats.org/officeDocument/2006/relationships/image" Target="../media/image264.emf"/><Relationship Id="rId5" Type="http://schemas.openxmlformats.org/officeDocument/2006/relationships/image" Target="../media/image258.emf"/><Relationship Id="rId15" Type="http://schemas.openxmlformats.org/officeDocument/2006/relationships/image" Target="../media/image252.wmf"/><Relationship Id="rId10" Type="http://schemas.openxmlformats.org/officeDocument/2006/relationships/image" Target="../media/image263.emf"/><Relationship Id="rId4" Type="http://schemas.openxmlformats.org/officeDocument/2006/relationships/image" Target="../media/image257.emf"/><Relationship Id="rId9" Type="http://schemas.openxmlformats.org/officeDocument/2006/relationships/image" Target="../media/image262.emf"/><Relationship Id="rId14" Type="http://schemas.openxmlformats.org/officeDocument/2006/relationships/image" Target="../media/image267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e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wmf"/><Relationship Id="rId2" Type="http://schemas.openxmlformats.org/officeDocument/2006/relationships/image" Target="../media/image273.wmf"/><Relationship Id="rId1" Type="http://schemas.openxmlformats.org/officeDocument/2006/relationships/image" Target="../media/image276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e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Relationship Id="rId4" Type="http://schemas.openxmlformats.org/officeDocument/2006/relationships/image" Target="../media/image28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3" Type="http://schemas.openxmlformats.org/officeDocument/2006/relationships/image" Target="../media/image297.wmf"/><Relationship Id="rId7" Type="http://schemas.openxmlformats.org/officeDocument/2006/relationships/image" Target="../media/image301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Relationship Id="rId6" Type="http://schemas.openxmlformats.org/officeDocument/2006/relationships/image" Target="../media/image300.wmf"/><Relationship Id="rId11" Type="http://schemas.openxmlformats.org/officeDocument/2006/relationships/image" Target="../media/image305.wmf"/><Relationship Id="rId5" Type="http://schemas.openxmlformats.org/officeDocument/2006/relationships/image" Target="../media/image299.wmf"/><Relationship Id="rId10" Type="http://schemas.openxmlformats.org/officeDocument/2006/relationships/image" Target="../media/image304.wmf"/><Relationship Id="rId4" Type="http://schemas.openxmlformats.org/officeDocument/2006/relationships/image" Target="../media/image298.wmf"/><Relationship Id="rId9" Type="http://schemas.openxmlformats.org/officeDocument/2006/relationships/image" Target="../media/image30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3" Type="http://schemas.openxmlformats.org/officeDocument/2006/relationships/image" Target="../media/image308.wmf"/><Relationship Id="rId7" Type="http://schemas.openxmlformats.org/officeDocument/2006/relationships/image" Target="../media/image312.wmf"/><Relationship Id="rId2" Type="http://schemas.openxmlformats.org/officeDocument/2006/relationships/image" Target="../media/image307.wmf"/><Relationship Id="rId1" Type="http://schemas.openxmlformats.org/officeDocument/2006/relationships/image" Target="../media/image306.e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wmf"/><Relationship Id="rId7" Type="http://schemas.openxmlformats.org/officeDocument/2006/relationships/image" Target="../media/image327.wmf"/><Relationship Id="rId2" Type="http://schemas.openxmlformats.org/officeDocument/2006/relationships/image" Target="../media/image322.wmf"/><Relationship Id="rId1" Type="http://schemas.openxmlformats.org/officeDocument/2006/relationships/image" Target="../media/image321.wmf"/><Relationship Id="rId6" Type="http://schemas.openxmlformats.org/officeDocument/2006/relationships/image" Target="../media/image326.wmf"/><Relationship Id="rId5" Type="http://schemas.openxmlformats.org/officeDocument/2006/relationships/image" Target="../media/image325.wmf"/><Relationship Id="rId4" Type="http://schemas.openxmlformats.org/officeDocument/2006/relationships/image" Target="../media/image324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2" Type="http://schemas.openxmlformats.org/officeDocument/2006/relationships/image" Target="../media/image329.wmf"/><Relationship Id="rId1" Type="http://schemas.openxmlformats.org/officeDocument/2006/relationships/image" Target="../media/image328.emf"/><Relationship Id="rId6" Type="http://schemas.openxmlformats.org/officeDocument/2006/relationships/image" Target="../media/image333.wmf"/><Relationship Id="rId5" Type="http://schemas.openxmlformats.org/officeDocument/2006/relationships/image" Target="../media/image332.wmf"/><Relationship Id="rId4" Type="http://schemas.openxmlformats.org/officeDocument/2006/relationships/image" Target="../media/image33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wmf"/><Relationship Id="rId2" Type="http://schemas.openxmlformats.org/officeDocument/2006/relationships/image" Target="../media/image336.wmf"/><Relationship Id="rId1" Type="http://schemas.openxmlformats.org/officeDocument/2006/relationships/image" Target="../media/image335.wmf"/><Relationship Id="rId6" Type="http://schemas.openxmlformats.org/officeDocument/2006/relationships/image" Target="../media/image340.wmf"/><Relationship Id="rId5" Type="http://schemas.openxmlformats.org/officeDocument/2006/relationships/image" Target="../media/image339.wmf"/><Relationship Id="rId4" Type="http://schemas.openxmlformats.org/officeDocument/2006/relationships/image" Target="../media/image33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4" Type="http://schemas.openxmlformats.org/officeDocument/2006/relationships/image" Target="../media/image344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3" Type="http://schemas.openxmlformats.org/officeDocument/2006/relationships/image" Target="../media/image347.wmf"/><Relationship Id="rId7" Type="http://schemas.openxmlformats.org/officeDocument/2006/relationships/image" Target="../media/image351.wmf"/><Relationship Id="rId2" Type="http://schemas.openxmlformats.org/officeDocument/2006/relationships/image" Target="../media/image346.wmf"/><Relationship Id="rId1" Type="http://schemas.openxmlformats.org/officeDocument/2006/relationships/image" Target="../media/image345.wmf"/><Relationship Id="rId6" Type="http://schemas.openxmlformats.org/officeDocument/2006/relationships/image" Target="../media/image350.wmf"/><Relationship Id="rId5" Type="http://schemas.openxmlformats.org/officeDocument/2006/relationships/image" Target="../media/image349.wmf"/><Relationship Id="rId4" Type="http://schemas.openxmlformats.org/officeDocument/2006/relationships/image" Target="../media/image348.wmf"/><Relationship Id="rId9" Type="http://schemas.openxmlformats.org/officeDocument/2006/relationships/image" Target="../media/image35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3" Type="http://schemas.openxmlformats.org/officeDocument/2006/relationships/image" Target="../media/image356.wmf"/><Relationship Id="rId7" Type="http://schemas.openxmlformats.org/officeDocument/2006/relationships/image" Target="../media/image360.wmf"/><Relationship Id="rId12" Type="http://schemas.openxmlformats.org/officeDocument/2006/relationships/image" Target="../media/image365.emf"/><Relationship Id="rId2" Type="http://schemas.openxmlformats.org/officeDocument/2006/relationships/image" Target="../media/image355.wmf"/><Relationship Id="rId1" Type="http://schemas.openxmlformats.org/officeDocument/2006/relationships/image" Target="../media/image354.wmf"/><Relationship Id="rId6" Type="http://schemas.openxmlformats.org/officeDocument/2006/relationships/image" Target="../media/image359.wmf"/><Relationship Id="rId11" Type="http://schemas.openxmlformats.org/officeDocument/2006/relationships/image" Target="../media/image364.emf"/><Relationship Id="rId5" Type="http://schemas.openxmlformats.org/officeDocument/2006/relationships/image" Target="../media/image358.wmf"/><Relationship Id="rId10" Type="http://schemas.openxmlformats.org/officeDocument/2006/relationships/image" Target="../media/image363.wmf"/><Relationship Id="rId4" Type="http://schemas.openxmlformats.org/officeDocument/2006/relationships/image" Target="../media/image357.wmf"/><Relationship Id="rId9" Type="http://schemas.openxmlformats.org/officeDocument/2006/relationships/image" Target="../media/image36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wmf"/><Relationship Id="rId2" Type="http://schemas.openxmlformats.org/officeDocument/2006/relationships/image" Target="../media/image367.wmf"/><Relationship Id="rId1" Type="http://schemas.openxmlformats.org/officeDocument/2006/relationships/image" Target="../media/image366.wmf"/><Relationship Id="rId5" Type="http://schemas.openxmlformats.org/officeDocument/2006/relationships/image" Target="../media/image370.wmf"/><Relationship Id="rId4" Type="http://schemas.openxmlformats.org/officeDocument/2006/relationships/image" Target="../media/image369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wmf"/><Relationship Id="rId13" Type="http://schemas.openxmlformats.org/officeDocument/2006/relationships/image" Target="../media/image388.wmf"/><Relationship Id="rId3" Type="http://schemas.openxmlformats.org/officeDocument/2006/relationships/image" Target="../media/image378.wmf"/><Relationship Id="rId7" Type="http://schemas.openxmlformats.org/officeDocument/2006/relationships/image" Target="../media/image382.emf"/><Relationship Id="rId12" Type="http://schemas.openxmlformats.org/officeDocument/2006/relationships/image" Target="../media/image387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81.emf"/><Relationship Id="rId11" Type="http://schemas.openxmlformats.org/officeDocument/2006/relationships/image" Target="../media/image386.wmf"/><Relationship Id="rId5" Type="http://schemas.openxmlformats.org/officeDocument/2006/relationships/image" Target="../media/image380.emf"/><Relationship Id="rId10" Type="http://schemas.openxmlformats.org/officeDocument/2006/relationships/image" Target="../media/image385.wmf"/><Relationship Id="rId4" Type="http://schemas.openxmlformats.org/officeDocument/2006/relationships/image" Target="../media/image379.wmf"/><Relationship Id="rId9" Type="http://schemas.openxmlformats.org/officeDocument/2006/relationships/image" Target="../media/image384.emf"/><Relationship Id="rId14" Type="http://schemas.openxmlformats.org/officeDocument/2006/relationships/image" Target="../media/image389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3" Type="http://schemas.openxmlformats.org/officeDocument/2006/relationships/image" Target="../media/image392.wmf"/><Relationship Id="rId7" Type="http://schemas.openxmlformats.org/officeDocument/2006/relationships/image" Target="../media/image396.emf"/><Relationship Id="rId12" Type="http://schemas.openxmlformats.org/officeDocument/2006/relationships/image" Target="../media/image401.wmf"/><Relationship Id="rId2" Type="http://schemas.openxmlformats.org/officeDocument/2006/relationships/image" Target="../media/image391.wmf"/><Relationship Id="rId1" Type="http://schemas.openxmlformats.org/officeDocument/2006/relationships/image" Target="../media/image390.wmf"/><Relationship Id="rId6" Type="http://schemas.openxmlformats.org/officeDocument/2006/relationships/image" Target="../media/image395.emf"/><Relationship Id="rId11" Type="http://schemas.openxmlformats.org/officeDocument/2006/relationships/image" Target="../media/image400.wmf"/><Relationship Id="rId5" Type="http://schemas.openxmlformats.org/officeDocument/2006/relationships/image" Target="../media/image394.emf"/><Relationship Id="rId10" Type="http://schemas.openxmlformats.org/officeDocument/2006/relationships/image" Target="../media/image399.emf"/><Relationship Id="rId4" Type="http://schemas.openxmlformats.org/officeDocument/2006/relationships/image" Target="../media/image393.wmf"/><Relationship Id="rId9" Type="http://schemas.openxmlformats.org/officeDocument/2006/relationships/image" Target="../media/image39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wmf"/><Relationship Id="rId13" Type="http://schemas.openxmlformats.org/officeDocument/2006/relationships/image" Target="../media/image414.wmf"/><Relationship Id="rId18" Type="http://schemas.openxmlformats.org/officeDocument/2006/relationships/image" Target="../media/image419.wmf"/><Relationship Id="rId3" Type="http://schemas.openxmlformats.org/officeDocument/2006/relationships/image" Target="../media/image404.wmf"/><Relationship Id="rId7" Type="http://schemas.openxmlformats.org/officeDocument/2006/relationships/image" Target="../media/image408.wmf"/><Relationship Id="rId12" Type="http://schemas.openxmlformats.org/officeDocument/2006/relationships/image" Target="../media/image413.wmf"/><Relationship Id="rId17" Type="http://schemas.openxmlformats.org/officeDocument/2006/relationships/image" Target="../media/image418.wmf"/><Relationship Id="rId2" Type="http://schemas.openxmlformats.org/officeDocument/2006/relationships/image" Target="../media/image403.wmf"/><Relationship Id="rId16" Type="http://schemas.openxmlformats.org/officeDocument/2006/relationships/image" Target="../media/image417.wmf"/><Relationship Id="rId1" Type="http://schemas.openxmlformats.org/officeDocument/2006/relationships/image" Target="../media/image402.wmf"/><Relationship Id="rId6" Type="http://schemas.openxmlformats.org/officeDocument/2006/relationships/image" Target="../media/image407.wmf"/><Relationship Id="rId11" Type="http://schemas.openxmlformats.org/officeDocument/2006/relationships/image" Target="../media/image412.wmf"/><Relationship Id="rId5" Type="http://schemas.openxmlformats.org/officeDocument/2006/relationships/image" Target="../media/image406.wmf"/><Relationship Id="rId15" Type="http://schemas.openxmlformats.org/officeDocument/2006/relationships/image" Target="../media/image416.wmf"/><Relationship Id="rId10" Type="http://schemas.openxmlformats.org/officeDocument/2006/relationships/image" Target="../media/image411.wmf"/><Relationship Id="rId19" Type="http://schemas.openxmlformats.org/officeDocument/2006/relationships/image" Target="../media/image420.wmf"/><Relationship Id="rId4" Type="http://schemas.openxmlformats.org/officeDocument/2006/relationships/image" Target="../media/image405.wmf"/><Relationship Id="rId9" Type="http://schemas.openxmlformats.org/officeDocument/2006/relationships/image" Target="../media/image410.wmf"/><Relationship Id="rId14" Type="http://schemas.openxmlformats.org/officeDocument/2006/relationships/image" Target="../media/image41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wmf"/><Relationship Id="rId3" Type="http://schemas.openxmlformats.org/officeDocument/2006/relationships/image" Target="../media/image423.wmf"/><Relationship Id="rId7" Type="http://schemas.openxmlformats.org/officeDocument/2006/relationships/image" Target="../media/image427.wmf"/><Relationship Id="rId2" Type="http://schemas.openxmlformats.org/officeDocument/2006/relationships/image" Target="../media/image422.wmf"/><Relationship Id="rId1" Type="http://schemas.openxmlformats.org/officeDocument/2006/relationships/image" Target="../media/image421.wmf"/><Relationship Id="rId6" Type="http://schemas.openxmlformats.org/officeDocument/2006/relationships/image" Target="../media/image426.wmf"/><Relationship Id="rId5" Type="http://schemas.openxmlformats.org/officeDocument/2006/relationships/image" Target="../media/image425.wmf"/><Relationship Id="rId4" Type="http://schemas.openxmlformats.org/officeDocument/2006/relationships/image" Target="../media/image424.wmf"/><Relationship Id="rId9" Type="http://schemas.openxmlformats.org/officeDocument/2006/relationships/image" Target="../media/image429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3" Type="http://schemas.openxmlformats.org/officeDocument/2006/relationships/image" Target="../media/image432.wmf"/><Relationship Id="rId7" Type="http://schemas.openxmlformats.org/officeDocument/2006/relationships/image" Target="../media/image436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Relationship Id="rId6" Type="http://schemas.openxmlformats.org/officeDocument/2006/relationships/image" Target="../media/image435.wmf"/><Relationship Id="rId5" Type="http://schemas.openxmlformats.org/officeDocument/2006/relationships/image" Target="../media/image434.wmf"/><Relationship Id="rId10" Type="http://schemas.openxmlformats.org/officeDocument/2006/relationships/image" Target="../media/image439.wmf"/><Relationship Id="rId4" Type="http://schemas.openxmlformats.org/officeDocument/2006/relationships/image" Target="../media/image433.wmf"/><Relationship Id="rId9" Type="http://schemas.openxmlformats.org/officeDocument/2006/relationships/image" Target="../media/image438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3" Type="http://schemas.openxmlformats.org/officeDocument/2006/relationships/image" Target="../media/image442.wmf"/><Relationship Id="rId7" Type="http://schemas.openxmlformats.org/officeDocument/2006/relationships/image" Target="../media/image446.wmf"/><Relationship Id="rId2" Type="http://schemas.openxmlformats.org/officeDocument/2006/relationships/image" Target="../media/image441.wmf"/><Relationship Id="rId1" Type="http://schemas.openxmlformats.org/officeDocument/2006/relationships/image" Target="../media/image440.wmf"/><Relationship Id="rId6" Type="http://schemas.openxmlformats.org/officeDocument/2006/relationships/image" Target="../media/image445.wmf"/><Relationship Id="rId5" Type="http://schemas.openxmlformats.org/officeDocument/2006/relationships/image" Target="../media/image444.wmf"/><Relationship Id="rId4" Type="http://schemas.openxmlformats.org/officeDocument/2006/relationships/image" Target="../media/image443.wmf"/><Relationship Id="rId9" Type="http://schemas.openxmlformats.org/officeDocument/2006/relationships/image" Target="../media/image448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wmf"/><Relationship Id="rId7" Type="http://schemas.openxmlformats.org/officeDocument/2006/relationships/image" Target="../media/image455.wmf"/><Relationship Id="rId2" Type="http://schemas.openxmlformats.org/officeDocument/2006/relationships/image" Target="../media/image450.wmf"/><Relationship Id="rId1" Type="http://schemas.openxmlformats.org/officeDocument/2006/relationships/image" Target="../media/image449.wmf"/><Relationship Id="rId6" Type="http://schemas.openxmlformats.org/officeDocument/2006/relationships/image" Target="../media/image454.wmf"/><Relationship Id="rId5" Type="http://schemas.openxmlformats.org/officeDocument/2006/relationships/image" Target="../media/image453.wmf"/><Relationship Id="rId4" Type="http://schemas.openxmlformats.org/officeDocument/2006/relationships/image" Target="../media/image452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wmf"/><Relationship Id="rId2" Type="http://schemas.openxmlformats.org/officeDocument/2006/relationships/image" Target="../media/image457.wmf"/><Relationship Id="rId1" Type="http://schemas.openxmlformats.org/officeDocument/2006/relationships/image" Target="../media/image456.wmf"/><Relationship Id="rId4" Type="http://schemas.openxmlformats.org/officeDocument/2006/relationships/image" Target="../media/image45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2.wmf"/><Relationship Id="rId2" Type="http://schemas.openxmlformats.org/officeDocument/2006/relationships/image" Target="../media/image461.wmf"/><Relationship Id="rId1" Type="http://schemas.openxmlformats.org/officeDocument/2006/relationships/image" Target="../media/image460.wmf"/><Relationship Id="rId5" Type="http://schemas.openxmlformats.org/officeDocument/2006/relationships/image" Target="../media/image464.wmf"/><Relationship Id="rId4" Type="http://schemas.openxmlformats.org/officeDocument/2006/relationships/image" Target="../media/image463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wmf"/><Relationship Id="rId2" Type="http://schemas.openxmlformats.org/officeDocument/2006/relationships/image" Target="../media/image466.wmf"/><Relationship Id="rId1" Type="http://schemas.openxmlformats.org/officeDocument/2006/relationships/image" Target="../media/image465.wmf"/><Relationship Id="rId5" Type="http://schemas.openxmlformats.org/officeDocument/2006/relationships/image" Target="../media/image469.wmf"/><Relationship Id="rId4" Type="http://schemas.openxmlformats.org/officeDocument/2006/relationships/image" Target="../media/image46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2.wmf"/><Relationship Id="rId2" Type="http://schemas.openxmlformats.org/officeDocument/2006/relationships/image" Target="../media/image471.wmf"/><Relationship Id="rId1" Type="http://schemas.openxmlformats.org/officeDocument/2006/relationships/image" Target="../media/image470.wmf"/><Relationship Id="rId4" Type="http://schemas.openxmlformats.org/officeDocument/2006/relationships/image" Target="../media/image473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wmf"/><Relationship Id="rId2" Type="http://schemas.openxmlformats.org/officeDocument/2006/relationships/image" Target="../media/image475.wmf"/><Relationship Id="rId1" Type="http://schemas.openxmlformats.org/officeDocument/2006/relationships/image" Target="../media/image474.wmf"/><Relationship Id="rId4" Type="http://schemas.openxmlformats.org/officeDocument/2006/relationships/image" Target="../media/image477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wmf"/><Relationship Id="rId2" Type="http://schemas.openxmlformats.org/officeDocument/2006/relationships/image" Target="../media/image479.wmf"/><Relationship Id="rId1" Type="http://schemas.openxmlformats.org/officeDocument/2006/relationships/image" Target="../media/image478.wmf"/><Relationship Id="rId6" Type="http://schemas.openxmlformats.org/officeDocument/2006/relationships/image" Target="../media/image483.wmf"/><Relationship Id="rId5" Type="http://schemas.openxmlformats.org/officeDocument/2006/relationships/image" Target="../media/image482.wmf"/><Relationship Id="rId4" Type="http://schemas.openxmlformats.org/officeDocument/2006/relationships/image" Target="../media/image481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6.wmf"/><Relationship Id="rId2" Type="http://schemas.openxmlformats.org/officeDocument/2006/relationships/image" Target="../media/image485.wmf"/><Relationship Id="rId1" Type="http://schemas.openxmlformats.org/officeDocument/2006/relationships/image" Target="../media/image484.wmf"/><Relationship Id="rId5" Type="http://schemas.openxmlformats.org/officeDocument/2006/relationships/image" Target="../media/image488.wmf"/><Relationship Id="rId4" Type="http://schemas.openxmlformats.org/officeDocument/2006/relationships/image" Target="../media/image487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6.wmf"/><Relationship Id="rId3" Type="http://schemas.openxmlformats.org/officeDocument/2006/relationships/image" Target="../media/image491.wmf"/><Relationship Id="rId7" Type="http://schemas.openxmlformats.org/officeDocument/2006/relationships/image" Target="../media/image495.wmf"/><Relationship Id="rId2" Type="http://schemas.openxmlformats.org/officeDocument/2006/relationships/image" Target="../media/image490.wmf"/><Relationship Id="rId1" Type="http://schemas.openxmlformats.org/officeDocument/2006/relationships/image" Target="../media/image489.wmf"/><Relationship Id="rId6" Type="http://schemas.openxmlformats.org/officeDocument/2006/relationships/image" Target="../media/image494.wmf"/><Relationship Id="rId5" Type="http://schemas.openxmlformats.org/officeDocument/2006/relationships/image" Target="../media/image493.wmf"/><Relationship Id="rId4" Type="http://schemas.openxmlformats.org/officeDocument/2006/relationships/image" Target="../media/image492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wmf"/><Relationship Id="rId2" Type="http://schemas.openxmlformats.org/officeDocument/2006/relationships/image" Target="../media/image498.wmf"/><Relationship Id="rId1" Type="http://schemas.openxmlformats.org/officeDocument/2006/relationships/image" Target="../media/image497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wmf"/><Relationship Id="rId3" Type="http://schemas.openxmlformats.org/officeDocument/2006/relationships/image" Target="../media/image502.wmf"/><Relationship Id="rId7" Type="http://schemas.openxmlformats.org/officeDocument/2006/relationships/image" Target="../media/image506.wmf"/><Relationship Id="rId2" Type="http://schemas.openxmlformats.org/officeDocument/2006/relationships/image" Target="../media/image501.wmf"/><Relationship Id="rId1" Type="http://schemas.openxmlformats.org/officeDocument/2006/relationships/image" Target="../media/image500.wmf"/><Relationship Id="rId6" Type="http://schemas.openxmlformats.org/officeDocument/2006/relationships/image" Target="../media/image505.wmf"/><Relationship Id="rId5" Type="http://schemas.openxmlformats.org/officeDocument/2006/relationships/image" Target="../media/image504.wmf"/><Relationship Id="rId4" Type="http://schemas.openxmlformats.org/officeDocument/2006/relationships/image" Target="../media/image503.wmf"/><Relationship Id="rId9" Type="http://schemas.openxmlformats.org/officeDocument/2006/relationships/image" Target="../media/image508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wmf"/><Relationship Id="rId2" Type="http://schemas.openxmlformats.org/officeDocument/2006/relationships/image" Target="../media/image510.wmf"/><Relationship Id="rId1" Type="http://schemas.openxmlformats.org/officeDocument/2006/relationships/image" Target="../media/image509.wmf"/><Relationship Id="rId5" Type="http://schemas.openxmlformats.org/officeDocument/2006/relationships/image" Target="../media/image513.wmf"/><Relationship Id="rId4" Type="http://schemas.openxmlformats.org/officeDocument/2006/relationships/image" Target="../media/image512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5.wmf"/><Relationship Id="rId1" Type="http://schemas.openxmlformats.org/officeDocument/2006/relationships/image" Target="../media/image514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wmf"/><Relationship Id="rId3" Type="http://schemas.openxmlformats.org/officeDocument/2006/relationships/image" Target="../media/image518.wmf"/><Relationship Id="rId7" Type="http://schemas.openxmlformats.org/officeDocument/2006/relationships/image" Target="../media/image522.wmf"/><Relationship Id="rId12" Type="http://schemas.openxmlformats.org/officeDocument/2006/relationships/image" Target="../media/image527.wmf"/><Relationship Id="rId2" Type="http://schemas.openxmlformats.org/officeDocument/2006/relationships/image" Target="../media/image517.wmf"/><Relationship Id="rId1" Type="http://schemas.openxmlformats.org/officeDocument/2006/relationships/image" Target="../media/image516.wmf"/><Relationship Id="rId6" Type="http://schemas.openxmlformats.org/officeDocument/2006/relationships/image" Target="../media/image521.wmf"/><Relationship Id="rId11" Type="http://schemas.openxmlformats.org/officeDocument/2006/relationships/image" Target="../media/image526.wmf"/><Relationship Id="rId5" Type="http://schemas.openxmlformats.org/officeDocument/2006/relationships/image" Target="../media/image520.wmf"/><Relationship Id="rId10" Type="http://schemas.openxmlformats.org/officeDocument/2006/relationships/image" Target="../media/image525.wmf"/><Relationship Id="rId4" Type="http://schemas.openxmlformats.org/officeDocument/2006/relationships/image" Target="../media/image519.wmf"/><Relationship Id="rId9" Type="http://schemas.openxmlformats.org/officeDocument/2006/relationships/image" Target="../media/image5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34" Type="http://schemas.openxmlformats.org/officeDocument/2006/relationships/image" Target="../media/image33.w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3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29" Type="http://schemas.openxmlformats.org/officeDocument/2006/relationships/oleObject" Target="../embeddings/oleObject3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28.wmf"/><Relationship Id="rId32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28" Type="http://schemas.openxmlformats.org/officeDocument/2006/relationships/image" Target="../media/image30.wmf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6.bin"/><Relationship Id="rId31" Type="http://schemas.openxmlformats.org/officeDocument/2006/relationships/oleObject" Target="../embeddings/oleObject32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3.e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30.bin"/><Relationship Id="rId30" Type="http://schemas.openxmlformats.org/officeDocument/2006/relationships/image" Target="../media/image31.wmf"/><Relationship Id="rId8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9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7.wmf"/><Relationship Id="rId42" Type="http://schemas.openxmlformats.org/officeDocument/2006/relationships/image" Target="../media/image61.wmf"/><Relationship Id="rId47" Type="http://schemas.openxmlformats.org/officeDocument/2006/relationships/oleObject" Target="../embeddings/oleObject64.bin"/><Relationship Id="rId50" Type="http://schemas.openxmlformats.org/officeDocument/2006/relationships/image" Target="../media/image65.wmf"/><Relationship Id="rId55" Type="http://schemas.openxmlformats.org/officeDocument/2006/relationships/oleObject" Target="../embeddings/oleObject68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9" Type="http://schemas.openxmlformats.org/officeDocument/2006/relationships/oleObject" Target="../embeddings/oleObject55.bin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2.wmf"/><Relationship Id="rId32" Type="http://schemas.openxmlformats.org/officeDocument/2006/relationships/image" Target="../media/image56.w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60.wmf"/><Relationship Id="rId45" Type="http://schemas.openxmlformats.org/officeDocument/2006/relationships/oleObject" Target="../embeddings/oleObject63.bin"/><Relationship Id="rId53" Type="http://schemas.openxmlformats.org/officeDocument/2006/relationships/oleObject" Target="../embeddings/oleObject67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4" Type="http://schemas.openxmlformats.org/officeDocument/2006/relationships/image" Target="../media/image62.wmf"/><Relationship Id="rId52" Type="http://schemas.openxmlformats.org/officeDocument/2006/relationships/image" Target="../media/image66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58.bin"/><Relationship Id="rId43" Type="http://schemas.openxmlformats.org/officeDocument/2006/relationships/oleObject" Target="../embeddings/oleObject62.bin"/><Relationship Id="rId48" Type="http://schemas.openxmlformats.org/officeDocument/2006/relationships/image" Target="../media/image64.wmf"/><Relationship Id="rId56" Type="http://schemas.openxmlformats.org/officeDocument/2006/relationships/image" Target="../media/image68.wmf"/><Relationship Id="rId8" Type="http://schemas.openxmlformats.org/officeDocument/2006/relationships/image" Target="../media/image44.wmf"/><Relationship Id="rId51" Type="http://schemas.openxmlformats.org/officeDocument/2006/relationships/oleObject" Target="../embeddings/oleObject66.bin"/><Relationship Id="rId3" Type="http://schemas.openxmlformats.org/officeDocument/2006/relationships/oleObject" Target="../embeddings/oleObject4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59.emf"/><Relationship Id="rId46" Type="http://schemas.openxmlformats.org/officeDocument/2006/relationships/image" Target="../media/image63.wmf"/><Relationship Id="rId20" Type="http://schemas.openxmlformats.org/officeDocument/2006/relationships/image" Target="../media/image50.wmf"/><Relationship Id="rId41" Type="http://schemas.openxmlformats.org/officeDocument/2006/relationships/oleObject" Target="../embeddings/oleObject61.bin"/><Relationship Id="rId54" Type="http://schemas.openxmlformats.org/officeDocument/2006/relationships/image" Target="../media/image6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4.wmf"/><Relationship Id="rId36" Type="http://schemas.openxmlformats.org/officeDocument/2006/relationships/image" Target="../media/image58.wmf"/><Relationship Id="rId49" Type="http://schemas.openxmlformats.org/officeDocument/2006/relationships/oleObject" Target="../embeddings/oleObject65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6.e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34" Type="http://schemas.openxmlformats.org/officeDocument/2006/relationships/image" Target="../media/image84.wmf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3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e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82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79.wmf"/><Relationship Id="rId32" Type="http://schemas.openxmlformats.org/officeDocument/2006/relationships/image" Target="../media/image83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81.wmf"/><Relationship Id="rId10" Type="http://schemas.openxmlformats.org/officeDocument/2006/relationships/image" Target="../media/image72.emf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3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81.bin"/><Relationship Id="rId30" Type="http://schemas.openxmlformats.org/officeDocument/2006/relationships/image" Target="../media/image82.wmf"/><Relationship Id="rId8" Type="http://schemas.openxmlformats.org/officeDocument/2006/relationships/image" Target="../media/image71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2.wmf"/><Relationship Id="rId26" Type="http://schemas.openxmlformats.org/officeDocument/2006/relationships/image" Target="../media/image96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0.w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5.wmf"/><Relationship Id="rId32" Type="http://schemas.openxmlformats.org/officeDocument/2006/relationships/image" Target="../media/image99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7.wmf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98.wmf"/><Relationship Id="rId8" Type="http://schemas.openxmlformats.org/officeDocument/2006/relationships/image" Target="../media/image8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8.wmf"/><Relationship Id="rId26" Type="http://schemas.openxmlformats.org/officeDocument/2006/relationships/image" Target="../media/image112.w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1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13.wmf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Relationship Id="rId27" Type="http://schemas.openxmlformats.org/officeDocument/2006/relationships/oleObject" Target="../embeddings/oleObject11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wmf"/><Relationship Id="rId20" Type="http://schemas.openxmlformats.org/officeDocument/2006/relationships/image" Target="../media/image12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19.wmf"/><Relationship Id="rId22" Type="http://schemas.openxmlformats.org/officeDocument/2006/relationships/image" Target="../media/image1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31.emf"/><Relationship Id="rId3" Type="http://schemas.openxmlformats.org/officeDocument/2006/relationships/oleObject" Target="../embeddings/oleObject124.bin"/><Relationship Id="rId21" Type="http://schemas.openxmlformats.org/officeDocument/2006/relationships/oleObject" Target="../embeddings/oleObject133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28.emf"/><Relationship Id="rId17" Type="http://schemas.openxmlformats.org/officeDocument/2006/relationships/oleObject" Target="../embeddings/oleObject13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0.emf"/><Relationship Id="rId20" Type="http://schemas.openxmlformats.org/officeDocument/2006/relationships/image" Target="../media/image132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128.bin"/><Relationship Id="rId24" Type="http://schemas.openxmlformats.org/officeDocument/2006/relationships/image" Target="../media/image134.emf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23" Type="http://schemas.openxmlformats.org/officeDocument/2006/relationships/oleObject" Target="../embeddings/oleObject134.bin"/><Relationship Id="rId10" Type="http://schemas.openxmlformats.org/officeDocument/2006/relationships/image" Target="../media/image127.emf"/><Relationship Id="rId19" Type="http://schemas.openxmlformats.org/officeDocument/2006/relationships/oleObject" Target="../embeddings/oleObject132.bin"/><Relationship Id="rId4" Type="http://schemas.openxmlformats.org/officeDocument/2006/relationships/image" Target="../media/image124.e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29.emf"/><Relationship Id="rId22" Type="http://schemas.openxmlformats.org/officeDocument/2006/relationships/image" Target="../media/image13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40.bin"/><Relationship Id="rId18" Type="http://schemas.openxmlformats.org/officeDocument/2006/relationships/oleObject" Target="../embeddings/oleObject143.bin"/><Relationship Id="rId3" Type="http://schemas.openxmlformats.org/officeDocument/2006/relationships/oleObject" Target="../embeddings/oleObject135.bin"/><Relationship Id="rId21" Type="http://schemas.openxmlformats.org/officeDocument/2006/relationships/image" Target="../media/image143.wmf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9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1.wmf"/><Relationship Id="rId20" Type="http://schemas.openxmlformats.org/officeDocument/2006/relationships/oleObject" Target="../embeddings/oleObject144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8.wmf"/><Relationship Id="rId19" Type="http://schemas.openxmlformats.org/officeDocument/2006/relationships/image" Target="../media/image142.wmf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47.wmf"/><Relationship Id="rId4" Type="http://schemas.openxmlformats.org/officeDocument/2006/relationships/image" Target="../media/image144.e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54.wmf"/><Relationship Id="rId4" Type="http://schemas.openxmlformats.org/officeDocument/2006/relationships/image" Target="../media/image151.e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71.wmf"/><Relationship Id="rId26" Type="http://schemas.openxmlformats.org/officeDocument/2006/relationships/image" Target="../media/image175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wmf"/><Relationship Id="rId20" Type="http://schemas.openxmlformats.org/officeDocument/2006/relationships/image" Target="../media/image172.wmf"/><Relationship Id="rId29" Type="http://schemas.openxmlformats.org/officeDocument/2006/relationships/oleObject" Target="../embeddings/oleObject17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74.wmf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5.bin"/><Relationship Id="rId28" Type="http://schemas.openxmlformats.org/officeDocument/2006/relationships/image" Target="../media/image176.wmf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64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9.wmf"/><Relationship Id="rId22" Type="http://schemas.openxmlformats.org/officeDocument/2006/relationships/image" Target="../media/image173.wmf"/><Relationship Id="rId27" Type="http://schemas.openxmlformats.org/officeDocument/2006/relationships/oleObject" Target="../embeddings/oleObject177.bin"/><Relationship Id="rId30" Type="http://schemas.openxmlformats.org/officeDocument/2006/relationships/image" Target="../media/image17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85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81.wmf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8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193.wmf"/><Relationship Id="rId26" Type="http://schemas.openxmlformats.org/officeDocument/2006/relationships/image" Target="../media/image197.wmf"/><Relationship Id="rId3" Type="http://schemas.openxmlformats.org/officeDocument/2006/relationships/oleObject" Target="../embeddings/oleObject187.bin"/><Relationship Id="rId21" Type="http://schemas.openxmlformats.org/officeDocument/2006/relationships/oleObject" Target="../embeddings/oleObject196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194.bin"/><Relationship Id="rId25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2.wmf"/><Relationship Id="rId20" Type="http://schemas.openxmlformats.org/officeDocument/2006/relationships/image" Target="../media/image194.wmf"/><Relationship Id="rId29" Type="http://schemas.openxmlformats.org/officeDocument/2006/relationships/oleObject" Target="../embeddings/oleObject200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191.bin"/><Relationship Id="rId24" Type="http://schemas.openxmlformats.org/officeDocument/2006/relationships/image" Target="../media/image196.wmf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23" Type="http://schemas.openxmlformats.org/officeDocument/2006/relationships/oleObject" Target="../embeddings/oleObject197.bin"/><Relationship Id="rId28" Type="http://schemas.openxmlformats.org/officeDocument/2006/relationships/image" Target="../media/image198.wmf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195.bin"/><Relationship Id="rId4" Type="http://schemas.openxmlformats.org/officeDocument/2006/relationships/image" Target="../media/image186.e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91.wmf"/><Relationship Id="rId22" Type="http://schemas.openxmlformats.org/officeDocument/2006/relationships/image" Target="../media/image195.wmf"/><Relationship Id="rId27" Type="http://schemas.openxmlformats.org/officeDocument/2006/relationships/oleObject" Target="../embeddings/oleObject199.bin"/><Relationship Id="rId30" Type="http://schemas.openxmlformats.org/officeDocument/2006/relationships/image" Target="../media/image19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image" Target="../media/image204.wmf"/><Relationship Id="rId18" Type="http://schemas.openxmlformats.org/officeDocument/2006/relationships/oleObject" Target="../embeddings/oleObject208.bin"/><Relationship Id="rId26" Type="http://schemas.openxmlformats.org/officeDocument/2006/relationships/oleObject" Target="../embeddings/oleObject212.bin"/><Relationship Id="rId3" Type="http://schemas.openxmlformats.org/officeDocument/2006/relationships/oleObject" Target="../embeddings/oleObject201.bin"/><Relationship Id="rId21" Type="http://schemas.openxmlformats.org/officeDocument/2006/relationships/image" Target="../media/image208.wmf"/><Relationship Id="rId7" Type="http://schemas.openxmlformats.org/officeDocument/2006/relationships/image" Target="../media/image201.wmf"/><Relationship Id="rId12" Type="http://schemas.openxmlformats.org/officeDocument/2006/relationships/oleObject" Target="../embeddings/oleObject205.bin"/><Relationship Id="rId17" Type="http://schemas.openxmlformats.org/officeDocument/2006/relationships/image" Target="../media/image206.wmf"/><Relationship Id="rId25" Type="http://schemas.openxmlformats.org/officeDocument/2006/relationships/image" Target="../media/image21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09.bin"/><Relationship Id="rId29" Type="http://schemas.openxmlformats.org/officeDocument/2006/relationships/image" Target="../media/image212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03.wmf"/><Relationship Id="rId24" Type="http://schemas.openxmlformats.org/officeDocument/2006/relationships/oleObject" Target="../embeddings/oleObject211.bin"/><Relationship Id="rId5" Type="http://schemas.openxmlformats.org/officeDocument/2006/relationships/image" Target="../media/image214.jpeg"/><Relationship Id="rId15" Type="http://schemas.openxmlformats.org/officeDocument/2006/relationships/image" Target="../media/image205.wmf"/><Relationship Id="rId23" Type="http://schemas.openxmlformats.org/officeDocument/2006/relationships/image" Target="../media/image209.wmf"/><Relationship Id="rId28" Type="http://schemas.openxmlformats.org/officeDocument/2006/relationships/oleObject" Target="../embeddings/oleObject213.bin"/><Relationship Id="rId10" Type="http://schemas.openxmlformats.org/officeDocument/2006/relationships/oleObject" Target="../embeddings/oleObject204.bin"/><Relationship Id="rId19" Type="http://schemas.openxmlformats.org/officeDocument/2006/relationships/image" Target="../media/image207.wmf"/><Relationship Id="rId31" Type="http://schemas.openxmlformats.org/officeDocument/2006/relationships/image" Target="../media/image213.wmf"/><Relationship Id="rId4" Type="http://schemas.openxmlformats.org/officeDocument/2006/relationships/image" Target="../media/image200.emf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06.bin"/><Relationship Id="rId22" Type="http://schemas.openxmlformats.org/officeDocument/2006/relationships/oleObject" Target="../embeddings/oleObject210.bin"/><Relationship Id="rId27" Type="http://schemas.openxmlformats.org/officeDocument/2006/relationships/image" Target="../media/image211.wmf"/><Relationship Id="rId30" Type="http://schemas.openxmlformats.org/officeDocument/2006/relationships/oleObject" Target="../embeddings/oleObject21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6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1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25.wmf"/><Relationship Id="rId26" Type="http://schemas.openxmlformats.org/officeDocument/2006/relationships/image" Target="../media/image229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22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4.wmf"/><Relationship Id="rId20" Type="http://schemas.openxmlformats.org/officeDocument/2006/relationships/image" Target="../media/image22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8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30.wmf"/><Relationship Id="rId10" Type="http://schemas.openxmlformats.org/officeDocument/2006/relationships/image" Target="../media/image221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23.wmf"/><Relationship Id="rId22" Type="http://schemas.openxmlformats.org/officeDocument/2006/relationships/image" Target="../media/image227.emf"/><Relationship Id="rId27" Type="http://schemas.openxmlformats.org/officeDocument/2006/relationships/oleObject" Target="../embeddings/oleObject23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e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38.e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5.e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emf"/><Relationship Id="rId20" Type="http://schemas.openxmlformats.org/officeDocument/2006/relationships/image" Target="../media/image239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32.e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241.w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41.bin"/><Relationship Id="rId10" Type="http://schemas.openxmlformats.org/officeDocument/2006/relationships/image" Target="../media/image234.e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231.e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6.emf"/><Relationship Id="rId22" Type="http://schemas.openxmlformats.org/officeDocument/2006/relationships/image" Target="../media/image24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47.bin"/><Relationship Id="rId18" Type="http://schemas.openxmlformats.org/officeDocument/2006/relationships/image" Target="../media/image249.emf"/><Relationship Id="rId26" Type="http://schemas.openxmlformats.org/officeDocument/2006/relationships/image" Target="../media/image253.wmf"/><Relationship Id="rId3" Type="http://schemas.openxmlformats.org/officeDocument/2006/relationships/oleObject" Target="../embeddings/oleObject242.bin"/><Relationship Id="rId21" Type="http://schemas.openxmlformats.org/officeDocument/2006/relationships/oleObject" Target="../embeddings/oleObject251.bin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49.bin"/><Relationship Id="rId25" Type="http://schemas.openxmlformats.org/officeDocument/2006/relationships/oleObject" Target="../embeddings/oleObject2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emf"/><Relationship Id="rId20" Type="http://schemas.openxmlformats.org/officeDocument/2006/relationships/image" Target="../media/image250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46.bin"/><Relationship Id="rId24" Type="http://schemas.openxmlformats.org/officeDocument/2006/relationships/image" Target="../media/image252.wmf"/><Relationship Id="rId5" Type="http://schemas.openxmlformats.org/officeDocument/2006/relationships/oleObject" Target="../embeddings/oleObject243.bin"/><Relationship Id="rId15" Type="http://schemas.openxmlformats.org/officeDocument/2006/relationships/oleObject" Target="../embeddings/oleObject248.bin"/><Relationship Id="rId23" Type="http://schemas.openxmlformats.org/officeDocument/2006/relationships/oleObject" Target="../embeddings/oleObject252.bin"/><Relationship Id="rId10" Type="http://schemas.openxmlformats.org/officeDocument/2006/relationships/image" Target="../media/image245.emf"/><Relationship Id="rId19" Type="http://schemas.openxmlformats.org/officeDocument/2006/relationships/oleObject" Target="../embeddings/oleObject250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47.emf"/><Relationship Id="rId22" Type="http://schemas.openxmlformats.org/officeDocument/2006/relationships/image" Target="../media/image251.e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61.emf"/><Relationship Id="rId26" Type="http://schemas.openxmlformats.org/officeDocument/2006/relationships/image" Target="../media/image265.e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34" Type="http://schemas.openxmlformats.org/officeDocument/2006/relationships/image" Target="../media/image268.emf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58.e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33" Type="http://schemas.openxmlformats.org/officeDocument/2006/relationships/oleObject" Target="../embeddings/oleObject2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emf"/><Relationship Id="rId20" Type="http://schemas.openxmlformats.org/officeDocument/2006/relationships/image" Target="../media/image262.emf"/><Relationship Id="rId29" Type="http://schemas.openxmlformats.org/officeDocument/2006/relationships/oleObject" Target="../embeddings/oleObject267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55.e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64.emf"/><Relationship Id="rId32" Type="http://schemas.openxmlformats.org/officeDocument/2006/relationships/image" Target="../media/image252.w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28" Type="http://schemas.openxmlformats.org/officeDocument/2006/relationships/image" Target="../media/image266.emf"/><Relationship Id="rId36" Type="http://schemas.openxmlformats.org/officeDocument/2006/relationships/image" Target="../media/image269.emf"/><Relationship Id="rId10" Type="http://schemas.openxmlformats.org/officeDocument/2006/relationships/image" Target="../media/image257.emf"/><Relationship Id="rId19" Type="http://schemas.openxmlformats.org/officeDocument/2006/relationships/oleObject" Target="../embeddings/oleObject262.bin"/><Relationship Id="rId31" Type="http://schemas.openxmlformats.org/officeDocument/2006/relationships/oleObject" Target="../embeddings/oleObject268.bin"/><Relationship Id="rId4" Type="http://schemas.openxmlformats.org/officeDocument/2006/relationships/image" Target="../media/image254.e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59.emf"/><Relationship Id="rId22" Type="http://schemas.openxmlformats.org/officeDocument/2006/relationships/image" Target="../media/image263.emf"/><Relationship Id="rId27" Type="http://schemas.openxmlformats.org/officeDocument/2006/relationships/oleObject" Target="../embeddings/oleObject266.bin"/><Relationship Id="rId30" Type="http://schemas.openxmlformats.org/officeDocument/2006/relationships/image" Target="../media/image267.emf"/><Relationship Id="rId35" Type="http://schemas.openxmlformats.org/officeDocument/2006/relationships/oleObject" Target="../embeddings/oleObject270.bin"/><Relationship Id="rId8" Type="http://schemas.openxmlformats.org/officeDocument/2006/relationships/image" Target="../media/image25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0" Type="http://schemas.openxmlformats.org/officeDocument/2006/relationships/image" Target="../media/image273.wmf"/><Relationship Id="rId4" Type="http://schemas.openxmlformats.org/officeDocument/2006/relationships/image" Target="../media/image270.e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7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282.bin"/><Relationship Id="rId3" Type="http://schemas.openxmlformats.org/officeDocument/2006/relationships/oleObject" Target="../embeddings/oleObject277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73.wmf"/><Relationship Id="rId11" Type="http://schemas.openxmlformats.org/officeDocument/2006/relationships/oleObject" Target="../embeddings/oleObject281.bin"/><Relationship Id="rId5" Type="http://schemas.openxmlformats.org/officeDocument/2006/relationships/oleObject" Target="../embeddings/oleObject278.bin"/><Relationship Id="rId10" Type="http://schemas.openxmlformats.org/officeDocument/2006/relationships/image" Target="../media/image278.wmf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28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87.bin"/><Relationship Id="rId5" Type="http://schemas.openxmlformats.org/officeDocument/2006/relationships/oleObject" Target="../embeddings/oleObject284.bin"/><Relationship Id="rId10" Type="http://schemas.openxmlformats.org/officeDocument/2006/relationships/image" Target="../media/image283.wmf"/><Relationship Id="rId4" Type="http://schemas.openxmlformats.org/officeDocument/2006/relationships/image" Target="../media/image280.emf"/><Relationship Id="rId9" Type="http://schemas.openxmlformats.org/officeDocument/2006/relationships/oleObject" Target="../embeddings/oleObject28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6.wmf"/><Relationship Id="rId5" Type="http://schemas.openxmlformats.org/officeDocument/2006/relationships/oleObject" Target="../embeddings/oleObject289.bin"/><Relationship Id="rId10" Type="http://schemas.openxmlformats.org/officeDocument/2006/relationships/image" Target="../media/image288.wmf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29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oleObject" Target="../embeddings/oleObject297.bin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3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9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302.wmf"/><Relationship Id="rId3" Type="http://schemas.openxmlformats.org/officeDocument/2006/relationships/oleObject" Target="../embeddings/oleObject298.bin"/><Relationship Id="rId21" Type="http://schemas.openxmlformats.org/officeDocument/2006/relationships/oleObject" Target="../embeddings/oleObject307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99.w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1.wmf"/><Relationship Id="rId20" Type="http://schemas.openxmlformats.org/officeDocument/2006/relationships/image" Target="../media/image30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96.wmf"/><Relationship Id="rId11" Type="http://schemas.openxmlformats.org/officeDocument/2006/relationships/oleObject" Target="../embeddings/oleObject302.bin"/><Relationship Id="rId24" Type="http://schemas.openxmlformats.org/officeDocument/2006/relationships/image" Target="../media/image305.wmf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23" Type="http://schemas.openxmlformats.org/officeDocument/2006/relationships/oleObject" Target="../embeddings/oleObject308.bin"/><Relationship Id="rId10" Type="http://schemas.openxmlformats.org/officeDocument/2006/relationships/image" Target="../media/image298.w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300.wmf"/><Relationship Id="rId22" Type="http://schemas.openxmlformats.org/officeDocument/2006/relationships/image" Target="../media/image30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oleObject" Target="../embeddings/oleObject314.bin"/><Relationship Id="rId18" Type="http://schemas.openxmlformats.org/officeDocument/2006/relationships/image" Target="../media/image313.wmf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310.wmf"/><Relationship Id="rId17" Type="http://schemas.openxmlformats.org/officeDocument/2006/relationships/oleObject" Target="../embeddings/oleObject3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2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13.bin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15.bin"/><Relationship Id="rId10" Type="http://schemas.openxmlformats.org/officeDocument/2006/relationships/image" Target="../media/image309.wmf"/><Relationship Id="rId4" Type="http://schemas.openxmlformats.org/officeDocument/2006/relationships/image" Target="../media/image306.emf"/><Relationship Id="rId9" Type="http://schemas.openxmlformats.org/officeDocument/2006/relationships/oleObject" Target="../embeddings/oleObject312.bin"/><Relationship Id="rId14" Type="http://schemas.openxmlformats.org/officeDocument/2006/relationships/image" Target="../media/image3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22.bin"/><Relationship Id="rId3" Type="http://schemas.openxmlformats.org/officeDocument/2006/relationships/oleObject" Target="../embeddings/oleObject317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3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0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15.wmf"/><Relationship Id="rId11" Type="http://schemas.openxmlformats.org/officeDocument/2006/relationships/oleObject" Target="../embeddings/oleObject321.bin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10" Type="http://schemas.openxmlformats.org/officeDocument/2006/relationships/image" Target="../media/image317.wmf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31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wmf"/><Relationship Id="rId13" Type="http://schemas.openxmlformats.org/officeDocument/2006/relationships/oleObject" Target="../embeddings/oleObject329.bin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3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22.wmf"/><Relationship Id="rId11" Type="http://schemas.openxmlformats.org/officeDocument/2006/relationships/oleObject" Target="../embeddings/oleObject328.bin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10" Type="http://schemas.openxmlformats.org/officeDocument/2006/relationships/image" Target="../media/image324.wmf"/><Relationship Id="rId4" Type="http://schemas.openxmlformats.org/officeDocument/2006/relationships/image" Target="../media/image321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26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13" Type="http://schemas.openxmlformats.org/officeDocument/2006/relationships/oleObject" Target="../embeddings/oleObject336.bin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4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29.w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5" Type="http://schemas.openxmlformats.org/officeDocument/2006/relationships/oleObject" Target="../embeddings/oleObject337.bin"/><Relationship Id="rId10" Type="http://schemas.openxmlformats.org/officeDocument/2006/relationships/image" Target="../media/image331.wmf"/><Relationship Id="rId4" Type="http://schemas.openxmlformats.org/officeDocument/2006/relationships/image" Target="../media/image328.emf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3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13" Type="http://schemas.openxmlformats.org/officeDocument/2006/relationships/oleObject" Target="../embeddings/oleObject343.bin"/><Relationship Id="rId3" Type="http://schemas.openxmlformats.org/officeDocument/2006/relationships/oleObject" Target="../embeddings/oleObject338.bin"/><Relationship Id="rId7" Type="http://schemas.openxmlformats.org/officeDocument/2006/relationships/oleObject" Target="../embeddings/oleObject340.bin"/><Relationship Id="rId12" Type="http://schemas.openxmlformats.org/officeDocument/2006/relationships/image" Target="../media/image3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36.wmf"/><Relationship Id="rId11" Type="http://schemas.openxmlformats.org/officeDocument/2006/relationships/oleObject" Target="../embeddings/oleObject342.bin"/><Relationship Id="rId5" Type="http://schemas.openxmlformats.org/officeDocument/2006/relationships/oleObject" Target="../embeddings/oleObject339.bin"/><Relationship Id="rId10" Type="http://schemas.openxmlformats.org/officeDocument/2006/relationships/image" Target="../media/image338.wmf"/><Relationship Id="rId4" Type="http://schemas.openxmlformats.org/officeDocument/2006/relationships/image" Target="../media/image335.wmf"/><Relationship Id="rId9" Type="http://schemas.openxmlformats.org/officeDocument/2006/relationships/oleObject" Target="../embeddings/oleObject341.bin"/><Relationship Id="rId14" Type="http://schemas.openxmlformats.org/officeDocument/2006/relationships/image" Target="../media/image34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3" Type="http://schemas.openxmlformats.org/officeDocument/2006/relationships/oleObject" Target="../embeddings/oleObject344.bin"/><Relationship Id="rId7" Type="http://schemas.openxmlformats.org/officeDocument/2006/relationships/oleObject" Target="../embeddings/oleObject34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42.wmf"/><Relationship Id="rId5" Type="http://schemas.openxmlformats.org/officeDocument/2006/relationships/oleObject" Target="../embeddings/oleObject345.bin"/><Relationship Id="rId10" Type="http://schemas.openxmlformats.org/officeDocument/2006/relationships/image" Target="../media/image344.wmf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34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13" Type="http://schemas.openxmlformats.org/officeDocument/2006/relationships/oleObject" Target="../embeddings/oleObject353.bin"/><Relationship Id="rId18" Type="http://schemas.openxmlformats.org/officeDocument/2006/relationships/image" Target="../media/image351.wmf"/><Relationship Id="rId3" Type="http://schemas.openxmlformats.org/officeDocument/2006/relationships/oleObject" Target="../embeddings/oleObject348.bin"/><Relationship Id="rId21" Type="http://schemas.openxmlformats.org/officeDocument/2006/relationships/image" Target="../media/image352.wmf"/><Relationship Id="rId7" Type="http://schemas.openxmlformats.org/officeDocument/2006/relationships/oleObject" Target="../embeddings/oleObject350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5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5.bin"/><Relationship Id="rId20" Type="http://schemas.openxmlformats.org/officeDocument/2006/relationships/oleObject" Target="../embeddings/oleObject358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352.bin"/><Relationship Id="rId5" Type="http://schemas.openxmlformats.org/officeDocument/2006/relationships/oleObject" Target="../embeddings/oleObject349.bin"/><Relationship Id="rId15" Type="http://schemas.openxmlformats.org/officeDocument/2006/relationships/image" Target="../media/image350.wmf"/><Relationship Id="rId23" Type="http://schemas.openxmlformats.org/officeDocument/2006/relationships/image" Target="../media/image353.wmf"/><Relationship Id="rId10" Type="http://schemas.openxmlformats.org/officeDocument/2006/relationships/image" Target="../media/image348.wmf"/><Relationship Id="rId19" Type="http://schemas.openxmlformats.org/officeDocument/2006/relationships/oleObject" Target="../embeddings/oleObject357.bin"/><Relationship Id="rId4" Type="http://schemas.openxmlformats.org/officeDocument/2006/relationships/image" Target="../media/image345.wmf"/><Relationship Id="rId9" Type="http://schemas.openxmlformats.org/officeDocument/2006/relationships/oleObject" Target="../embeddings/oleObject351.bin"/><Relationship Id="rId14" Type="http://schemas.openxmlformats.org/officeDocument/2006/relationships/oleObject" Target="../embeddings/oleObject354.bin"/><Relationship Id="rId22" Type="http://schemas.openxmlformats.org/officeDocument/2006/relationships/oleObject" Target="../embeddings/oleObject35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61.wmf"/><Relationship Id="rId26" Type="http://schemas.openxmlformats.org/officeDocument/2006/relationships/image" Target="../media/image365.emf"/><Relationship Id="rId3" Type="http://schemas.openxmlformats.org/officeDocument/2006/relationships/oleObject" Target="../embeddings/oleObject360.bin"/><Relationship Id="rId21" Type="http://schemas.openxmlformats.org/officeDocument/2006/relationships/oleObject" Target="../embeddings/oleObject369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58.wmf"/><Relationship Id="rId17" Type="http://schemas.openxmlformats.org/officeDocument/2006/relationships/oleObject" Target="../embeddings/oleObject367.bin"/><Relationship Id="rId25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0.wmf"/><Relationship Id="rId20" Type="http://schemas.openxmlformats.org/officeDocument/2006/relationships/image" Target="../media/image362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55.wmf"/><Relationship Id="rId11" Type="http://schemas.openxmlformats.org/officeDocument/2006/relationships/oleObject" Target="../embeddings/oleObject364.bin"/><Relationship Id="rId24" Type="http://schemas.openxmlformats.org/officeDocument/2006/relationships/image" Target="../media/image364.emf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23" Type="http://schemas.openxmlformats.org/officeDocument/2006/relationships/oleObject" Target="../embeddings/oleObject370.bin"/><Relationship Id="rId10" Type="http://schemas.openxmlformats.org/officeDocument/2006/relationships/image" Target="../media/image357.w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54.w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59.wmf"/><Relationship Id="rId22" Type="http://schemas.openxmlformats.org/officeDocument/2006/relationships/image" Target="../media/image36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wmf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67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0" Type="http://schemas.openxmlformats.org/officeDocument/2006/relationships/image" Target="../media/image369.wmf"/><Relationship Id="rId4" Type="http://schemas.openxmlformats.org/officeDocument/2006/relationships/image" Target="../media/image366.wmf"/><Relationship Id="rId9" Type="http://schemas.openxmlformats.org/officeDocument/2006/relationships/oleObject" Target="../embeddings/oleObject37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72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0" Type="http://schemas.openxmlformats.org/officeDocument/2006/relationships/image" Target="../media/image374.wmf"/><Relationship Id="rId4" Type="http://schemas.openxmlformats.org/officeDocument/2006/relationships/image" Target="../media/image371.wmf"/><Relationship Id="rId9" Type="http://schemas.openxmlformats.org/officeDocument/2006/relationships/oleObject" Target="../embeddings/oleObject38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83.wmf"/><Relationship Id="rId26" Type="http://schemas.openxmlformats.org/officeDocument/2006/relationships/image" Target="../media/image387.wmf"/><Relationship Id="rId3" Type="http://schemas.openxmlformats.org/officeDocument/2006/relationships/oleObject" Target="../embeddings/oleObject382.bin"/><Relationship Id="rId21" Type="http://schemas.openxmlformats.org/officeDocument/2006/relationships/oleObject" Target="../embeddings/oleObject391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80.emf"/><Relationship Id="rId17" Type="http://schemas.openxmlformats.org/officeDocument/2006/relationships/oleObject" Target="../embeddings/oleObject389.bin"/><Relationship Id="rId25" Type="http://schemas.openxmlformats.org/officeDocument/2006/relationships/oleObject" Target="../embeddings/oleObject3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2.emf"/><Relationship Id="rId20" Type="http://schemas.openxmlformats.org/officeDocument/2006/relationships/image" Target="../media/image384.emf"/><Relationship Id="rId29" Type="http://schemas.openxmlformats.org/officeDocument/2006/relationships/oleObject" Target="../embeddings/oleObject395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386.bin"/><Relationship Id="rId24" Type="http://schemas.openxmlformats.org/officeDocument/2006/relationships/image" Target="../media/image386.wmf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23" Type="http://schemas.openxmlformats.org/officeDocument/2006/relationships/oleObject" Target="../embeddings/oleObject392.bin"/><Relationship Id="rId28" Type="http://schemas.openxmlformats.org/officeDocument/2006/relationships/image" Target="../media/image388.wmf"/><Relationship Id="rId10" Type="http://schemas.openxmlformats.org/officeDocument/2006/relationships/image" Target="../media/image379.wmf"/><Relationship Id="rId19" Type="http://schemas.openxmlformats.org/officeDocument/2006/relationships/oleObject" Target="../embeddings/oleObject390.bin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81.emf"/><Relationship Id="rId22" Type="http://schemas.openxmlformats.org/officeDocument/2006/relationships/image" Target="../media/image385.wmf"/><Relationship Id="rId27" Type="http://schemas.openxmlformats.org/officeDocument/2006/relationships/oleObject" Target="../embeddings/oleObject394.bin"/><Relationship Id="rId30" Type="http://schemas.openxmlformats.org/officeDocument/2006/relationships/image" Target="../media/image38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wmf"/><Relationship Id="rId13" Type="http://schemas.openxmlformats.org/officeDocument/2006/relationships/oleObject" Target="../embeddings/oleObject401.bin"/><Relationship Id="rId18" Type="http://schemas.openxmlformats.org/officeDocument/2006/relationships/image" Target="../media/image397.wmf"/><Relationship Id="rId26" Type="http://schemas.openxmlformats.org/officeDocument/2006/relationships/image" Target="../media/image401.wmf"/><Relationship Id="rId3" Type="http://schemas.openxmlformats.org/officeDocument/2006/relationships/oleObject" Target="../embeddings/oleObject396.bin"/><Relationship Id="rId21" Type="http://schemas.openxmlformats.org/officeDocument/2006/relationships/oleObject" Target="../embeddings/oleObject405.bin"/><Relationship Id="rId7" Type="http://schemas.openxmlformats.org/officeDocument/2006/relationships/oleObject" Target="../embeddings/oleObject398.bin"/><Relationship Id="rId12" Type="http://schemas.openxmlformats.org/officeDocument/2006/relationships/image" Target="../media/image394.emf"/><Relationship Id="rId17" Type="http://schemas.openxmlformats.org/officeDocument/2006/relationships/oleObject" Target="../embeddings/oleObject403.bin"/><Relationship Id="rId25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6.emf"/><Relationship Id="rId20" Type="http://schemas.openxmlformats.org/officeDocument/2006/relationships/image" Target="../media/image398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91.wmf"/><Relationship Id="rId11" Type="http://schemas.openxmlformats.org/officeDocument/2006/relationships/oleObject" Target="../embeddings/oleObject400.bin"/><Relationship Id="rId24" Type="http://schemas.openxmlformats.org/officeDocument/2006/relationships/image" Target="../media/image400.wmf"/><Relationship Id="rId5" Type="http://schemas.openxmlformats.org/officeDocument/2006/relationships/oleObject" Target="../embeddings/oleObject397.bin"/><Relationship Id="rId15" Type="http://schemas.openxmlformats.org/officeDocument/2006/relationships/oleObject" Target="../embeddings/oleObject402.bin"/><Relationship Id="rId23" Type="http://schemas.openxmlformats.org/officeDocument/2006/relationships/oleObject" Target="../embeddings/oleObject406.bin"/><Relationship Id="rId10" Type="http://schemas.openxmlformats.org/officeDocument/2006/relationships/image" Target="../media/image393.wmf"/><Relationship Id="rId19" Type="http://schemas.openxmlformats.org/officeDocument/2006/relationships/oleObject" Target="../embeddings/oleObject404.bin"/><Relationship Id="rId4" Type="http://schemas.openxmlformats.org/officeDocument/2006/relationships/image" Target="../media/image390.wmf"/><Relationship Id="rId9" Type="http://schemas.openxmlformats.org/officeDocument/2006/relationships/oleObject" Target="../embeddings/oleObject399.bin"/><Relationship Id="rId14" Type="http://schemas.openxmlformats.org/officeDocument/2006/relationships/image" Target="../media/image395.emf"/><Relationship Id="rId22" Type="http://schemas.openxmlformats.org/officeDocument/2006/relationships/image" Target="../media/image399.emf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3.bin"/><Relationship Id="rId18" Type="http://schemas.openxmlformats.org/officeDocument/2006/relationships/image" Target="../media/image409.wmf"/><Relationship Id="rId26" Type="http://schemas.openxmlformats.org/officeDocument/2006/relationships/image" Target="../media/image413.wmf"/><Relationship Id="rId39" Type="http://schemas.openxmlformats.org/officeDocument/2006/relationships/oleObject" Target="../embeddings/oleObject426.bin"/><Relationship Id="rId21" Type="http://schemas.openxmlformats.org/officeDocument/2006/relationships/oleObject" Target="../embeddings/oleObject417.bin"/><Relationship Id="rId34" Type="http://schemas.openxmlformats.org/officeDocument/2006/relationships/image" Target="../media/image417.wmf"/><Relationship Id="rId7" Type="http://schemas.openxmlformats.org/officeDocument/2006/relationships/oleObject" Target="../embeddings/oleObject410.bin"/><Relationship Id="rId12" Type="http://schemas.openxmlformats.org/officeDocument/2006/relationships/image" Target="../media/image406.wmf"/><Relationship Id="rId17" Type="http://schemas.openxmlformats.org/officeDocument/2006/relationships/oleObject" Target="../embeddings/oleObject415.bin"/><Relationship Id="rId25" Type="http://schemas.openxmlformats.org/officeDocument/2006/relationships/oleObject" Target="../embeddings/oleObject419.bin"/><Relationship Id="rId33" Type="http://schemas.openxmlformats.org/officeDocument/2006/relationships/oleObject" Target="../embeddings/oleObject423.bin"/><Relationship Id="rId38" Type="http://schemas.openxmlformats.org/officeDocument/2006/relationships/image" Target="../media/image419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08.wmf"/><Relationship Id="rId20" Type="http://schemas.openxmlformats.org/officeDocument/2006/relationships/image" Target="../media/image410.wmf"/><Relationship Id="rId29" Type="http://schemas.openxmlformats.org/officeDocument/2006/relationships/oleObject" Target="../embeddings/oleObject421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03.wmf"/><Relationship Id="rId11" Type="http://schemas.openxmlformats.org/officeDocument/2006/relationships/oleObject" Target="../embeddings/oleObject412.bin"/><Relationship Id="rId24" Type="http://schemas.openxmlformats.org/officeDocument/2006/relationships/image" Target="../media/image412.wmf"/><Relationship Id="rId32" Type="http://schemas.openxmlformats.org/officeDocument/2006/relationships/image" Target="../media/image416.wmf"/><Relationship Id="rId37" Type="http://schemas.openxmlformats.org/officeDocument/2006/relationships/oleObject" Target="../embeddings/oleObject425.bin"/><Relationship Id="rId40" Type="http://schemas.openxmlformats.org/officeDocument/2006/relationships/image" Target="../media/image420.wmf"/><Relationship Id="rId5" Type="http://schemas.openxmlformats.org/officeDocument/2006/relationships/oleObject" Target="../embeddings/oleObject409.bin"/><Relationship Id="rId15" Type="http://schemas.openxmlformats.org/officeDocument/2006/relationships/oleObject" Target="../embeddings/oleObject414.bin"/><Relationship Id="rId23" Type="http://schemas.openxmlformats.org/officeDocument/2006/relationships/oleObject" Target="../embeddings/oleObject418.bin"/><Relationship Id="rId28" Type="http://schemas.openxmlformats.org/officeDocument/2006/relationships/image" Target="../media/image414.wmf"/><Relationship Id="rId36" Type="http://schemas.openxmlformats.org/officeDocument/2006/relationships/image" Target="../media/image418.wmf"/><Relationship Id="rId10" Type="http://schemas.openxmlformats.org/officeDocument/2006/relationships/image" Target="../media/image405.wmf"/><Relationship Id="rId19" Type="http://schemas.openxmlformats.org/officeDocument/2006/relationships/oleObject" Target="../embeddings/oleObject416.bin"/><Relationship Id="rId31" Type="http://schemas.openxmlformats.org/officeDocument/2006/relationships/oleObject" Target="../embeddings/oleObject422.bin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411.bin"/><Relationship Id="rId14" Type="http://schemas.openxmlformats.org/officeDocument/2006/relationships/image" Target="../media/image407.wmf"/><Relationship Id="rId22" Type="http://schemas.openxmlformats.org/officeDocument/2006/relationships/image" Target="../media/image411.wmf"/><Relationship Id="rId27" Type="http://schemas.openxmlformats.org/officeDocument/2006/relationships/oleObject" Target="../embeddings/oleObject420.bin"/><Relationship Id="rId30" Type="http://schemas.openxmlformats.org/officeDocument/2006/relationships/image" Target="../media/image415.wmf"/><Relationship Id="rId35" Type="http://schemas.openxmlformats.org/officeDocument/2006/relationships/oleObject" Target="../embeddings/oleObject424.bin"/><Relationship Id="rId8" Type="http://schemas.openxmlformats.org/officeDocument/2006/relationships/image" Target="../media/image404.wmf"/><Relationship Id="rId3" Type="http://schemas.openxmlformats.org/officeDocument/2006/relationships/oleObject" Target="../embeddings/oleObject40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13" Type="http://schemas.openxmlformats.org/officeDocument/2006/relationships/oleObject" Target="../embeddings/oleObject432.bin"/><Relationship Id="rId18" Type="http://schemas.openxmlformats.org/officeDocument/2006/relationships/image" Target="../media/image428.wmf"/><Relationship Id="rId3" Type="http://schemas.openxmlformats.org/officeDocument/2006/relationships/oleObject" Target="../embeddings/oleObject427.bin"/><Relationship Id="rId7" Type="http://schemas.openxmlformats.org/officeDocument/2006/relationships/oleObject" Target="../embeddings/oleObject429.bin"/><Relationship Id="rId12" Type="http://schemas.openxmlformats.org/officeDocument/2006/relationships/image" Target="../media/image425.wmf"/><Relationship Id="rId17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7.wmf"/><Relationship Id="rId20" Type="http://schemas.openxmlformats.org/officeDocument/2006/relationships/image" Target="../media/image429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22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28.bin"/><Relationship Id="rId15" Type="http://schemas.openxmlformats.org/officeDocument/2006/relationships/oleObject" Target="../embeddings/oleObject433.bin"/><Relationship Id="rId10" Type="http://schemas.openxmlformats.org/officeDocument/2006/relationships/image" Target="../media/image424.wmf"/><Relationship Id="rId19" Type="http://schemas.openxmlformats.org/officeDocument/2006/relationships/oleObject" Target="../embeddings/oleObject435.bin"/><Relationship Id="rId4" Type="http://schemas.openxmlformats.org/officeDocument/2006/relationships/image" Target="../media/image421.wmf"/><Relationship Id="rId9" Type="http://schemas.openxmlformats.org/officeDocument/2006/relationships/oleObject" Target="../embeddings/oleObject430.bin"/><Relationship Id="rId14" Type="http://schemas.openxmlformats.org/officeDocument/2006/relationships/image" Target="../media/image42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wmf"/><Relationship Id="rId13" Type="http://schemas.openxmlformats.org/officeDocument/2006/relationships/oleObject" Target="../embeddings/oleObject441.bin"/><Relationship Id="rId18" Type="http://schemas.openxmlformats.org/officeDocument/2006/relationships/image" Target="../media/image437.wmf"/><Relationship Id="rId3" Type="http://schemas.openxmlformats.org/officeDocument/2006/relationships/oleObject" Target="../embeddings/oleObject436.bin"/><Relationship Id="rId21" Type="http://schemas.openxmlformats.org/officeDocument/2006/relationships/oleObject" Target="../embeddings/oleObject445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434.wmf"/><Relationship Id="rId17" Type="http://schemas.openxmlformats.org/officeDocument/2006/relationships/oleObject" Target="../embeddings/oleObject4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6.wmf"/><Relationship Id="rId20" Type="http://schemas.openxmlformats.org/officeDocument/2006/relationships/image" Target="../media/image438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431.wmf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7.bin"/><Relationship Id="rId15" Type="http://schemas.openxmlformats.org/officeDocument/2006/relationships/oleObject" Target="../embeddings/oleObject442.bin"/><Relationship Id="rId10" Type="http://schemas.openxmlformats.org/officeDocument/2006/relationships/image" Target="../media/image433.wmf"/><Relationship Id="rId19" Type="http://schemas.openxmlformats.org/officeDocument/2006/relationships/oleObject" Target="../embeddings/oleObject444.bin"/><Relationship Id="rId4" Type="http://schemas.openxmlformats.org/officeDocument/2006/relationships/image" Target="../media/image430.wmf"/><Relationship Id="rId9" Type="http://schemas.openxmlformats.org/officeDocument/2006/relationships/oleObject" Target="../embeddings/oleObject439.bin"/><Relationship Id="rId14" Type="http://schemas.openxmlformats.org/officeDocument/2006/relationships/image" Target="../media/image435.wmf"/><Relationship Id="rId22" Type="http://schemas.openxmlformats.org/officeDocument/2006/relationships/image" Target="../media/image439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wmf"/><Relationship Id="rId13" Type="http://schemas.openxmlformats.org/officeDocument/2006/relationships/oleObject" Target="../embeddings/oleObject451.bin"/><Relationship Id="rId18" Type="http://schemas.openxmlformats.org/officeDocument/2006/relationships/image" Target="../media/image447.wmf"/><Relationship Id="rId3" Type="http://schemas.openxmlformats.org/officeDocument/2006/relationships/oleObject" Target="../embeddings/oleObject446.bin"/><Relationship Id="rId7" Type="http://schemas.openxmlformats.org/officeDocument/2006/relationships/oleObject" Target="../embeddings/oleObject448.bin"/><Relationship Id="rId12" Type="http://schemas.openxmlformats.org/officeDocument/2006/relationships/image" Target="../media/image444.wmf"/><Relationship Id="rId17" Type="http://schemas.openxmlformats.org/officeDocument/2006/relationships/oleObject" Target="../embeddings/oleObject45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6.wmf"/><Relationship Id="rId20" Type="http://schemas.openxmlformats.org/officeDocument/2006/relationships/image" Target="../media/image448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41.wmf"/><Relationship Id="rId11" Type="http://schemas.openxmlformats.org/officeDocument/2006/relationships/oleObject" Target="../embeddings/oleObject450.bin"/><Relationship Id="rId5" Type="http://schemas.openxmlformats.org/officeDocument/2006/relationships/oleObject" Target="../embeddings/oleObject447.bin"/><Relationship Id="rId15" Type="http://schemas.openxmlformats.org/officeDocument/2006/relationships/oleObject" Target="../embeddings/oleObject452.bin"/><Relationship Id="rId10" Type="http://schemas.openxmlformats.org/officeDocument/2006/relationships/image" Target="../media/image443.wmf"/><Relationship Id="rId19" Type="http://schemas.openxmlformats.org/officeDocument/2006/relationships/oleObject" Target="../embeddings/oleObject454.bin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449.bin"/><Relationship Id="rId14" Type="http://schemas.openxmlformats.org/officeDocument/2006/relationships/image" Target="../media/image445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wmf"/><Relationship Id="rId13" Type="http://schemas.openxmlformats.org/officeDocument/2006/relationships/oleObject" Target="../embeddings/oleObject460.bin"/><Relationship Id="rId3" Type="http://schemas.openxmlformats.org/officeDocument/2006/relationships/oleObject" Target="../embeddings/oleObject455.bin"/><Relationship Id="rId7" Type="http://schemas.openxmlformats.org/officeDocument/2006/relationships/oleObject" Target="../embeddings/oleObject457.bin"/><Relationship Id="rId12" Type="http://schemas.openxmlformats.org/officeDocument/2006/relationships/image" Target="../media/image45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5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50.wmf"/><Relationship Id="rId11" Type="http://schemas.openxmlformats.org/officeDocument/2006/relationships/oleObject" Target="../embeddings/oleObject459.bin"/><Relationship Id="rId5" Type="http://schemas.openxmlformats.org/officeDocument/2006/relationships/oleObject" Target="../embeddings/oleObject456.bin"/><Relationship Id="rId15" Type="http://schemas.openxmlformats.org/officeDocument/2006/relationships/oleObject" Target="../embeddings/oleObject461.bin"/><Relationship Id="rId10" Type="http://schemas.openxmlformats.org/officeDocument/2006/relationships/image" Target="../media/image452.wmf"/><Relationship Id="rId4" Type="http://schemas.openxmlformats.org/officeDocument/2006/relationships/image" Target="../media/image449.wmf"/><Relationship Id="rId9" Type="http://schemas.openxmlformats.org/officeDocument/2006/relationships/oleObject" Target="../embeddings/oleObject458.bin"/><Relationship Id="rId14" Type="http://schemas.openxmlformats.org/officeDocument/2006/relationships/image" Target="../media/image45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wmf"/><Relationship Id="rId3" Type="http://schemas.openxmlformats.org/officeDocument/2006/relationships/oleObject" Target="../embeddings/oleObject462.bin"/><Relationship Id="rId7" Type="http://schemas.openxmlformats.org/officeDocument/2006/relationships/oleObject" Target="../embeddings/oleObject4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57.wmf"/><Relationship Id="rId5" Type="http://schemas.openxmlformats.org/officeDocument/2006/relationships/oleObject" Target="../embeddings/oleObject463.bin"/><Relationship Id="rId10" Type="http://schemas.openxmlformats.org/officeDocument/2006/relationships/image" Target="../media/image459.wmf"/><Relationship Id="rId4" Type="http://schemas.openxmlformats.org/officeDocument/2006/relationships/image" Target="../media/image456.wmf"/><Relationship Id="rId9" Type="http://schemas.openxmlformats.org/officeDocument/2006/relationships/oleObject" Target="../embeddings/oleObject46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.wmf"/><Relationship Id="rId3" Type="http://schemas.openxmlformats.org/officeDocument/2006/relationships/oleObject" Target="../embeddings/oleObject466.bin"/><Relationship Id="rId7" Type="http://schemas.openxmlformats.org/officeDocument/2006/relationships/oleObject" Target="../embeddings/oleObject468.bin"/><Relationship Id="rId12" Type="http://schemas.openxmlformats.org/officeDocument/2006/relationships/image" Target="../media/image4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61.wmf"/><Relationship Id="rId11" Type="http://schemas.openxmlformats.org/officeDocument/2006/relationships/oleObject" Target="../embeddings/oleObject470.bin"/><Relationship Id="rId5" Type="http://schemas.openxmlformats.org/officeDocument/2006/relationships/oleObject" Target="../embeddings/oleObject467.bin"/><Relationship Id="rId10" Type="http://schemas.openxmlformats.org/officeDocument/2006/relationships/image" Target="../media/image463.wmf"/><Relationship Id="rId4" Type="http://schemas.openxmlformats.org/officeDocument/2006/relationships/image" Target="../media/image460.wmf"/><Relationship Id="rId9" Type="http://schemas.openxmlformats.org/officeDocument/2006/relationships/oleObject" Target="../embeddings/oleObject46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wmf"/><Relationship Id="rId3" Type="http://schemas.openxmlformats.org/officeDocument/2006/relationships/oleObject" Target="../embeddings/oleObject471.bin"/><Relationship Id="rId7" Type="http://schemas.openxmlformats.org/officeDocument/2006/relationships/oleObject" Target="../embeddings/oleObject473.bin"/><Relationship Id="rId12" Type="http://schemas.openxmlformats.org/officeDocument/2006/relationships/image" Target="../media/image4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66.wmf"/><Relationship Id="rId11" Type="http://schemas.openxmlformats.org/officeDocument/2006/relationships/oleObject" Target="../embeddings/oleObject475.bin"/><Relationship Id="rId5" Type="http://schemas.openxmlformats.org/officeDocument/2006/relationships/oleObject" Target="../embeddings/oleObject472.bin"/><Relationship Id="rId10" Type="http://schemas.openxmlformats.org/officeDocument/2006/relationships/image" Target="../media/image468.wmf"/><Relationship Id="rId4" Type="http://schemas.openxmlformats.org/officeDocument/2006/relationships/image" Target="../media/image465.wmf"/><Relationship Id="rId9" Type="http://schemas.openxmlformats.org/officeDocument/2006/relationships/oleObject" Target="../embeddings/oleObject47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3" Type="http://schemas.openxmlformats.org/officeDocument/2006/relationships/oleObject" Target="../embeddings/oleObject476.bin"/><Relationship Id="rId7" Type="http://schemas.openxmlformats.org/officeDocument/2006/relationships/oleObject" Target="../embeddings/oleObject4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71.wmf"/><Relationship Id="rId5" Type="http://schemas.openxmlformats.org/officeDocument/2006/relationships/oleObject" Target="../embeddings/oleObject477.bin"/><Relationship Id="rId10" Type="http://schemas.openxmlformats.org/officeDocument/2006/relationships/image" Target="../media/image473.wmf"/><Relationship Id="rId4" Type="http://schemas.openxmlformats.org/officeDocument/2006/relationships/image" Target="../media/image470.wmf"/><Relationship Id="rId9" Type="http://schemas.openxmlformats.org/officeDocument/2006/relationships/oleObject" Target="../embeddings/oleObject47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6.wmf"/><Relationship Id="rId3" Type="http://schemas.openxmlformats.org/officeDocument/2006/relationships/oleObject" Target="../embeddings/oleObject480.bin"/><Relationship Id="rId7" Type="http://schemas.openxmlformats.org/officeDocument/2006/relationships/oleObject" Target="../embeddings/oleObject4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75.wmf"/><Relationship Id="rId5" Type="http://schemas.openxmlformats.org/officeDocument/2006/relationships/oleObject" Target="../embeddings/oleObject481.bin"/><Relationship Id="rId10" Type="http://schemas.openxmlformats.org/officeDocument/2006/relationships/image" Target="../media/image477.wmf"/><Relationship Id="rId4" Type="http://schemas.openxmlformats.org/officeDocument/2006/relationships/image" Target="../media/image474.wmf"/><Relationship Id="rId9" Type="http://schemas.openxmlformats.org/officeDocument/2006/relationships/oleObject" Target="../embeddings/oleObject48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wmf"/><Relationship Id="rId13" Type="http://schemas.openxmlformats.org/officeDocument/2006/relationships/oleObject" Target="../embeddings/oleObject489.bin"/><Relationship Id="rId3" Type="http://schemas.openxmlformats.org/officeDocument/2006/relationships/oleObject" Target="../embeddings/oleObject484.bin"/><Relationship Id="rId7" Type="http://schemas.openxmlformats.org/officeDocument/2006/relationships/oleObject" Target="../embeddings/oleObject486.bin"/><Relationship Id="rId12" Type="http://schemas.openxmlformats.org/officeDocument/2006/relationships/image" Target="../media/image4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79.wmf"/><Relationship Id="rId11" Type="http://schemas.openxmlformats.org/officeDocument/2006/relationships/oleObject" Target="../embeddings/oleObject488.bin"/><Relationship Id="rId5" Type="http://schemas.openxmlformats.org/officeDocument/2006/relationships/oleObject" Target="../embeddings/oleObject485.bin"/><Relationship Id="rId10" Type="http://schemas.openxmlformats.org/officeDocument/2006/relationships/image" Target="../media/image481.wmf"/><Relationship Id="rId4" Type="http://schemas.openxmlformats.org/officeDocument/2006/relationships/image" Target="../media/image478.wmf"/><Relationship Id="rId9" Type="http://schemas.openxmlformats.org/officeDocument/2006/relationships/oleObject" Target="../embeddings/oleObject487.bin"/><Relationship Id="rId14" Type="http://schemas.openxmlformats.org/officeDocument/2006/relationships/image" Target="../media/image48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13" Type="http://schemas.openxmlformats.org/officeDocument/2006/relationships/oleObject" Target="../embeddings/oleObject495.bin"/><Relationship Id="rId3" Type="http://schemas.openxmlformats.org/officeDocument/2006/relationships/oleObject" Target="../embeddings/oleObject490.bin"/><Relationship Id="rId7" Type="http://schemas.openxmlformats.org/officeDocument/2006/relationships/oleObject" Target="../embeddings/oleObject492.bin"/><Relationship Id="rId12" Type="http://schemas.openxmlformats.org/officeDocument/2006/relationships/image" Target="../media/image48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85.wmf"/><Relationship Id="rId11" Type="http://schemas.openxmlformats.org/officeDocument/2006/relationships/oleObject" Target="../embeddings/oleObject494.bin"/><Relationship Id="rId5" Type="http://schemas.openxmlformats.org/officeDocument/2006/relationships/oleObject" Target="../embeddings/oleObject491.bin"/><Relationship Id="rId10" Type="http://schemas.openxmlformats.org/officeDocument/2006/relationships/image" Target="../media/image487.wmf"/><Relationship Id="rId4" Type="http://schemas.openxmlformats.org/officeDocument/2006/relationships/image" Target="../media/image484.wmf"/><Relationship Id="rId9" Type="http://schemas.openxmlformats.org/officeDocument/2006/relationships/oleObject" Target="../embeddings/oleObject493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wmf"/><Relationship Id="rId13" Type="http://schemas.openxmlformats.org/officeDocument/2006/relationships/oleObject" Target="../embeddings/oleObject501.bin"/><Relationship Id="rId18" Type="http://schemas.openxmlformats.org/officeDocument/2006/relationships/image" Target="../media/image496.wmf"/><Relationship Id="rId3" Type="http://schemas.openxmlformats.org/officeDocument/2006/relationships/oleObject" Target="../embeddings/oleObject496.bin"/><Relationship Id="rId7" Type="http://schemas.openxmlformats.org/officeDocument/2006/relationships/oleObject" Target="../embeddings/oleObject498.bin"/><Relationship Id="rId12" Type="http://schemas.openxmlformats.org/officeDocument/2006/relationships/image" Target="../media/image493.wmf"/><Relationship Id="rId17" Type="http://schemas.openxmlformats.org/officeDocument/2006/relationships/oleObject" Target="../embeddings/oleObject50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5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90.wmf"/><Relationship Id="rId11" Type="http://schemas.openxmlformats.org/officeDocument/2006/relationships/oleObject" Target="../embeddings/oleObject500.bin"/><Relationship Id="rId5" Type="http://schemas.openxmlformats.org/officeDocument/2006/relationships/oleObject" Target="../embeddings/oleObject497.bin"/><Relationship Id="rId15" Type="http://schemas.openxmlformats.org/officeDocument/2006/relationships/oleObject" Target="../embeddings/oleObject502.bin"/><Relationship Id="rId10" Type="http://schemas.openxmlformats.org/officeDocument/2006/relationships/image" Target="../media/image492.wmf"/><Relationship Id="rId4" Type="http://schemas.openxmlformats.org/officeDocument/2006/relationships/image" Target="../media/image489.wmf"/><Relationship Id="rId9" Type="http://schemas.openxmlformats.org/officeDocument/2006/relationships/oleObject" Target="../embeddings/oleObject499.bin"/><Relationship Id="rId14" Type="http://schemas.openxmlformats.org/officeDocument/2006/relationships/image" Target="../media/image494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wmf"/><Relationship Id="rId3" Type="http://schemas.openxmlformats.org/officeDocument/2006/relationships/oleObject" Target="../embeddings/oleObject504.bin"/><Relationship Id="rId7" Type="http://schemas.openxmlformats.org/officeDocument/2006/relationships/oleObject" Target="../embeddings/oleObject5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98.wmf"/><Relationship Id="rId5" Type="http://schemas.openxmlformats.org/officeDocument/2006/relationships/oleObject" Target="../embeddings/oleObject505.bin"/><Relationship Id="rId4" Type="http://schemas.openxmlformats.org/officeDocument/2006/relationships/image" Target="../media/image497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wmf"/><Relationship Id="rId13" Type="http://schemas.openxmlformats.org/officeDocument/2006/relationships/oleObject" Target="../embeddings/oleObject512.bin"/><Relationship Id="rId18" Type="http://schemas.openxmlformats.org/officeDocument/2006/relationships/image" Target="../media/image507.wmf"/><Relationship Id="rId3" Type="http://schemas.openxmlformats.org/officeDocument/2006/relationships/oleObject" Target="../embeddings/oleObject507.bin"/><Relationship Id="rId7" Type="http://schemas.openxmlformats.org/officeDocument/2006/relationships/oleObject" Target="../embeddings/oleObject509.bin"/><Relationship Id="rId12" Type="http://schemas.openxmlformats.org/officeDocument/2006/relationships/image" Target="../media/image504.wmf"/><Relationship Id="rId17" Type="http://schemas.openxmlformats.org/officeDocument/2006/relationships/oleObject" Target="../embeddings/oleObject5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6.wmf"/><Relationship Id="rId20" Type="http://schemas.openxmlformats.org/officeDocument/2006/relationships/image" Target="../media/image508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01.wmf"/><Relationship Id="rId11" Type="http://schemas.openxmlformats.org/officeDocument/2006/relationships/oleObject" Target="../embeddings/oleObject511.bin"/><Relationship Id="rId5" Type="http://schemas.openxmlformats.org/officeDocument/2006/relationships/oleObject" Target="../embeddings/oleObject508.bin"/><Relationship Id="rId15" Type="http://schemas.openxmlformats.org/officeDocument/2006/relationships/oleObject" Target="../embeddings/oleObject513.bin"/><Relationship Id="rId10" Type="http://schemas.openxmlformats.org/officeDocument/2006/relationships/image" Target="../media/image503.wmf"/><Relationship Id="rId19" Type="http://schemas.openxmlformats.org/officeDocument/2006/relationships/oleObject" Target="../embeddings/oleObject515.bin"/><Relationship Id="rId4" Type="http://schemas.openxmlformats.org/officeDocument/2006/relationships/image" Target="../media/image500.wmf"/><Relationship Id="rId9" Type="http://schemas.openxmlformats.org/officeDocument/2006/relationships/oleObject" Target="../embeddings/oleObject510.bin"/><Relationship Id="rId14" Type="http://schemas.openxmlformats.org/officeDocument/2006/relationships/image" Target="../media/image505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wmf"/><Relationship Id="rId3" Type="http://schemas.openxmlformats.org/officeDocument/2006/relationships/oleObject" Target="../embeddings/oleObject516.bin"/><Relationship Id="rId7" Type="http://schemas.openxmlformats.org/officeDocument/2006/relationships/oleObject" Target="../embeddings/oleObject518.bin"/><Relationship Id="rId12" Type="http://schemas.openxmlformats.org/officeDocument/2006/relationships/image" Target="../media/image5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10.wmf"/><Relationship Id="rId11" Type="http://schemas.openxmlformats.org/officeDocument/2006/relationships/oleObject" Target="../embeddings/oleObject520.bin"/><Relationship Id="rId5" Type="http://schemas.openxmlformats.org/officeDocument/2006/relationships/oleObject" Target="../embeddings/oleObject517.bin"/><Relationship Id="rId10" Type="http://schemas.openxmlformats.org/officeDocument/2006/relationships/image" Target="../media/image512.wmf"/><Relationship Id="rId4" Type="http://schemas.openxmlformats.org/officeDocument/2006/relationships/image" Target="../media/image509.wmf"/><Relationship Id="rId9" Type="http://schemas.openxmlformats.org/officeDocument/2006/relationships/oleObject" Target="../embeddings/oleObject519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515.wmf"/><Relationship Id="rId5" Type="http://schemas.openxmlformats.org/officeDocument/2006/relationships/oleObject" Target="../embeddings/oleObject522.bin"/><Relationship Id="rId4" Type="http://schemas.openxmlformats.org/officeDocument/2006/relationships/image" Target="../media/image514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wmf"/><Relationship Id="rId13" Type="http://schemas.openxmlformats.org/officeDocument/2006/relationships/oleObject" Target="../embeddings/oleObject528.bin"/><Relationship Id="rId18" Type="http://schemas.openxmlformats.org/officeDocument/2006/relationships/image" Target="../media/image523.wmf"/><Relationship Id="rId26" Type="http://schemas.openxmlformats.org/officeDocument/2006/relationships/image" Target="../media/image527.wmf"/><Relationship Id="rId3" Type="http://schemas.openxmlformats.org/officeDocument/2006/relationships/oleObject" Target="../embeddings/oleObject523.bin"/><Relationship Id="rId21" Type="http://schemas.openxmlformats.org/officeDocument/2006/relationships/oleObject" Target="../embeddings/oleObject532.bin"/><Relationship Id="rId7" Type="http://schemas.openxmlformats.org/officeDocument/2006/relationships/oleObject" Target="../embeddings/oleObject525.bin"/><Relationship Id="rId12" Type="http://schemas.openxmlformats.org/officeDocument/2006/relationships/image" Target="../media/image520.wmf"/><Relationship Id="rId17" Type="http://schemas.openxmlformats.org/officeDocument/2006/relationships/oleObject" Target="../embeddings/oleObject530.bin"/><Relationship Id="rId25" Type="http://schemas.openxmlformats.org/officeDocument/2006/relationships/oleObject" Target="../embeddings/oleObject53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2.wmf"/><Relationship Id="rId20" Type="http://schemas.openxmlformats.org/officeDocument/2006/relationships/image" Target="../media/image524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517.wmf"/><Relationship Id="rId11" Type="http://schemas.openxmlformats.org/officeDocument/2006/relationships/oleObject" Target="../embeddings/oleObject527.bin"/><Relationship Id="rId24" Type="http://schemas.openxmlformats.org/officeDocument/2006/relationships/image" Target="../media/image526.wmf"/><Relationship Id="rId5" Type="http://schemas.openxmlformats.org/officeDocument/2006/relationships/oleObject" Target="../embeddings/oleObject524.bin"/><Relationship Id="rId15" Type="http://schemas.openxmlformats.org/officeDocument/2006/relationships/oleObject" Target="../embeddings/oleObject529.bin"/><Relationship Id="rId23" Type="http://schemas.openxmlformats.org/officeDocument/2006/relationships/oleObject" Target="../embeddings/oleObject533.bin"/><Relationship Id="rId10" Type="http://schemas.openxmlformats.org/officeDocument/2006/relationships/image" Target="../media/image519.wmf"/><Relationship Id="rId19" Type="http://schemas.openxmlformats.org/officeDocument/2006/relationships/oleObject" Target="../embeddings/oleObject531.bin"/><Relationship Id="rId4" Type="http://schemas.openxmlformats.org/officeDocument/2006/relationships/image" Target="../media/image516.wmf"/><Relationship Id="rId9" Type="http://schemas.openxmlformats.org/officeDocument/2006/relationships/oleObject" Target="../embeddings/oleObject526.bin"/><Relationship Id="rId14" Type="http://schemas.openxmlformats.org/officeDocument/2006/relationships/image" Target="../media/image521.wmf"/><Relationship Id="rId22" Type="http://schemas.openxmlformats.org/officeDocument/2006/relationships/image" Target="../media/image5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Text Box 3"/>
          <p:cNvSpPr txBox="1">
            <a:spLocks noChangeArrowheads="1"/>
          </p:cNvSpPr>
          <p:nvPr/>
        </p:nvSpPr>
        <p:spPr bwMode="auto">
          <a:xfrm>
            <a:off x="755650" y="188913"/>
            <a:ext cx="3031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第五部分     无穷级数</a:t>
            </a:r>
          </a:p>
        </p:txBody>
      </p:sp>
      <p:sp>
        <p:nvSpPr>
          <p:cNvPr id="729092" name="Text Box 4"/>
          <p:cNvSpPr txBox="1">
            <a:spLocks noChangeArrowheads="1"/>
          </p:cNvSpPr>
          <p:nvPr/>
        </p:nvSpPr>
        <p:spPr bwMode="auto">
          <a:xfrm>
            <a:off x="381000" y="1314450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  1</a:t>
            </a:r>
            <a:r>
              <a:rPr lang="zh-CN" altLang="en-US" b="1">
                <a:solidFill>
                  <a:srgbClr val="FF0000"/>
                </a:solidFill>
              </a:rPr>
              <a:t>、数项级数收敛性判别</a:t>
            </a:r>
          </a:p>
        </p:txBody>
      </p:sp>
      <p:sp>
        <p:nvSpPr>
          <p:cNvPr id="729093" name="Text Box 5"/>
          <p:cNvSpPr txBox="1">
            <a:spLocks noChangeArrowheads="1"/>
          </p:cNvSpPr>
          <p:nvPr/>
        </p:nvSpPr>
        <p:spPr bwMode="auto">
          <a:xfrm>
            <a:off x="395288" y="1916113"/>
            <a:ext cx="525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）利用级数收敛的必要条件</a:t>
            </a:r>
          </a:p>
        </p:txBody>
      </p:sp>
      <p:sp>
        <p:nvSpPr>
          <p:cNvPr id="729094" name="Text Box 6"/>
          <p:cNvSpPr txBox="1">
            <a:spLocks noChangeArrowheads="1"/>
          </p:cNvSpPr>
          <p:nvPr/>
        </p:nvSpPr>
        <p:spPr bwMode="auto">
          <a:xfrm>
            <a:off x="2771775" y="2466975"/>
            <a:ext cx="61928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比值判别法，根值判别法，比较判别法</a:t>
            </a:r>
          </a:p>
        </p:txBody>
      </p:sp>
      <p:sp>
        <p:nvSpPr>
          <p:cNvPr id="729095" name="Text Box 7"/>
          <p:cNvSpPr txBox="1">
            <a:spLocks noChangeArrowheads="1"/>
          </p:cNvSpPr>
          <p:nvPr/>
        </p:nvSpPr>
        <p:spPr bwMode="auto">
          <a:xfrm>
            <a:off x="612775" y="4076700"/>
            <a:ext cx="4679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zh-CN" altLang="en-US" b="1">
                <a:solidFill>
                  <a:srgbClr val="FF0000"/>
                </a:solidFill>
              </a:rPr>
              <a:t>、几个常见的级数</a:t>
            </a:r>
          </a:p>
        </p:txBody>
      </p:sp>
      <p:sp>
        <p:nvSpPr>
          <p:cNvPr id="729096" name="Text Box 8"/>
          <p:cNvSpPr txBox="1">
            <a:spLocks noChangeArrowheads="1"/>
          </p:cNvSpPr>
          <p:nvPr/>
        </p:nvSpPr>
        <p:spPr bwMode="auto">
          <a:xfrm>
            <a:off x="395288" y="3068638"/>
            <a:ext cx="25699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  <a:r>
              <a:rPr lang="zh-CN" altLang="en-US" b="1">
                <a:solidFill>
                  <a:srgbClr val="FF0000"/>
                </a:solidFill>
              </a:rPr>
              <a:t>） 交错级数：</a:t>
            </a:r>
          </a:p>
        </p:txBody>
      </p:sp>
      <p:sp>
        <p:nvSpPr>
          <p:cNvPr id="729097" name="Text Box 9"/>
          <p:cNvSpPr txBox="1">
            <a:spLocks noChangeArrowheads="1"/>
          </p:cNvSpPr>
          <p:nvPr/>
        </p:nvSpPr>
        <p:spPr bwMode="auto">
          <a:xfrm>
            <a:off x="2843213" y="3068638"/>
            <a:ext cx="352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莱布尼茨定理</a:t>
            </a:r>
          </a:p>
        </p:txBody>
      </p:sp>
      <p:sp>
        <p:nvSpPr>
          <p:cNvPr id="729098" name="Text Box 10"/>
          <p:cNvSpPr txBox="1">
            <a:spLocks noChangeArrowheads="1"/>
          </p:cNvSpPr>
          <p:nvPr/>
        </p:nvSpPr>
        <p:spPr bwMode="auto">
          <a:xfrm>
            <a:off x="395288" y="3573463"/>
            <a:ext cx="28777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4</a:t>
            </a:r>
            <a:r>
              <a:rPr lang="zh-CN" altLang="en-US" b="1">
                <a:solidFill>
                  <a:srgbClr val="FF0000"/>
                </a:solidFill>
              </a:rPr>
              <a:t>） 任意项级数：</a:t>
            </a:r>
          </a:p>
        </p:txBody>
      </p:sp>
      <p:sp>
        <p:nvSpPr>
          <p:cNvPr id="729099" name="Text Box 11"/>
          <p:cNvSpPr txBox="1">
            <a:spLocks noChangeArrowheads="1"/>
          </p:cNvSpPr>
          <p:nvPr/>
        </p:nvSpPr>
        <p:spPr bwMode="auto">
          <a:xfrm>
            <a:off x="3059113" y="3546475"/>
            <a:ext cx="5834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绝对收敛和条件收敛</a:t>
            </a:r>
          </a:p>
        </p:txBody>
      </p:sp>
      <p:sp>
        <p:nvSpPr>
          <p:cNvPr id="729100" name="Text Box 12"/>
          <p:cNvSpPr txBox="1">
            <a:spLocks noChangeArrowheads="1"/>
          </p:cNvSpPr>
          <p:nvPr/>
        </p:nvSpPr>
        <p:spPr bwMode="auto">
          <a:xfrm>
            <a:off x="2144340" y="821882"/>
            <a:ext cx="2723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66FF"/>
                </a:solidFill>
              </a:rPr>
              <a:t>一、 基本内容小结</a:t>
            </a: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95288" y="2492375"/>
            <a:ext cx="2262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zh-CN" altLang="en-US" b="1">
                <a:solidFill>
                  <a:srgbClr val="FF0000"/>
                </a:solidFill>
              </a:rPr>
              <a:t>） 正项级数</a:t>
            </a:r>
          </a:p>
        </p:txBody>
      </p:sp>
      <p:sp>
        <p:nvSpPr>
          <p:cNvPr id="828429" name="Text Box 13"/>
          <p:cNvSpPr txBox="1">
            <a:spLocks noChangeArrowheads="1"/>
          </p:cNvSpPr>
          <p:nvPr/>
        </p:nvSpPr>
        <p:spPr bwMode="auto">
          <a:xfrm>
            <a:off x="4500563" y="1978025"/>
            <a:ext cx="34559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300" b="1">
                <a:solidFill>
                  <a:srgbClr val="FF0000"/>
                </a:solidFill>
                <a:ea typeface="隶书" pitchFamily="49" charset="-122"/>
              </a:rPr>
              <a:t>（判别发散）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66725" y="4770438"/>
            <a:ext cx="3744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>
                <a:solidFill>
                  <a:srgbClr val="FF0000"/>
                </a:solidFill>
              </a:rPr>
              <a:t>）几何级数：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68313" y="5446713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zh-CN" altLang="en-US" b="1">
                <a:solidFill>
                  <a:srgbClr val="FF0000"/>
                </a:solidFill>
              </a:rPr>
              <a:t>）调和级数：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33388" y="6210300"/>
            <a:ext cx="21419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  <a:r>
              <a:rPr lang="zh-CN" altLang="en-US" b="1">
                <a:solidFill>
                  <a:srgbClr val="FF0000"/>
                </a:solidFill>
              </a:rPr>
              <a:t>）</a:t>
            </a:r>
            <a:r>
              <a:rPr lang="en-US" altLang="zh-CN" b="1" i="1">
                <a:solidFill>
                  <a:srgbClr val="FF0000"/>
                </a:solidFill>
              </a:rPr>
              <a:t>P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rgbClr val="FF0000"/>
                </a:solidFill>
              </a:rPr>
              <a:t>级数：</a:t>
            </a:r>
          </a:p>
        </p:txBody>
      </p:sp>
      <p:graphicFrame>
        <p:nvGraphicFramePr>
          <p:cNvPr id="828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692345"/>
              </p:ext>
            </p:extLst>
          </p:nvPr>
        </p:nvGraphicFramePr>
        <p:xfrm>
          <a:off x="2760663" y="4619625"/>
          <a:ext cx="873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Equation" r:id="rId3" imgW="457200" imgH="431640" progId="Equation.DSMT4">
                  <p:embed/>
                </p:oleObj>
              </mc:Choice>
              <mc:Fallback>
                <p:oleObj name="Equation" r:id="rId3" imgW="45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4619625"/>
                        <a:ext cx="8731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628664"/>
              </p:ext>
            </p:extLst>
          </p:nvPr>
        </p:nvGraphicFramePr>
        <p:xfrm>
          <a:off x="2689225" y="5351463"/>
          <a:ext cx="6302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Equation" r:id="rId5" imgW="330120" imgH="431640" progId="Equation.DSMT4">
                  <p:embed/>
                </p:oleObj>
              </mc:Choice>
              <mc:Fallback>
                <p:oleObj name="Equation" r:id="rId5" imgW="330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5351463"/>
                        <a:ext cx="6302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832485"/>
              </p:ext>
            </p:extLst>
          </p:nvPr>
        </p:nvGraphicFramePr>
        <p:xfrm>
          <a:off x="2255838" y="6121400"/>
          <a:ext cx="7762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Equation" r:id="rId7" imgW="406080" imgH="431640" progId="Equation.DSMT4">
                  <p:embed/>
                </p:oleObj>
              </mc:Choice>
              <mc:Fallback>
                <p:oleObj name="Equation" r:id="rId7" imgW="406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6121400"/>
                        <a:ext cx="7762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295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2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72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7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7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7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72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7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2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82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82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2" grpId="0" autoUpdateAnimBg="0"/>
      <p:bldP spid="729093" grpId="0" autoUpdateAnimBg="0"/>
      <p:bldP spid="729094" grpId="0" autoUpdateAnimBg="0"/>
      <p:bldP spid="729095" grpId="0" autoUpdateAnimBg="0"/>
      <p:bldP spid="729096" grpId="0" autoUpdateAnimBg="0"/>
      <p:bldP spid="729097" grpId="0" autoUpdateAnimBg="0"/>
      <p:bldP spid="729098" grpId="0" autoUpdateAnimBg="0"/>
      <p:bldP spid="729099" grpId="0" autoUpdateAnimBg="0"/>
      <p:bldP spid="729100" grpId="0" autoUpdateAnimBg="0"/>
      <p:bldP spid="2" grpId="0" autoUpdateAnimBg="0"/>
      <p:bldP spid="828429" grpId="0" autoUpdateAnimBg="0"/>
      <p:bldP spid="3" grpId="0" autoUpdateAnimBg="0"/>
      <p:bldP spid="4" grpId="0" autoUpdateAnimBg="0"/>
      <p:bldP spid="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Text Box 2"/>
          <p:cNvSpPr txBox="1">
            <a:spLocks noChangeArrowheads="1"/>
          </p:cNvSpPr>
          <p:nvPr/>
        </p:nvSpPr>
        <p:spPr bwMode="auto">
          <a:xfrm>
            <a:off x="592138" y="125413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任意项级数</a:t>
            </a:r>
          </a:p>
        </p:txBody>
      </p:sp>
      <p:graphicFrame>
        <p:nvGraphicFramePr>
          <p:cNvPr id="730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623415"/>
              </p:ext>
            </p:extLst>
          </p:nvPr>
        </p:nvGraphicFramePr>
        <p:xfrm>
          <a:off x="2282825" y="42863"/>
          <a:ext cx="8302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3" imgW="596880" imgH="444240" progId="Equation.DSMT4">
                  <p:embed/>
                </p:oleObj>
              </mc:Choice>
              <mc:Fallback>
                <p:oleObj name="Equation" r:id="rId3" imgW="596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42863"/>
                        <a:ext cx="8302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16" name="Text Box 4"/>
          <p:cNvSpPr txBox="1">
            <a:spLocks noChangeArrowheads="1"/>
          </p:cNvSpPr>
          <p:nvPr/>
        </p:nvSpPr>
        <p:spPr bwMode="auto">
          <a:xfrm>
            <a:off x="2906713" y="115888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收敛性判断的一般步骤：</a:t>
            </a:r>
          </a:p>
        </p:txBody>
      </p:sp>
      <p:sp>
        <p:nvSpPr>
          <p:cNvPr id="730117" name="Text Box 5"/>
          <p:cNvSpPr txBox="1">
            <a:spLocks noChangeArrowheads="1"/>
          </p:cNvSpPr>
          <p:nvPr/>
        </p:nvSpPr>
        <p:spPr bwMode="auto">
          <a:xfrm>
            <a:off x="423863" y="942975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）检验</a:t>
            </a:r>
          </a:p>
        </p:txBody>
      </p:sp>
      <p:sp>
        <p:nvSpPr>
          <p:cNvPr id="730118" name="Text Box 6"/>
          <p:cNvSpPr txBox="1">
            <a:spLocks noChangeArrowheads="1"/>
          </p:cNvSpPr>
          <p:nvPr/>
        </p:nvSpPr>
        <p:spPr bwMode="auto">
          <a:xfrm>
            <a:off x="433388" y="3284538"/>
            <a:ext cx="40318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）用正项级数审敛法检验</a:t>
            </a:r>
          </a:p>
        </p:txBody>
      </p:sp>
      <p:graphicFrame>
        <p:nvGraphicFramePr>
          <p:cNvPr id="73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452327"/>
              </p:ext>
            </p:extLst>
          </p:nvPr>
        </p:nvGraphicFramePr>
        <p:xfrm>
          <a:off x="4302125" y="3190875"/>
          <a:ext cx="9715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5" imgW="660240" imgH="444240" progId="Equation.DSMT4">
                  <p:embed/>
                </p:oleObj>
              </mc:Choice>
              <mc:Fallback>
                <p:oleObj name="Equation" r:id="rId5" imgW="660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3190875"/>
                        <a:ext cx="9715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0" name="Text Box 8"/>
          <p:cNvSpPr txBox="1">
            <a:spLocks noChangeArrowheads="1"/>
          </p:cNvSpPr>
          <p:nvPr/>
        </p:nvSpPr>
        <p:spPr bwMode="auto">
          <a:xfrm>
            <a:off x="5168900" y="3284538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是否收敛？</a:t>
            </a:r>
          </a:p>
        </p:txBody>
      </p:sp>
      <p:sp>
        <p:nvSpPr>
          <p:cNvPr id="730121" name="Text Box 9"/>
          <p:cNvSpPr txBox="1">
            <a:spLocks noChangeArrowheads="1"/>
          </p:cNvSpPr>
          <p:nvPr/>
        </p:nvSpPr>
        <p:spPr bwMode="auto">
          <a:xfrm>
            <a:off x="900113" y="3814763"/>
            <a:ext cx="4493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则原级数绝对收敛，从而收敛，</a:t>
            </a:r>
          </a:p>
        </p:txBody>
      </p:sp>
      <p:sp>
        <p:nvSpPr>
          <p:cNvPr id="730122" name="Text Box 10"/>
          <p:cNvSpPr txBox="1">
            <a:spLocks noChangeArrowheads="1"/>
          </p:cNvSpPr>
          <p:nvPr/>
        </p:nvSpPr>
        <p:spPr bwMode="auto">
          <a:xfrm>
            <a:off x="430213" y="4471988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4</a:t>
            </a:r>
            <a:r>
              <a:rPr lang="zh-CN" altLang="en-US" b="1"/>
              <a:t>）若</a:t>
            </a:r>
          </a:p>
        </p:txBody>
      </p:sp>
      <p:graphicFrame>
        <p:nvGraphicFramePr>
          <p:cNvPr id="7301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238864"/>
              </p:ext>
            </p:extLst>
          </p:nvPr>
        </p:nvGraphicFramePr>
        <p:xfrm>
          <a:off x="1604963" y="4406900"/>
          <a:ext cx="11445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7" imgW="672840" imgH="444240" progId="Equation.DSMT4">
                  <p:embed/>
                </p:oleObj>
              </mc:Choice>
              <mc:Fallback>
                <p:oleObj name="Equation" r:id="rId7" imgW="672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4406900"/>
                        <a:ext cx="1144587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4" name="Text Box 12"/>
          <p:cNvSpPr txBox="1">
            <a:spLocks noChangeArrowheads="1"/>
          </p:cNvSpPr>
          <p:nvPr/>
        </p:nvSpPr>
        <p:spPr bwMode="auto">
          <a:xfrm>
            <a:off x="2609850" y="4438650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发散，</a:t>
            </a:r>
          </a:p>
        </p:txBody>
      </p:sp>
      <p:sp>
        <p:nvSpPr>
          <p:cNvPr id="730125" name="Text Box 13"/>
          <p:cNvSpPr txBox="1">
            <a:spLocks noChangeArrowheads="1"/>
          </p:cNvSpPr>
          <p:nvPr/>
        </p:nvSpPr>
        <p:spPr bwMode="auto">
          <a:xfrm>
            <a:off x="3348038" y="4437063"/>
            <a:ext cx="5795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但是用比值或根值法判断的，则原级数</a:t>
            </a:r>
          </a:p>
        </p:txBody>
      </p:sp>
      <p:sp>
        <p:nvSpPr>
          <p:cNvPr id="730126" name="Text Box 14"/>
          <p:cNvSpPr txBox="1">
            <a:spLocks noChangeArrowheads="1"/>
          </p:cNvSpPr>
          <p:nvPr/>
        </p:nvSpPr>
        <p:spPr bwMode="auto">
          <a:xfrm>
            <a:off x="73025" y="5059363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也发散。</a:t>
            </a:r>
          </a:p>
        </p:txBody>
      </p:sp>
      <p:graphicFrame>
        <p:nvGraphicFramePr>
          <p:cNvPr id="7301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977695"/>
              </p:ext>
            </p:extLst>
          </p:nvPr>
        </p:nvGraphicFramePr>
        <p:xfrm>
          <a:off x="1998663" y="1052513"/>
          <a:ext cx="10175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9" imgW="672840" imgH="279360" progId="Equation.DSMT4">
                  <p:embed/>
                </p:oleObj>
              </mc:Choice>
              <mc:Fallback>
                <p:oleObj name="Equation" r:id="rId9" imgW="672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1052513"/>
                        <a:ext cx="101758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8" name="Text Box 16"/>
          <p:cNvSpPr txBox="1">
            <a:spLocks noChangeArrowheads="1"/>
          </p:cNvSpPr>
          <p:nvPr/>
        </p:nvSpPr>
        <p:spPr bwMode="auto">
          <a:xfrm>
            <a:off x="2987675" y="942975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是否成立？</a:t>
            </a:r>
          </a:p>
        </p:txBody>
      </p:sp>
      <p:sp>
        <p:nvSpPr>
          <p:cNvPr id="730129" name="Text Box 17"/>
          <p:cNvSpPr txBox="1">
            <a:spLocks noChangeArrowheads="1"/>
          </p:cNvSpPr>
          <p:nvPr/>
        </p:nvSpPr>
        <p:spPr bwMode="auto">
          <a:xfrm>
            <a:off x="4572000" y="954088"/>
            <a:ext cx="3816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若否，则原级数发散。</a:t>
            </a:r>
          </a:p>
        </p:txBody>
      </p:sp>
      <p:sp>
        <p:nvSpPr>
          <p:cNvPr id="730130" name="Text Box 18"/>
          <p:cNvSpPr txBox="1">
            <a:spLocks noChangeArrowheads="1"/>
          </p:cNvSpPr>
          <p:nvPr/>
        </p:nvSpPr>
        <p:spPr bwMode="auto">
          <a:xfrm>
            <a:off x="7524750" y="981075"/>
            <a:ext cx="1458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若是或</a:t>
            </a:r>
          </a:p>
        </p:txBody>
      </p:sp>
      <p:graphicFrame>
        <p:nvGraphicFramePr>
          <p:cNvPr id="7301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571186"/>
              </p:ext>
            </p:extLst>
          </p:nvPr>
        </p:nvGraphicFramePr>
        <p:xfrm>
          <a:off x="732706" y="1628800"/>
          <a:ext cx="7429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11" imgW="672840" imgH="279360" progId="Equation.DSMT4">
                  <p:embed/>
                </p:oleObj>
              </mc:Choice>
              <mc:Fallback>
                <p:oleObj name="Equation" r:id="rId11" imgW="672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06" y="1628800"/>
                        <a:ext cx="7429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2" name="Text Box 20"/>
          <p:cNvSpPr txBox="1">
            <a:spLocks noChangeArrowheads="1"/>
          </p:cNvSpPr>
          <p:nvPr/>
        </p:nvSpPr>
        <p:spPr bwMode="auto">
          <a:xfrm>
            <a:off x="1484313" y="1557338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难求，则进行下一步；</a:t>
            </a:r>
          </a:p>
        </p:txBody>
      </p:sp>
      <p:sp>
        <p:nvSpPr>
          <p:cNvPr id="730133" name="Text Box 21"/>
          <p:cNvSpPr txBox="1">
            <a:spLocks noChangeArrowheads="1"/>
          </p:cNvSpPr>
          <p:nvPr/>
        </p:nvSpPr>
        <p:spPr bwMode="auto">
          <a:xfrm>
            <a:off x="34925" y="3814763"/>
            <a:ext cx="1098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若是，</a:t>
            </a:r>
          </a:p>
        </p:txBody>
      </p:sp>
      <p:sp>
        <p:nvSpPr>
          <p:cNvPr id="730134" name="Text Box 22"/>
          <p:cNvSpPr txBox="1">
            <a:spLocks noChangeArrowheads="1"/>
          </p:cNvSpPr>
          <p:nvPr/>
        </p:nvSpPr>
        <p:spPr bwMode="auto">
          <a:xfrm>
            <a:off x="5003800" y="3814763"/>
            <a:ext cx="2954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否则，进行下一步；</a:t>
            </a:r>
          </a:p>
        </p:txBody>
      </p:sp>
      <p:sp>
        <p:nvSpPr>
          <p:cNvPr id="730135" name="Text Box 23"/>
          <p:cNvSpPr txBox="1">
            <a:spLocks noChangeArrowheads="1"/>
          </p:cNvSpPr>
          <p:nvPr/>
        </p:nvSpPr>
        <p:spPr bwMode="auto">
          <a:xfrm>
            <a:off x="-36513" y="1989138"/>
            <a:ext cx="91805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/>
              <a:t>      </a:t>
            </a: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）若原级数为正项级数或交错级数，则可用正项级数或莱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/>
              <a:t>布尼茨判别法检验其收敛性，否则进行下一步</a:t>
            </a:r>
          </a:p>
        </p:txBody>
      </p:sp>
      <p:sp>
        <p:nvSpPr>
          <p:cNvPr id="730136" name="Text Box 24"/>
          <p:cNvSpPr txBox="1">
            <a:spLocks noChangeArrowheads="1"/>
          </p:cNvSpPr>
          <p:nvPr/>
        </p:nvSpPr>
        <p:spPr bwMode="auto">
          <a:xfrm>
            <a:off x="468313" y="5661025"/>
            <a:ext cx="3724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5</a:t>
            </a:r>
            <a:r>
              <a:rPr lang="zh-CN" altLang="en-US" b="1"/>
              <a:t>）用性质或其它方法。</a:t>
            </a:r>
          </a:p>
        </p:txBody>
      </p:sp>
    </p:spTree>
    <p:extLst>
      <p:ext uri="{BB962C8B-B14F-4D97-AF65-F5344CB8AC3E}">
        <p14:creationId xmlns:p14="http://schemas.microsoft.com/office/powerpoint/2010/main" val="130761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73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73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73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9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3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3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73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73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73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7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7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73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9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73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73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73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3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73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00"/>
                                        <p:tgtEl>
                                          <p:spTgt spid="73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2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300"/>
                                        <p:tgtEl>
                                          <p:spTgt spid="73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00"/>
                                        <p:tgtEl>
                                          <p:spTgt spid="73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14" grpId="0" autoUpdateAnimBg="0"/>
      <p:bldP spid="730116" grpId="0" autoUpdateAnimBg="0"/>
      <p:bldP spid="730117" grpId="0" autoUpdateAnimBg="0"/>
      <p:bldP spid="730118" grpId="0" autoUpdateAnimBg="0"/>
      <p:bldP spid="730120" grpId="0" autoUpdateAnimBg="0"/>
      <p:bldP spid="730121" grpId="0" autoUpdateAnimBg="0"/>
      <p:bldP spid="730122" grpId="0" autoUpdateAnimBg="0"/>
      <p:bldP spid="730124" grpId="0" autoUpdateAnimBg="0"/>
      <p:bldP spid="730125" grpId="0" autoUpdateAnimBg="0"/>
      <p:bldP spid="730126" grpId="0" autoUpdateAnimBg="0"/>
      <p:bldP spid="730128" grpId="0" autoUpdateAnimBg="0"/>
      <p:bldP spid="730129" grpId="0" autoUpdateAnimBg="0"/>
      <p:bldP spid="730130" grpId="0" autoUpdateAnimBg="0"/>
      <p:bldP spid="730132" grpId="0" autoUpdateAnimBg="0"/>
      <p:bldP spid="730133" grpId="0" autoUpdateAnimBg="0"/>
      <p:bldP spid="730134" grpId="0" autoUpdateAnimBg="0"/>
      <p:bldP spid="730135" grpId="0" autoUpdateAnimBg="0"/>
      <p:bldP spid="73013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9" name="Text Box 3"/>
          <p:cNvSpPr txBox="1">
            <a:spLocks noChangeArrowheads="1"/>
          </p:cNvSpPr>
          <p:nvPr/>
        </p:nvSpPr>
        <p:spPr bwMode="auto">
          <a:xfrm>
            <a:off x="611188" y="115888"/>
            <a:ext cx="433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</a:t>
            </a:r>
            <a:r>
              <a:rPr lang="zh-CN" altLang="en-US" b="1">
                <a:solidFill>
                  <a:srgbClr val="FF0000"/>
                </a:solidFill>
              </a:rPr>
              <a:t>、幂级数的收敛半径和收敛域</a:t>
            </a:r>
          </a:p>
        </p:txBody>
      </p:sp>
      <p:sp>
        <p:nvSpPr>
          <p:cNvPr id="731147" name="Text Box 11"/>
          <p:cNvSpPr txBox="1">
            <a:spLocks noChangeArrowheads="1"/>
          </p:cNvSpPr>
          <p:nvPr/>
        </p:nvSpPr>
        <p:spPr bwMode="auto">
          <a:xfrm>
            <a:off x="655638" y="698500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求幂级数</a:t>
            </a:r>
          </a:p>
        </p:txBody>
      </p:sp>
      <p:sp>
        <p:nvSpPr>
          <p:cNvPr id="731148" name="Text Box 12"/>
          <p:cNvSpPr txBox="1">
            <a:spLocks noChangeArrowheads="1"/>
          </p:cNvSpPr>
          <p:nvPr/>
        </p:nvSpPr>
        <p:spPr bwMode="auto">
          <a:xfrm>
            <a:off x="395288" y="1414463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）利用极限</a:t>
            </a:r>
          </a:p>
        </p:txBody>
      </p:sp>
      <p:graphicFrame>
        <p:nvGraphicFramePr>
          <p:cNvPr id="7311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410396"/>
              </p:ext>
            </p:extLst>
          </p:nvPr>
        </p:nvGraphicFramePr>
        <p:xfrm>
          <a:off x="2516188" y="1171575"/>
          <a:ext cx="22828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Equation" r:id="rId3" imgW="1384200" imgH="482400" progId="Equation.DSMT4">
                  <p:embed/>
                </p:oleObj>
              </mc:Choice>
              <mc:Fallback>
                <p:oleObj name="Equation" r:id="rId3" imgW="13842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171575"/>
                        <a:ext cx="22828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50" name="Text Box 14"/>
          <p:cNvSpPr txBox="1">
            <a:spLocks noChangeArrowheads="1"/>
          </p:cNvSpPr>
          <p:nvPr/>
        </p:nvSpPr>
        <p:spPr bwMode="auto">
          <a:xfrm>
            <a:off x="395288" y="2924175"/>
            <a:ext cx="3416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）判定幂级数在端点</a:t>
            </a:r>
          </a:p>
        </p:txBody>
      </p:sp>
      <p:graphicFrame>
        <p:nvGraphicFramePr>
          <p:cNvPr id="7311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927759"/>
              </p:ext>
            </p:extLst>
          </p:nvPr>
        </p:nvGraphicFramePr>
        <p:xfrm>
          <a:off x="3576612" y="2996952"/>
          <a:ext cx="1355428" cy="416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Equation" r:id="rId5" imgW="685800" imgH="203040" progId="Equation.DSMT4">
                  <p:embed/>
                </p:oleObj>
              </mc:Choice>
              <mc:Fallback>
                <p:oleObj name="Equation" r:id="rId5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12" y="2996952"/>
                        <a:ext cx="1355428" cy="416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52" name="Text Box 16"/>
          <p:cNvSpPr txBox="1">
            <a:spLocks noChangeArrowheads="1"/>
          </p:cNvSpPr>
          <p:nvPr/>
        </p:nvSpPr>
        <p:spPr bwMode="auto">
          <a:xfrm>
            <a:off x="395288" y="2251075"/>
            <a:ext cx="47580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）确定收敛半径 </a:t>
            </a:r>
            <a:r>
              <a:rPr lang="en-US" altLang="zh-CN" b="1" i="1"/>
              <a:t>R </a:t>
            </a:r>
            <a:r>
              <a:rPr lang="zh-CN" altLang="en-US" b="1"/>
              <a:t>及收敛区间 </a:t>
            </a:r>
          </a:p>
        </p:txBody>
      </p:sp>
      <p:sp>
        <p:nvSpPr>
          <p:cNvPr id="731153" name="Text Box 17"/>
          <p:cNvSpPr txBox="1">
            <a:spLocks noChangeArrowheads="1"/>
          </p:cNvSpPr>
          <p:nvPr/>
        </p:nvSpPr>
        <p:spPr bwMode="auto">
          <a:xfrm>
            <a:off x="4719638" y="2898775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处的收敛性，</a:t>
            </a:r>
          </a:p>
        </p:txBody>
      </p:sp>
      <p:graphicFrame>
        <p:nvGraphicFramePr>
          <p:cNvPr id="7311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402970"/>
              </p:ext>
            </p:extLst>
          </p:nvPr>
        </p:nvGraphicFramePr>
        <p:xfrm>
          <a:off x="1897063" y="612775"/>
          <a:ext cx="13906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Equation" r:id="rId7" imgW="787320" imgH="444240" progId="Equation.DSMT4">
                  <p:embed/>
                </p:oleObj>
              </mc:Choice>
              <mc:Fallback>
                <p:oleObj name="Equation" r:id="rId7" imgW="787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612775"/>
                        <a:ext cx="13906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55" name="Text Box 19"/>
          <p:cNvSpPr txBox="1">
            <a:spLocks noChangeArrowheads="1"/>
          </p:cNvSpPr>
          <p:nvPr/>
        </p:nvSpPr>
        <p:spPr bwMode="auto">
          <a:xfrm>
            <a:off x="3013075" y="698500"/>
            <a:ext cx="2954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收敛域的一般步骤：</a:t>
            </a:r>
          </a:p>
        </p:txBody>
      </p:sp>
      <p:sp>
        <p:nvSpPr>
          <p:cNvPr id="731156" name="Text Box 20"/>
          <p:cNvSpPr txBox="1">
            <a:spLocks noChangeArrowheads="1"/>
          </p:cNvSpPr>
          <p:nvPr/>
        </p:nvSpPr>
        <p:spPr bwMode="auto">
          <a:xfrm>
            <a:off x="404813" y="3546475"/>
            <a:ext cx="5878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4</a:t>
            </a:r>
            <a:r>
              <a:rPr lang="zh-CN" altLang="en-US" b="1"/>
              <a:t>）收敛域等于收敛区间加收敛的端点。</a:t>
            </a:r>
          </a:p>
        </p:txBody>
      </p:sp>
      <p:graphicFrame>
        <p:nvGraphicFramePr>
          <p:cNvPr id="7311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029778"/>
              </p:ext>
            </p:extLst>
          </p:nvPr>
        </p:nvGraphicFramePr>
        <p:xfrm>
          <a:off x="4919663" y="2349500"/>
          <a:ext cx="12827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Equation" r:id="rId9" imgW="634680" imgH="203040" progId="Equation.DSMT4">
                  <p:embed/>
                </p:oleObj>
              </mc:Choice>
              <mc:Fallback>
                <p:oleObj name="Equation" r:id="rId9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2349500"/>
                        <a:ext cx="12827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805051"/>
              </p:ext>
            </p:extLst>
          </p:nvPr>
        </p:nvGraphicFramePr>
        <p:xfrm>
          <a:off x="4737100" y="1433513"/>
          <a:ext cx="22764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Equation" r:id="rId11" imgW="1422360" imgH="317160" progId="Equation.DSMT4">
                  <p:embed/>
                </p:oleObj>
              </mc:Choice>
              <mc:Fallback>
                <p:oleObj name="Equation" r:id="rId11" imgW="14223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1433513"/>
                        <a:ext cx="22764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64988"/>
              </p:ext>
            </p:extLst>
          </p:nvPr>
        </p:nvGraphicFramePr>
        <p:xfrm>
          <a:off x="6288088" y="2146300"/>
          <a:ext cx="10318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Equation" r:id="rId13" imgW="507960" imgH="419040" progId="Equation.DSMT4">
                  <p:embed/>
                </p:oleObj>
              </mc:Choice>
              <mc:Fallback>
                <p:oleObj name="Equation" r:id="rId13" imgW="507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2146300"/>
                        <a:ext cx="10318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61" name="Text Box 25"/>
          <p:cNvSpPr txBox="1">
            <a:spLocks noChangeArrowheads="1"/>
          </p:cNvSpPr>
          <p:nvPr/>
        </p:nvSpPr>
        <p:spPr bwMode="auto">
          <a:xfrm>
            <a:off x="511175" y="4194175"/>
            <a:ext cx="55707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说明</a:t>
            </a:r>
            <a:r>
              <a:rPr lang="zh-CN" altLang="en-US" b="1">
                <a:sym typeface="Wingdings" pitchFamily="2" charset="2"/>
              </a:rPr>
              <a:t>（</a:t>
            </a:r>
            <a:r>
              <a:rPr lang="en-US" altLang="zh-CN" b="1">
                <a:sym typeface="Wingdings" pitchFamily="2" charset="2"/>
              </a:rPr>
              <a:t>1</a:t>
            </a:r>
            <a:r>
              <a:rPr lang="zh-CN" altLang="en-US" b="1">
                <a:sym typeface="Wingdings" pitchFamily="2" charset="2"/>
              </a:rPr>
              <a:t>）</a:t>
            </a:r>
            <a:r>
              <a:rPr lang="zh-CN" altLang="en-US" b="1"/>
              <a:t>幂级数中不能出现“缺项”。</a:t>
            </a:r>
          </a:p>
        </p:txBody>
      </p:sp>
      <p:graphicFrame>
        <p:nvGraphicFramePr>
          <p:cNvPr id="7311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975071"/>
              </p:ext>
            </p:extLst>
          </p:nvPr>
        </p:nvGraphicFramePr>
        <p:xfrm>
          <a:off x="3225800" y="4700588"/>
          <a:ext cx="21844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Equation" r:id="rId15" imgW="1193760" imgH="444240" progId="Equation.DSMT4">
                  <p:embed/>
                </p:oleObj>
              </mc:Choice>
              <mc:Fallback>
                <p:oleObj name="Equation" r:id="rId15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700588"/>
                        <a:ext cx="21844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1163" name="Text Box 27"/>
          <p:cNvSpPr txBox="1">
            <a:spLocks noChangeArrowheads="1"/>
          </p:cNvSpPr>
          <p:nvPr/>
        </p:nvSpPr>
        <p:spPr bwMode="auto">
          <a:xfrm>
            <a:off x="1187450" y="4797425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）对幂级数</a:t>
            </a:r>
          </a:p>
        </p:txBody>
      </p:sp>
      <p:sp>
        <p:nvSpPr>
          <p:cNvPr id="731164" name="Text Box 28"/>
          <p:cNvSpPr txBox="1">
            <a:spLocks noChangeArrowheads="1"/>
          </p:cNvSpPr>
          <p:nvPr/>
        </p:nvSpPr>
        <p:spPr bwMode="auto">
          <a:xfrm>
            <a:off x="5291138" y="4797425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要先做变换</a:t>
            </a:r>
          </a:p>
        </p:txBody>
      </p:sp>
      <p:graphicFrame>
        <p:nvGraphicFramePr>
          <p:cNvPr id="7311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20466"/>
              </p:ext>
            </p:extLst>
          </p:nvPr>
        </p:nvGraphicFramePr>
        <p:xfrm>
          <a:off x="7053263" y="4889500"/>
          <a:ext cx="1270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Equation" r:id="rId17" imgW="622080" imgH="228600" progId="Equation.DSMT4">
                  <p:embed/>
                </p:oleObj>
              </mc:Choice>
              <mc:Fallback>
                <p:oleObj name="Equation" r:id="rId17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4889500"/>
                        <a:ext cx="12700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8"/>
          <p:cNvSpPr txBox="1">
            <a:spLocks noChangeArrowheads="1"/>
          </p:cNvSpPr>
          <p:nvPr/>
        </p:nvSpPr>
        <p:spPr bwMode="auto">
          <a:xfrm>
            <a:off x="684213" y="5497513"/>
            <a:ext cx="16557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转化为</a:t>
            </a:r>
          </a:p>
        </p:txBody>
      </p:sp>
      <p:graphicFrame>
        <p:nvGraphicFramePr>
          <p:cNvPr id="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857410"/>
              </p:ext>
            </p:extLst>
          </p:nvPr>
        </p:nvGraphicFramePr>
        <p:xfrm>
          <a:off x="1654175" y="5410200"/>
          <a:ext cx="14176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Equation" r:id="rId19" imgW="774360" imgH="444240" progId="Equation.DSMT4">
                  <p:embed/>
                </p:oleObj>
              </mc:Choice>
              <mc:Fallback>
                <p:oleObj name="Equation" r:id="rId19" imgW="774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5410200"/>
                        <a:ext cx="1417638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483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3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7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1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7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7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"/>
                                        <p:tgtEl>
                                          <p:spTgt spid="73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73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73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3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73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3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39" grpId="0" autoUpdateAnimBg="0"/>
      <p:bldP spid="731147" grpId="0" autoUpdateAnimBg="0"/>
      <p:bldP spid="731148" grpId="0" autoUpdateAnimBg="0"/>
      <p:bldP spid="731150" grpId="0" autoUpdateAnimBg="0"/>
      <p:bldP spid="731152" grpId="0" autoUpdateAnimBg="0"/>
      <p:bldP spid="731153" grpId="0" autoUpdateAnimBg="0"/>
      <p:bldP spid="731155" grpId="0" autoUpdateAnimBg="0"/>
      <p:bldP spid="731156" grpId="0" autoUpdateAnimBg="0"/>
      <p:bldP spid="731161" grpId="0" autoUpdateAnimBg="0"/>
      <p:bldP spid="731163" grpId="0" autoUpdateAnimBg="0"/>
      <p:bldP spid="731164" grpId="0" autoUpdateAnimBg="0"/>
      <p:bldP spid="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Text Box 2"/>
          <p:cNvSpPr txBox="1">
            <a:spLocks noChangeArrowheads="1"/>
          </p:cNvSpPr>
          <p:nvPr/>
        </p:nvSpPr>
        <p:spPr bwMode="auto">
          <a:xfrm>
            <a:off x="557213" y="1162050"/>
            <a:ext cx="21948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性质</a:t>
            </a:r>
            <a:r>
              <a:rPr lang="en-US" altLang="zh-CN" b="1"/>
              <a:t>2</a:t>
            </a:r>
            <a:r>
              <a:rPr lang="zh-CN" altLang="en-US" b="1"/>
              <a:t>：幂级数</a:t>
            </a:r>
          </a:p>
        </p:txBody>
      </p:sp>
      <p:graphicFrame>
        <p:nvGraphicFramePr>
          <p:cNvPr id="733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30885"/>
              </p:ext>
            </p:extLst>
          </p:nvPr>
        </p:nvGraphicFramePr>
        <p:xfrm>
          <a:off x="2654300" y="1166813"/>
          <a:ext cx="13176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" name="Equation" r:id="rId3" imgW="799920" imgH="444240" progId="Equation.DSMT4">
                  <p:embed/>
                </p:oleObj>
              </mc:Choice>
              <mc:Fallback>
                <p:oleObj name="Equation" r:id="rId3" imgW="79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1166813"/>
                        <a:ext cx="13176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904309"/>
              </p:ext>
            </p:extLst>
          </p:nvPr>
        </p:nvGraphicFramePr>
        <p:xfrm>
          <a:off x="677863" y="2320925"/>
          <a:ext cx="13239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5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3" y="2320925"/>
                        <a:ext cx="132397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792583"/>
              </p:ext>
            </p:extLst>
          </p:nvPr>
        </p:nvGraphicFramePr>
        <p:xfrm>
          <a:off x="2073275" y="2244725"/>
          <a:ext cx="26193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6" name="Equation" r:id="rId7" imgW="1447560" imgH="482400" progId="Equation.DSMT4">
                  <p:embed/>
                </p:oleObj>
              </mc:Choice>
              <mc:Fallback>
                <p:oleObj name="Equation" r:id="rId7" imgW="1447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2244725"/>
                        <a:ext cx="261937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459568"/>
              </p:ext>
            </p:extLst>
          </p:nvPr>
        </p:nvGraphicFramePr>
        <p:xfrm>
          <a:off x="4733925" y="2378075"/>
          <a:ext cx="1905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7" name="Equation" r:id="rId9" imgW="1244520" imgH="444240" progId="Equation.DSMT4">
                  <p:embed/>
                </p:oleObj>
              </mc:Choice>
              <mc:Fallback>
                <p:oleObj name="Equation" r:id="rId9" imgW="1244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2378075"/>
                        <a:ext cx="1905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40475"/>
              </p:ext>
            </p:extLst>
          </p:nvPr>
        </p:nvGraphicFramePr>
        <p:xfrm>
          <a:off x="6699250" y="2351088"/>
          <a:ext cx="17287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8" name="Equation" r:id="rId11" imgW="1066680" imgH="444240" progId="Equation.DSMT4">
                  <p:embed/>
                </p:oleObj>
              </mc:Choice>
              <mc:Fallback>
                <p:oleObj name="Equation" r:id="rId11" imgW="1066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2351088"/>
                        <a:ext cx="1728788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166602"/>
              </p:ext>
            </p:extLst>
          </p:nvPr>
        </p:nvGraphicFramePr>
        <p:xfrm>
          <a:off x="8353425" y="2560638"/>
          <a:ext cx="6826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9" name="Equation" r:id="rId13" imgW="571500" imgH="228600" progId="Equation.3">
                  <p:embed/>
                </p:oleObj>
              </mc:Choice>
              <mc:Fallback>
                <p:oleObj name="Equation" r:id="rId13" imgW="571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425" y="2560638"/>
                        <a:ext cx="6826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193" name="Text Box 9"/>
          <p:cNvSpPr txBox="1">
            <a:spLocks noChangeArrowheads="1"/>
          </p:cNvSpPr>
          <p:nvPr/>
        </p:nvSpPr>
        <p:spPr bwMode="auto">
          <a:xfrm>
            <a:off x="0" y="3076575"/>
            <a:ext cx="32624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且逐项积分后所得级数</a:t>
            </a:r>
          </a:p>
        </p:txBody>
      </p:sp>
      <p:sp>
        <p:nvSpPr>
          <p:cNvPr id="733194" name="Text Box 10"/>
          <p:cNvSpPr txBox="1">
            <a:spLocks noChangeArrowheads="1"/>
          </p:cNvSpPr>
          <p:nvPr/>
        </p:nvSpPr>
        <p:spPr bwMode="auto">
          <a:xfrm>
            <a:off x="3816350" y="1162050"/>
            <a:ext cx="36439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的和函数 </a:t>
            </a:r>
            <a:r>
              <a:rPr lang="en-US" altLang="zh-CN" b="1" i="1"/>
              <a:t>s</a:t>
            </a:r>
            <a:r>
              <a:rPr lang="en-US" altLang="zh-CN" b="1"/>
              <a:t> (</a:t>
            </a:r>
            <a:r>
              <a:rPr lang="en-US" altLang="zh-CN" b="1" i="1"/>
              <a:t>x</a:t>
            </a:r>
            <a:r>
              <a:rPr lang="en-US" altLang="zh-CN" b="1"/>
              <a:t>) </a:t>
            </a:r>
            <a:r>
              <a:rPr lang="zh-CN" altLang="en-US" b="1"/>
              <a:t>在收敛域 </a:t>
            </a:r>
            <a:r>
              <a:rPr lang="en-US" altLang="zh-CN" b="1" i="1"/>
              <a:t>I </a:t>
            </a:r>
          </a:p>
        </p:txBody>
      </p:sp>
      <p:sp>
        <p:nvSpPr>
          <p:cNvPr id="733195" name="Text Box 11"/>
          <p:cNvSpPr txBox="1">
            <a:spLocks noChangeArrowheads="1"/>
          </p:cNvSpPr>
          <p:nvPr/>
        </p:nvSpPr>
        <p:spPr bwMode="auto">
          <a:xfrm>
            <a:off x="7272338" y="1125538"/>
            <a:ext cx="14157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上可积，</a:t>
            </a:r>
          </a:p>
        </p:txBody>
      </p:sp>
      <p:sp>
        <p:nvSpPr>
          <p:cNvPr id="733196" name="Text Box 12"/>
          <p:cNvSpPr txBox="1">
            <a:spLocks noChangeArrowheads="1"/>
          </p:cNvSpPr>
          <p:nvPr/>
        </p:nvSpPr>
        <p:spPr bwMode="auto">
          <a:xfrm>
            <a:off x="-36513" y="1800225"/>
            <a:ext cx="4140201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/>
              <a:t>并有逐项积分公式</a:t>
            </a:r>
          </a:p>
        </p:txBody>
      </p:sp>
      <p:sp>
        <p:nvSpPr>
          <p:cNvPr id="733197" name="Text Box 13"/>
          <p:cNvSpPr txBox="1">
            <a:spLocks noChangeArrowheads="1"/>
          </p:cNvSpPr>
          <p:nvPr/>
        </p:nvSpPr>
        <p:spPr bwMode="auto">
          <a:xfrm>
            <a:off x="4500563" y="3076575"/>
            <a:ext cx="39549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其收敛半径与原级数相同。 </a:t>
            </a:r>
          </a:p>
        </p:txBody>
      </p:sp>
      <p:graphicFrame>
        <p:nvGraphicFramePr>
          <p:cNvPr id="7331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797564"/>
              </p:ext>
            </p:extLst>
          </p:nvPr>
        </p:nvGraphicFramePr>
        <p:xfrm>
          <a:off x="3160713" y="3136900"/>
          <a:ext cx="15255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" name="Equation" r:id="rId15" imgW="977760" imgH="444240" progId="Equation.DSMT4">
                  <p:embed/>
                </p:oleObj>
              </mc:Choice>
              <mc:Fallback>
                <p:oleObj name="Equation" r:id="rId15" imgW="977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3136900"/>
                        <a:ext cx="15255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200" name="Text Box 16"/>
          <p:cNvSpPr txBox="1">
            <a:spLocks noChangeArrowheads="1"/>
          </p:cNvSpPr>
          <p:nvPr/>
        </p:nvSpPr>
        <p:spPr bwMode="auto">
          <a:xfrm>
            <a:off x="612775" y="44450"/>
            <a:ext cx="5903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、幂级数和函数的分析性质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76263" y="476250"/>
            <a:ext cx="21948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 dirty="0"/>
              <a:t>性质</a:t>
            </a:r>
            <a:r>
              <a:rPr lang="en-US" altLang="zh-CN" b="1" dirty="0"/>
              <a:t>1</a:t>
            </a:r>
            <a:r>
              <a:rPr lang="zh-CN" altLang="en-US" b="1" dirty="0"/>
              <a:t>：幂级数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082369"/>
              </p:ext>
            </p:extLst>
          </p:nvPr>
        </p:nvGraphicFramePr>
        <p:xfrm>
          <a:off x="2654300" y="454025"/>
          <a:ext cx="131762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1" name="Equation" r:id="rId17" imgW="799920" imgH="444240" progId="Equation.DSMT4">
                  <p:embed/>
                </p:oleObj>
              </mc:Choice>
              <mc:Fallback>
                <p:oleObj name="Equation" r:id="rId17" imgW="79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54025"/>
                        <a:ext cx="1317625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3816350" y="476250"/>
            <a:ext cx="55800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的和函数 </a:t>
            </a:r>
            <a:r>
              <a:rPr lang="en-US" altLang="zh-CN" b="1" i="1"/>
              <a:t>s</a:t>
            </a:r>
            <a:r>
              <a:rPr lang="en-US" altLang="zh-CN" b="1"/>
              <a:t> (</a:t>
            </a:r>
            <a:r>
              <a:rPr lang="en-US" altLang="zh-CN" b="1" i="1"/>
              <a:t>x</a:t>
            </a:r>
            <a:r>
              <a:rPr lang="en-US" altLang="zh-CN" b="1"/>
              <a:t>) </a:t>
            </a:r>
            <a:r>
              <a:rPr lang="zh-CN" altLang="en-US" b="1"/>
              <a:t>在收敛域 </a:t>
            </a:r>
            <a:r>
              <a:rPr lang="en-US" altLang="zh-CN" b="1" i="1"/>
              <a:t>I </a:t>
            </a:r>
            <a:r>
              <a:rPr lang="zh-CN" altLang="en-US" b="1"/>
              <a:t>上连续</a:t>
            </a:r>
            <a:r>
              <a:rPr lang="en-US" altLang="zh-CN" b="1" i="1"/>
              <a:t>.</a:t>
            </a:r>
          </a:p>
        </p:txBody>
      </p:sp>
      <p:sp>
        <p:nvSpPr>
          <p:cNvPr id="734210" name="Text Box 2"/>
          <p:cNvSpPr txBox="1">
            <a:spLocks noChangeArrowheads="1"/>
          </p:cNvSpPr>
          <p:nvPr/>
        </p:nvSpPr>
        <p:spPr bwMode="auto">
          <a:xfrm>
            <a:off x="539750" y="3810000"/>
            <a:ext cx="21948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性质</a:t>
            </a:r>
            <a:r>
              <a:rPr lang="en-US" altLang="zh-CN" b="1"/>
              <a:t>3</a:t>
            </a:r>
            <a:r>
              <a:rPr lang="zh-CN" altLang="en-US" b="1"/>
              <a:t>：幂级数</a:t>
            </a:r>
          </a:p>
        </p:txBody>
      </p:sp>
      <p:graphicFrame>
        <p:nvGraphicFramePr>
          <p:cNvPr id="734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90785"/>
              </p:ext>
            </p:extLst>
          </p:nvPr>
        </p:nvGraphicFramePr>
        <p:xfrm>
          <a:off x="2566988" y="3843338"/>
          <a:ext cx="11414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2" name="Equation" r:id="rId19" imgW="711000" imgH="444240" progId="Equation.DSMT4">
                  <p:embed/>
                </p:oleObj>
              </mc:Choice>
              <mc:Fallback>
                <p:oleObj name="Equation" r:id="rId19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843338"/>
                        <a:ext cx="114141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8" name="Text Box 10"/>
          <p:cNvSpPr txBox="1">
            <a:spLocks noChangeArrowheads="1"/>
          </p:cNvSpPr>
          <p:nvPr/>
        </p:nvSpPr>
        <p:spPr bwMode="auto">
          <a:xfrm>
            <a:off x="3563938" y="3810000"/>
            <a:ext cx="36792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的和函数 </a:t>
            </a:r>
            <a:r>
              <a:rPr lang="en-US" altLang="zh-CN" b="1" i="1"/>
              <a:t>s</a:t>
            </a:r>
            <a:r>
              <a:rPr lang="en-US" altLang="zh-CN" b="1"/>
              <a:t> (</a:t>
            </a:r>
            <a:r>
              <a:rPr lang="en-US" altLang="zh-CN" b="1" i="1"/>
              <a:t>x</a:t>
            </a:r>
            <a:r>
              <a:rPr lang="en-US" altLang="zh-CN" b="1"/>
              <a:t>) </a:t>
            </a:r>
            <a:r>
              <a:rPr lang="zh-CN" altLang="en-US" b="1"/>
              <a:t>在收敛区间</a:t>
            </a:r>
            <a:endParaRPr lang="zh-CN" altLang="en-US" b="1" i="1"/>
          </a:p>
        </p:txBody>
      </p:sp>
      <p:sp>
        <p:nvSpPr>
          <p:cNvPr id="734219" name="Text Box 11"/>
          <p:cNvSpPr txBox="1">
            <a:spLocks noChangeArrowheads="1"/>
          </p:cNvSpPr>
          <p:nvPr/>
        </p:nvSpPr>
        <p:spPr bwMode="auto">
          <a:xfrm>
            <a:off x="0" y="4437063"/>
            <a:ext cx="14157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内可导，</a:t>
            </a:r>
          </a:p>
        </p:txBody>
      </p:sp>
      <p:sp>
        <p:nvSpPr>
          <p:cNvPr id="734220" name="Text Box 12"/>
          <p:cNvSpPr txBox="1">
            <a:spLocks noChangeArrowheads="1"/>
          </p:cNvSpPr>
          <p:nvPr/>
        </p:nvSpPr>
        <p:spPr bwMode="auto">
          <a:xfrm>
            <a:off x="1116013" y="4437063"/>
            <a:ext cx="2646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并有逐项求导公式</a:t>
            </a:r>
          </a:p>
        </p:txBody>
      </p:sp>
      <p:graphicFrame>
        <p:nvGraphicFramePr>
          <p:cNvPr id="7342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969038"/>
              </p:ext>
            </p:extLst>
          </p:nvPr>
        </p:nvGraphicFramePr>
        <p:xfrm>
          <a:off x="7116763" y="3962400"/>
          <a:ext cx="11017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3" name="Equation" r:id="rId21" imgW="571320" imgH="203040" progId="Equation.DSMT4">
                  <p:embed/>
                </p:oleObj>
              </mc:Choice>
              <mc:Fallback>
                <p:oleObj name="Equation" r:id="rId21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3962400"/>
                        <a:ext cx="11017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75752"/>
              </p:ext>
            </p:extLst>
          </p:nvPr>
        </p:nvGraphicFramePr>
        <p:xfrm>
          <a:off x="709613" y="5376863"/>
          <a:ext cx="6572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" name="Equation" r:id="rId23" imgW="330120" imgH="203040" progId="Equation.DSMT4">
                  <p:embed/>
                </p:oleObj>
              </mc:Choice>
              <mc:Fallback>
                <p:oleObj name="Equation" r:id="rId23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5376863"/>
                        <a:ext cx="6572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642629"/>
              </p:ext>
            </p:extLst>
          </p:nvPr>
        </p:nvGraphicFramePr>
        <p:xfrm>
          <a:off x="1347788" y="5032375"/>
          <a:ext cx="16891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" name="Equation" r:id="rId25" imgW="990360" imgH="558720" progId="Equation.DSMT4">
                  <p:embed/>
                </p:oleObj>
              </mc:Choice>
              <mc:Fallback>
                <p:oleObj name="Equation" r:id="rId25" imgW="9903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5032375"/>
                        <a:ext cx="16891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92166"/>
              </p:ext>
            </p:extLst>
          </p:nvPr>
        </p:nvGraphicFramePr>
        <p:xfrm>
          <a:off x="3011488" y="5156200"/>
          <a:ext cx="15367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6" name="Equation" r:id="rId27" imgW="838080" imgH="444240" progId="Equation.DSMT4">
                  <p:embed/>
                </p:oleObj>
              </mc:Choice>
              <mc:Fallback>
                <p:oleObj name="Equation" r:id="rId27" imgW="838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5156200"/>
                        <a:ext cx="15367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05426"/>
              </p:ext>
            </p:extLst>
          </p:nvPr>
        </p:nvGraphicFramePr>
        <p:xfrm>
          <a:off x="4533900" y="5156200"/>
          <a:ext cx="16779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" name="Equation" r:id="rId29" imgW="952200" imgH="444240" progId="Equation.DSMT4">
                  <p:embed/>
                </p:oleObj>
              </mc:Choice>
              <mc:Fallback>
                <p:oleObj name="Equation" r:id="rId29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5156200"/>
                        <a:ext cx="16779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70336"/>
              </p:ext>
            </p:extLst>
          </p:nvPr>
        </p:nvGraphicFramePr>
        <p:xfrm>
          <a:off x="6313488" y="5314950"/>
          <a:ext cx="15922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" name="Equation" r:id="rId31" imgW="799920" imgH="203040" progId="Equation.DSMT4">
                  <p:embed/>
                </p:oleObj>
              </mc:Choice>
              <mc:Fallback>
                <p:oleObj name="Equation" r:id="rId31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5314950"/>
                        <a:ext cx="1592262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7" name="Text Box 9"/>
          <p:cNvSpPr txBox="1">
            <a:spLocks noChangeArrowheads="1"/>
          </p:cNvSpPr>
          <p:nvPr/>
        </p:nvSpPr>
        <p:spPr bwMode="auto">
          <a:xfrm>
            <a:off x="-36513" y="5957888"/>
            <a:ext cx="29546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逐项求导后所得级数</a:t>
            </a:r>
          </a:p>
        </p:txBody>
      </p:sp>
      <p:graphicFrame>
        <p:nvGraphicFramePr>
          <p:cNvPr id="7342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345593"/>
              </p:ext>
            </p:extLst>
          </p:nvPr>
        </p:nvGraphicFramePr>
        <p:xfrm>
          <a:off x="2819400" y="5959475"/>
          <a:ext cx="12874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9" name="Equation" r:id="rId33" imgW="736560" imgH="444240" progId="Equation.DSMT4">
                  <p:embed/>
                </p:oleObj>
              </mc:Choice>
              <mc:Fallback>
                <p:oleObj name="Equation" r:id="rId33" imgW="736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959475"/>
                        <a:ext cx="128746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21" name="Text Box 13"/>
          <p:cNvSpPr txBox="1">
            <a:spLocks noChangeArrowheads="1"/>
          </p:cNvSpPr>
          <p:nvPr/>
        </p:nvSpPr>
        <p:spPr bwMode="auto">
          <a:xfrm>
            <a:off x="3995738" y="5957888"/>
            <a:ext cx="39549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其收敛半径与原级数相同。 </a:t>
            </a:r>
          </a:p>
        </p:txBody>
      </p:sp>
    </p:spTree>
    <p:extLst>
      <p:ext uri="{BB962C8B-B14F-4D97-AF65-F5344CB8AC3E}">
        <p14:creationId xmlns:p14="http://schemas.microsoft.com/office/powerpoint/2010/main" val="404386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73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73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73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00"/>
                                        <p:tgtEl>
                                          <p:spTgt spid="73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00"/>
                                        <p:tgtEl>
                                          <p:spTgt spid="73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3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00"/>
                                        <p:tgtEl>
                                          <p:spTgt spid="73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3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73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00"/>
                                        <p:tgtEl>
                                          <p:spTgt spid="73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3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3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3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3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3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00"/>
                                        <p:tgtEl>
                                          <p:spTgt spid="73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3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00"/>
                                        <p:tgtEl>
                                          <p:spTgt spid="73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186" grpId="0" autoUpdateAnimBg="0"/>
      <p:bldP spid="733193" grpId="0" autoUpdateAnimBg="0"/>
      <p:bldP spid="733194" grpId="0" autoUpdateAnimBg="0"/>
      <p:bldP spid="733195" grpId="0" autoUpdateAnimBg="0"/>
      <p:bldP spid="733196" grpId="0" autoUpdateAnimBg="0"/>
      <p:bldP spid="733197" grpId="0" autoUpdateAnimBg="0"/>
      <p:bldP spid="733200" grpId="0" autoUpdateAnimBg="0"/>
      <p:bldP spid="2" grpId="0" autoUpdateAnimBg="0"/>
      <p:bldP spid="4" grpId="0" autoUpdateAnimBg="0"/>
      <p:bldP spid="734210" grpId="0" autoUpdateAnimBg="0"/>
      <p:bldP spid="734218" grpId="0" autoUpdateAnimBg="0"/>
      <p:bldP spid="734219" grpId="0" autoUpdateAnimBg="0"/>
      <p:bldP spid="734220" grpId="0" autoUpdateAnimBg="0"/>
      <p:bldP spid="734217" grpId="0" autoUpdateAnimBg="0"/>
      <p:bldP spid="73422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231775" y="1111250"/>
            <a:ext cx="3187700" cy="57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函数展开成幂级数</a:t>
            </a:r>
          </a:p>
        </p:txBody>
      </p:sp>
      <p:sp>
        <p:nvSpPr>
          <p:cNvPr id="750607" name="Text Box 15"/>
          <p:cNvSpPr txBox="1">
            <a:spLocks noChangeArrowheads="1"/>
          </p:cNvSpPr>
          <p:nvPr/>
        </p:nvSpPr>
        <p:spPr bwMode="auto">
          <a:xfrm>
            <a:off x="612775" y="90488"/>
            <a:ext cx="5472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zh-CN" altLang="en-US" b="1" dirty="0">
                <a:solidFill>
                  <a:srgbClr val="FF0000"/>
                </a:solidFill>
              </a:rPr>
              <a:t>、函数展开成幂级数</a:t>
            </a:r>
          </a:p>
        </p:txBody>
      </p:sp>
      <p:sp>
        <p:nvSpPr>
          <p:cNvPr id="750608" name="Text Box 16"/>
          <p:cNvSpPr txBox="1">
            <a:spLocks noChangeArrowheads="1"/>
          </p:cNvSpPr>
          <p:nvPr/>
        </p:nvSpPr>
        <p:spPr bwMode="auto">
          <a:xfrm>
            <a:off x="539750" y="2420938"/>
            <a:ext cx="3187700" cy="656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1</a:t>
            </a:r>
            <a:r>
              <a:rPr lang="zh-CN" altLang="en-US" sz="2800" b="1"/>
              <a:t>）直接法</a:t>
            </a:r>
          </a:p>
        </p:txBody>
      </p:sp>
      <p:graphicFrame>
        <p:nvGraphicFramePr>
          <p:cNvPr id="7506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995022"/>
              </p:ext>
            </p:extLst>
          </p:nvPr>
        </p:nvGraphicFramePr>
        <p:xfrm>
          <a:off x="3103563" y="725488"/>
          <a:ext cx="28749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2" name="Equation" r:id="rId3" imgW="1625400" imgH="444240" progId="Equation.DSMT4">
                  <p:embed/>
                </p:oleObj>
              </mc:Choice>
              <mc:Fallback>
                <p:oleObj name="Equation" r:id="rId3" imgW="1625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725488"/>
                        <a:ext cx="287496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942179"/>
              </p:ext>
            </p:extLst>
          </p:nvPr>
        </p:nvGraphicFramePr>
        <p:xfrm>
          <a:off x="2908300" y="1228725"/>
          <a:ext cx="2651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3" name="Equation" r:id="rId5" imgW="190440" imgH="457200" progId="Equation.DSMT4">
                  <p:embed/>
                </p:oleObj>
              </mc:Choice>
              <mc:Fallback>
                <p:oleObj name="Equation" r:id="rId5" imgW="190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1228725"/>
                        <a:ext cx="26511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859698"/>
              </p:ext>
            </p:extLst>
          </p:nvPr>
        </p:nvGraphicFramePr>
        <p:xfrm>
          <a:off x="3105150" y="1557338"/>
          <a:ext cx="40020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" name="Equation" r:id="rId7" imgW="2222280" imgH="444240" progId="Equation.DSMT4">
                  <p:embed/>
                </p:oleObj>
              </mc:Choice>
              <mc:Fallback>
                <p:oleObj name="Equation" r:id="rId7" imgW="2222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557338"/>
                        <a:ext cx="400208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4" name="AutoShape 22"/>
          <p:cNvSpPr>
            <a:spLocks noChangeArrowheads="1"/>
          </p:cNvSpPr>
          <p:nvPr/>
        </p:nvSpPr>
        <p:spPr bwMode="auto">
          <a:xfrm rot="16200000">
            <a:off x="5976144" y="755135"/>
            <a:ext cx="792163" cy="1097994"/>
          </a:xfrm>
          <a:custGeom>
            <a:avLst/>
            <a:gdLst>
              <a:gd name="T0" fmla="*/ 618009 w 21600"/>
              <a:gd name="T1" fmla="*/ 0 h 21600"/>
              <a:gd name="T2" fmla="*/ 370789 w 21600"/>
              <a:gd name="T3" fmla="*/ 201083 h 21600"/>
              <a:gd name="T4" fmla="*/ 0 w 21600"/>
              <a:gd name="T5" fmla="*/ 502736 h 21600"/>
              <a:gd name="T6" fmla="*/ 370789 w 21600"/>
              <a:gd name="T7" fmla="*/ 603250 h 21600"/>
              <a:gd name="T8" fmla="*/ 741578 w 21600"/>
              <a:gd name="T9" fmla="*/ 418924 h 21600"/>
              <a:gd name="T10" fmla="*/ 865188 w 21600"/>
              <a:gd name="T11" fmla="*/ 20108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/>
        </p:spPr>
        <p:txBody>
          <a:bodyPr anchor="ctr">
            <a:spAutoFit/>
          </a:bodyPr>
          <a:lstStyle/>
          <a:p>
            <a:endParaRPr lang="zh-CN" altLang="en-US" b="1"/>
          </a:p>
        </p:txBody>
      </p:sp>
      <p:graphicFrame>
        <p:nvGraphicFramePr>
          <p:cNvPr id="7506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27745"/>
              </p:ext>
            </p:extLst>
          </p:nvPr>
        </p:nvGraphicFramePr>
        <p:xfrm>
          <a:off x="7072313" y="1111250"/>
          <a:ext cx="1535548" cy="57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1111250"/>
                        <a:ext cx="1535548" cy="576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125863"/>
              </p:ext>
            </p:extLst>
          </p:nvPr>
        </p:nvGraphicFramePr>
        <p:xfrm>
          <a:off x="728372" y="4149081"/>
          <a:ext cx="2979532" cy="405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6" name="Equation" r:id="rId11" imgW="1625400" imgH="215640" progId="Equation.DSMT4">
                  <p:embed/>
                </p:oleObj>
              </mc:Choice>
              <mc:Fallback>
                <p:oleObj name="Equation" r:id="rId11" imgW="1625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72" y="4149081"/>
                        <a:ext cx="2979532" cy="405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632945"/>
              </p:ext>
            </p:extLst>
          </p:nvPr>
        </p:nvGraphicFramePr>
        <p:xfrm>
          <a:off x="745089" y="4869160"/>
          <a:ext cx="3034823" cy="393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7" name="Equation" r:id="rId13" imgW="1701720" imgH="215640" progId="Equation.DSMT4">
                  <p:embed/>
                </p:oleObj>
              </mc:Choice>
              <mc:Fallback>
                <p:oleObj name="Equation" r:id="rId13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089" y="4869160"/>
                        <a:ext cx="3034823" cy="393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246906"/>
              </p:ext>
            </p:extLst>
          </p:nvPr>
        </p:nvGraphicFramePr>
        <p:xfrm>
          <a:off x="687388" y="5529263"/>
          <a:ext cx="33035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" name="Equation" r:id="rId15" imgW="1434960" imgH="279360" progId="Equation.DSMT4">
                  <p:embed/>
                </p:oleObj>
              </mc:Choice>
              <mc:Fallback>
                <p:oleObj name="Equation" r:id="rId15" imgW="1434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5529263"/>
                        <a:ext cx="33035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422810"/>
              </p:ext>
            </p:extLst>
          </p:nvPr>
        </p:nvGraphicFramePr>
        <p:xfrm>
          <a:off x="746125" y="3275013"/>
          <a:ext cx="268287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9" name="Equation" r:id="rId17" imgW="1358640" imgH="419040" progId="Equation.DSMT4">
                  <p:embed/>
                </p:oleObj>
              </mc:Choice>
              <mc:Fallback>
                <p:oleObj name="Equation" r:id="rId17" imgW="1358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3275013"/>
                        <a:ext cx="268287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21" name="Text Box 29"/>
          <p:cNvSpPr txBox="1">
            <a:spLocks noChangeArrowheads="1"/>
          </p:cNvSpPr>
          <p:nvPr/>
        </p:nvSpPr>
        <p:spPr bwMode="auto">
          <a:xfrm>
            <a:off x="4284663" y="2420938"/>
            <a:ext cx="3187700" cy="656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2</a:t>
            </a:r>
            <a:r>
              <a:rPr lang="zh-CN" altLang="en-US" sz="2800" b="1"/>
              <a:t>）间接法</a:t>
            </a:r>
          </a:p>
        </p:txBody>
      </p:sp>
      <p:sp>
        <p:nvSpPr>
          <p:cNvPr id="750622" name="Text Box 30"/>
          <p:cNvSpPr txBox="1">
            <a:spLocks noChangeArrowheads="1"/>
          </p:cNvSpPr>
          <p:nvPr/>
        </p:nvSpPr>
        <p:spPr bwMode="auto">
          <a:xfrm>
            <a:off x="4329113" y="3213100"/>
            <a:ext cx="4635500" cy="224155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5000"/>
              </a:lnSpc>
            </a:pPr>
            <a:r>
              <a:rPr lang="en-US" altLang="zh-CN" b="1"/>
              <a:t>        </a:t>
            </a:r>
            <a:r>
              <a:rPr lang="zh-CN" altLang="en-US" b="1"/>
              <a:t>利用已知的幂级数展开式，通过变量替换、四则运算、逐项求导或逐项积分等方法，得到函数的幂级数展开式。</a:t>
            </a:r>
          </a:p>
        </p:txBody>
      </p:sp>
    </p:spTree>
    <p:extLst>
      <p:ext uri="{BB962C8B-B14F-4D97-AF65-F5344CB8AC3E}">
        <p14:creationId xmlns:p14="http://schemas.microsoft.com/office/powerpoint/2010/main" val="298307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5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5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5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5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5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5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6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6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75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75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594" grpId="0" autoUpdateAnimBg="0"/>
      <p:bldP spid="750607" grpId="0" autoUpdateAnimBg="0"/>
      <p:bldP spid="750608" grpId="0" autoUpdateAnimBg="0"/>
      <p:bldP spid="750614" grpId="0" animBg="1"/>
      <p:bldP spid="750621" grpId="0" autoUpdateAnimBg="0"/>
      <p:bldP spid="750622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367843"/>
              </p:ext>
            </p:extLst>
          </p:nvPr>
        </p:nvGraphicFramePr>
        <p:xfrm>
          <a:off x="723900" y="615950"/>
          <a:ext cx="37766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6" name="Equation" r:id="rId3" imgW="1968480" imgH="215640" progId="Equation.DSMT4">
                  <p:embed/>
                </p:oleObj>
              </mc:Choice>
              <mc:Fallback>
                <p:oleObj name="Equation" r:id="rId3" imgW="1968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615950"/>
                        <a:ext cx="37766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112748"/>
              </p:ext>
            </p:extLst>
          </p:nvPr>
        </p:nvGraphicFramePr>
        <p:xfrm>
          <a:off x="4632325" y="615950"/>
          <a:ext cx="26320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" name="Equation" r:id="rId5" imgW="1371600" imgH="215640" progId="Equation.DSMT4">
                  <p:embed/>
                </p:oleObj>
              </mc:Choice>
              <mc:Fallback>
                <p:oleObj name="Equation" r:id="rId5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615950"/>
                        <a:ext cx="26320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191257"/>
              </p:ext>
            </p:extLst>
          </p:nvPr>
        </p:nvGraphicFramePr>
        <p:xfrm>
          <a:off x="7334250" y="620713"/>
          <a:ext cx="15462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8" name="Equation" r:id="rId7" imgW="799920" imgH="203040" progId="Equation.DSMT4">
                  <p:embed/>
                </p:oleObj>
              </mc:Choice>
              <mc:Fallback>
                <p:oleObj name="Equation" r:id="rId7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0" y="620713"/>
                        <a:ext cx="15462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210650"/>
              </p:ext>
            </p:extLst>
          </p:nvPr>
        </p:nvGraphicFramePr>
        <p:xfrm>
          <a:off x="50800" y="1084263"/>
          <a:ext cx="22050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9" name="Equation" r:id="rId9" imgW="1143000" imgH="215640" progId="Equation.DSMT4">
                  <p:embed/>
                </p:oleObj>
              </mc:Choice>
              <mc:Fallback>
                <p:oleObj name="Equation" r:id="rId9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" y="1084263"/>
                        <a:ext cx="22050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629752"/>
              </p:ext>
            </p:extLst>
          </p:nvPr>
        </p:nvGraphicFramePr>
        <p:xfrm>
          <a:off x="2382838" y="1093788"/>
          <a:ext cx="33591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0" name="Equation" r:id="rId11" imgW="1752480" imgH="215640" progId="Equation.DSMT4">
                  <p:embed/>
                </p:oleObj>
              </mc:Choice>
              <mc:Fallback>
                <p:oleObj name="Equation" r:id="rId11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1093788"/>
                        <a:ext cx="33591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651699"/>
              </p:ext>
            </p:extLst>
          </p:nvPr>
        </p:nvGraphicFramePr>
        <p:xfrm>
          <a:off x="5875338" y="1095375"/>
          <a:ext cx="26193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1" name="Equation" r:id="rId13" imgW="1358640" imgH="215640" progId="Equation.DSMT4">
                  <p:embed/>
                </p:oleObj>
              </mc:Choice>
              <mc:Fallback>
                <p:oleObj name="Equation" r:id="rId13" imgW="1358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1095375"/>
                        <a:ext cx="26193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035857"/>
              </p:ext>
            </p:extLst>
          </p:nvPr>
        </p:nvGraphicFramePr>
        <p:xfrm>
          <a:off x="1641475" y="1401763"/>
          <a:ext cx="388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2" name="Equation" r:id="rId15" imgW="2031840" imgH="431640" progId="Equation.DSMT4">
                  <p:embed/>
                </p:oleObj>
              </mc:Choice>
              <mc:Fallback>
                <p:oleObj name="Equation" r:id="rId15" imgW="2031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1401763"/>
                        <a:ext cx="3886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954787"/>
              </p:ext>
            </p:extLst>
          </p:nvPr>
        </p:nvGraphicFramePr>
        <p:xfrm>
          <a:off x="61913" y="2225675"/>
          <a:ext cx="7477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" name="Equation" r:id="rId17" imgW="380880" imgH="215640" progId="Equation.DSMT4">
                  <p:embed/>
                </p:oleObj>
              </mc:Choice>
              <mc:Fallback>
                <p:oleObj name="Equation" r:id="rId17" imgW="380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2225675"/>
                        <a:ext cx="7477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567651"/>
              </p:ext>
            </p:extLst>
          </p:nvPr>
        </p:nvGraphicFramePr>
        <p:xfrm>
          <a:off x="855663" y="2227263"/>
          <a:ext cx="26368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4" name="Equation" r:id="rId19" imgW="1371600" imgH="215640" progId="Equation.DSMT4">
                  <p:embed/>
                </p:oleObj>
              </mc:Choice>
              <mc:Fallback>
                <p:oleObj name="Equation" r:id="rId19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2227263"/>
                        <a:ext cx="26368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261148"/>
              </p:ext>
            </p:extLst>
          </p:nvPr>
        </p:nvGraphicFramePr>
        <p:xfrm>
          <a:off x="1230313" y="2554288"/>
          <a:ext cx="47101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5" name="Equation" r:id="rId21" imgW="2463480" imgH="431640" progId="Equation.DSMT4">
                  <p:embed/>
                </p:oleObj>
              </mc:Choice>
              <mc:Fallback>
                <p:oleObj name="Equation" r:id="rId21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2554288"/>
                        <a:ext cx="47101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14484"/>
              </p:ext>
            </p:extLst>
          </p:nvPr>
        </p:nvGraphicFramePr>
        <p:xfrm>
          <a:off x="1792288" y="3328988"/>
          <a:ext cx="63182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6" name="Equation" r:id="rId23" imgW="317160" imgH="914400" progId="Equation.DSMT4">
                  <p:embed/>
                </p:oleObj>
              </mc:Choice>
              <mc:Fallback>
                <p:oleObj name="Equation" r:id="rId23" imgW="31716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3328988"/>
                        <a:ext cx="63182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924158"/>
              </p:ext>
            </p:extLst>
          </p:nvPr>
        </p:nvGraphicFramePr>
        <p:xfrm>
          <a:off x="6003925" y="3351213"/>
          <a:ext cx="27828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" name="Equation" r:id="rId25" imgW="1447560" imgH="215640" progId="Equation.DSMT4">
                  <p:embed/>
                </p:oleObj>
              </mc:Choice>
              <mc:Fallback>
                <p:oleObj name="Equation" r:id="rId25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3351213"/>
                        <a:ext cx="27828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182674"/>
              </p:ext>
            </p:extLst>
          </p:nvPr>
        </p:nvGraphicFramePr>
        <p:xfrm>
          <a:off x="2232025" y="3344863"/>
          <a:ext cx="750888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8" name="Equation" r:id="rId27" imgW="380880" imgH="203040" progId="Equation.DSMT4">
                  <p:embed/>
                </p:oleObj>
              </mc:Choice>
              <mc:Fallback>
                <p:oleObj name="Equation" r:id="rId27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3344863"/>
                        <a:ext cx="750888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332760"/>
              </p:ext>
            </p:extLst>
          </p:nvPr>
        </p:nvGraphicFramePr>
        <p:xfrm>
          <a:off x="5997575" y="3963988"/>
          <a:ext cx="27828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9" name="Equation" r:id="rId29" imgW="1447560" imgH="215640" progId="Equation.DSMT4">
                  <p:embed/>
                </p:oleObj>
              </mc:Choice>
              <mc:Fallback>
                <p:oleObj name="Equation" r:id="rId29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3963988"/>
                        <a:ext cx="27828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203517"/>
              </p:ext>
            </p:extLst>
          </p:nvPr>
        </p:nvGraphicFramePr>
        <p:xfrm>
          <a:off x="2322513" y="3776663"/>
          <a:ext cx="24098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" name="Equation" r:id="rId31" imgW="1257120" imgH="393480" progId="Equation.DSMT4">
                  <p:embed/>
                </p:oleObj>
              </mc:Choice>
              <mc:Fallback>
                <p:oleObj name="Equation" r:id="rId31" imgW="1257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3776663"/>
                        <a:ext cx="24098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88602"/>
              </p:ext>
            </p:extLst>
          </p:nvPr>
        </p:nvGraphicFramePr>
        <p:xfrm>
          <a:off x="6042025" y="4554538"/>
          <a:ext cx="13700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" name="Equation" r:id="rId33" imgW="711000" imgH="203040" progId="Equation.DSMT4">
                  <p:embed/>
                </p:oleObj>
              </mc:Choice>
              <mc:Fallback>
                <p:oleObj name="Equation" r:id="rId33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4554538"/>
                        <a:ext cx="13700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68833"/>
              </p:ext>
            </p:extLst>
          </p:nvPr>
        </p:nvGraphicFramePr>
        <p:xfrm>
          <a:off x="2289175" y="4452938"/>
          <a:ext cx="24574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2" name="Equation" r:id="rId35" imgW="1282680" imgH="393480" progId="Equation.DSMT4">
                  <p:embed/>
                </p:oleObj>
              </mc:Choice>
              <mc:Fallback>
                <p:oleObj name="Equation" r:id="rId35" imgW="1282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4452938"/>
                        <a:ext cx="24574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791994"/>
              </p:ext>
            </p:extLst>
          </p:nvPr>
        </p:nvGraphicFramePr>
        <p:xfrm>
          <a:off x="627063" y="5157788"/>
          <a:ext cx="8016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3" name="公式" r:id="rId37" imgW="409651" imgH="181051" progId="Equation.3">
                  <p:embed/>
                </p:oleObj>
              </mc:Choice>
              <mc:Fallback>
                <p:oleObj name="公式" r:id="rId37" imgW="409651" imgH="1810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5157788"/>
                        <a:ext cx="80168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381394"/>
              </p:ext>
            </p:extLst>
          </p:nvPr>
        </p:nvGraphicFramePr>
        <p:xfrm>
          <a:off x="1465263" y="5151438"/>
          <a:ext cx="29273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4" name="Equation" r:id="rId39" imgW="1523880" imgH="215640" progId="Equation.DSMT4">
                  <p:embed/>
                </p:oleObj>
              </mc:Choice>
              <mc:Fallback>
                <p:oleObj name="Equation" r:id="rId39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5151438"/>
                        <a:ext cx="29273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24623"/>
              </p:ext>
            </p:extLst>
          </p:nvPr>
        </p:nvGraphicFramePr>
        <p:xfrm>
          <a:off x="4405313" y="5153025"/>
          <a:ext cx="364013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5" name="Equation" r:id="rId41" imgW="1904760" imgH="215640" progId="Equation.DSMT4">
                  <p:embed/>
                </p:oleObj>
              </mc:Choice>
              <mc:Fallback>
                <p:oleObj name="Equation" r:id="rId41" imgW="1904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313" y="5153025"/>
                        <a:ext cx="364013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857982"/>
              </p:ext>
            </p:extLst>
          </p:nvPr>
        </p:nvGraphicFramePr>
        <p:xfrm>
          <a:off x="8062913" y="5146675"/>
          <a:ext cx="968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6" name="Equation" r:id="rId43" imgW="495000" imgH="203040" progId="Equation.DSMT4">
                  <p:embed/>
                </p:oleObj>
              </mc:Choice>
              <mc:Fallback>
                <p:oleObj name="Equation" r:id="rId43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2913" y="5146675"/>
                        <a:ext cx="968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159401"/>
              </p:ext>
            </p:extLst>
          </p:nvPr>
        </p:nvGraphicFramePr>
        <p:xfrm>
          <a:off x="34925" y="5586413"/>
          <a:ext cx="16208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7" name="Equation" r:id="rId45" imgW="838080" imgH="215640" progId="Equation.DSMT4">
                  <p:embed/>
                </p:oleObj>
              </mc:Choice>
              <mc:Fallback>
                <p:oleObj name="Equation" r:id="rId45" imgW="838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5586413"/>
                        <a:ext cx="16208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206526"/>
              </p:ext>
            </p:extLst>
          </p:nvPr>
        </p:nvGraphicFramePr>
        <p:xfrm>
          <a:off x="1644650" y="5589588"/>
          <a:ext cx="31178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" name="Equation" r:id="rId47" imgW="1562040" imgH="203040" progId="Equation.DSMT4">
                  <p:embed/>
                </p:oleObj>
              </mc:Choice>
              <mc:Fallback>
                <p:oleObj name="Equation" r:id="rId47" imgW="1562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5589588"/>
                        <a:ext cx="31178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204380"/>
              </p:ext>
            </p:extLst>
          </p:nvPr>
        </p:nvGraphicFramePr>
        <p:xfrm>
          <a:off x="4894263" y="5614988"/>
          <a:ext cx="23891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" name="Equation" r:id="rId49" imgW="1244520" imgH="215640" progId="Equation.DSMT4">
                  <p:embed/>
                </p:oleObj>
              </mc:Choice>
              <mc:Fallback>
                <p:oleObj name="Equation" r:id="rId49" imgW="1244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63" y="5614988"/>
                        <a:ext cx="23891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243146"/>
              </p:ext>
            </p:extLst>
          </p:nvPr>
        </p:nvGraphicFramePr>
        <p:xfrm>
          <a:off x="7372350" y="5589588"/>
          <a:ext cx="16494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" name="Equation" r:id="rId51" imgW="799920" imgH="203040" progId="Equation.DSMT4">
                  <p:embed/>
                </p:oleObj>
              </mc:Choice>
              <mc:Fallback>
                <p:oleObj name="Equation" r:id="rId51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5589588"/>
                        <a:ext cx="16494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891822"/>
              </p:ext>
            </p:extLst>
          </p:nvPr>
        </p:nvGraphicFramePr>
        <p:xfrm>
          <a:off x="47625" y="6053138"/>
          <a:ext cx="220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1" name="Equation" r:id="rId53" imgW="1143000" imgH="215640" progId="Equation.DSMT4">
                  <p:embed/>
                </p:oleObj>
              </mc:Choice>
              <mc:Fallback>
                <p:oleObj name="Equation" r:id="rId53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" y="6053138"/>
                        <a:ext cx="2209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285777"/>
              </p:ext>
            </p:extLst>
          </p:nvPr>
        </p:nvGraphicFramePr>
        <p:xfrm>
          <a:off x="2317750" y="6067425"/>
          <a:ext cx="32226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2" name="Equation" r:id="rId55" imgW="1574640" imgH="203040" progId="Equation.DSMT4">
                  <p:embed/>
                </p:oleObj>
              </mc:Choice>
              <mc:Fallback>
                <p:oleObj name="Equation" r:id="rId55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6067425"/>
                        <a:ext cx="32226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90" name="Text Box 30"/>
          <p:cNvSpPr txBox="1">
            <a:spLocks noChangeArrowheads="1"/>
          </p:cNvSpPr>
          <p:nvPr/>
        </p:nvSpPr>
        <p:spPr bwMode="auto">
          <a:xfrm>
            <a:off x="585788" y="19050"/>
            <a:ext cx="37240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zh-CN" altLang="en-US" b="1" dirty="0">
                <a:solidFill>
                  <a:srgbClr val="FF0000"/>
                </a:solidFill>
              </a:rPr>
              <a:t>、傅里叶级数的收敛定理</a:t>
            </a:r>
          </a:p>
        </p:txBody>
      </p:sp>
      <p:sp>
        <p:nvSpPr>
          <p:cNvPr id="757791" name="Text Box 31"/>
          <p:cNvSpPr txBox="1">
            <a:spLocks noChangeArrowheads="1"/>
          </p:cNvSpPr>
          <p:nvPr/>
        </p:nvSpPr>
        <p:spPr bwMode="auto">
          <a:xfrm>
            <a:off x="468313" y="6323013"/>
            <a:ext cx="56124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说明：上述结论同样适用 </a:t>
            </a:r>
            <a:r>
              <a:rPr lang="en-US" altLang="zh-CN" b="1" i="1"/>
              <a:t>l</a:t>
            </a:r>
            <a:r>
              <a:rPr lang="en-US" altLang="zh-CN" b="1"/>
              <a:t> = </a:t>
            </a:r>
            <a:r>
              <a:rPr lang="en-US" altLang="zh-CN" b="1">
                <a:sym typeface="Symbol" pitchFamily="18" charset="2"/>
              </a:rPr>
              <a:t> </a:t>
            </a:r>
            <a:r>
              <a:rPr lang="zh-CN" altLang="en-US" b="1">
                <a:sym typeface="Symbol" pitchFamily="18" charset="2"/>
              </a:rPr>
              <a:t>的 情形。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29414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5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5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5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5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5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5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5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7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75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5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75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5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75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75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75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5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75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75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75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75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75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2000"/>
                                        <p:tgtEl>
                                          <p:spTgt spid="75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75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300"/>
                                        <p:tgtEl>
                                          <p:spTgt spid="75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0" grpId="0" autoUpdateAnimBg="0"/>
      <p:bldP spid="7577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615" name="Text Box 31"/>
          <p:cNvSpPr txBox="1">
            <a:spLocks noChangeArrowheads="1"/>
          </p:cNvSpPr>
          <p:nvPr/>
        </p:nvSpPr>
        <p:spPr bwMode="auto">
          <a:xfrm>
            <a:off x="684213" y="115888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0066FF"/>
                </a:solidFill>
              </a:rPr>
              <a:t>重点</a:t>
            </a:r>
            <a:r>
              <a:rPr lang="zh-CN" altLang="en-US" sz="2400" b="1" dirty="0">
                <a:solidFill>
                  <a:srgbClr val="0066FF"/>
                </a:solidFill>
              </a:rPr>
              <a:t>、难点、易错点解析</a:t>
            </a:r>
          </a:p>
        </p:txBody>
      </p:sp>
      <p:sp>
        <p:nvSpPr>
          <p:cNvPr id="729092" name="Text Box 4"/>
          <p:cNvSpPr txBox="1">
            <a:spLocks noChangeArrowheads="1"/>
          </p:cNvSpPr>
          <p:nvPr/>
        </p:nvSpPr>
        <p:spPr bwMode="auto">
          <a:xfrm>
            <a:off x="387350" y="595313"/>
            <a:ext cx="6561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  1</a:t>
            </a:r>
            <a:r>
              <a:rPr lang="zh-CN" altLang="en-US" b="1">
                <a:solidFill>
                  <a:srgbClr val="FF0000"/>
                </a:solidFill>
              </a:rPr>
              <a:t>、绝对收敛判别法判别级数敛散性问题</a:t>
            </a:r>
          </a:p>
        </p:txBody>
      </p:sp>
      <p:sp>
        <p:nvSpPr>
          <p:cNvPr id="730118" name="Text Box 6"/>
          <p:cNvSpPr txBox="1">
            <a:spLocks noChangeArrowheads="1"/>
          </p:cNvSpPr>
          <p:nvPr/>
        </p:nvSpPr>
        <p:spPr bwMode="auto">
          <a:xfrm>
            <a:off x="577850" y="1249363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若正项级数</a:t>
            </a:r>
          </a:p>
        </p:txBody>
      </p:sp>
      <p:graphicFrame>
        <p:nvGraphicFramePr>
          <p:cNvPr id="73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971559"/>
              </p:ext>
            </p:extLst>
          </p:nvPr>
        </p:nvGraphicFramePr>
        <p:xfrm>
          <a:off x="2143125" y="1173163"/>
          <a:ext cx="103981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6" name="Equation" r:id="rId3" imgW="660240" imgH="444240" progId="Equation.DSMT4">
                  <p:embed/>
                </p:oleObj>
              </mc:Choice>
              <mc:Fallback>
                <p:oleObj name="Equation" r:id="rId3" imgW="660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173163"/>
                        <a:ext cx="1039813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0" name="Text Box 8"/>
          <p:cNvSpPr txBox="1">
            <a:spLocks noChangeArrowheads="1"/>
          </p:cNvSpPr>
          <p:nvPr/>
        </p:nvSpPr>
        <p:spPr bwMode="auto">
          <a:xfrm>
            <a:off x="3132138" y="1295400"/>
            <a:ext cx="1419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收敛</a:t>
            </a:r>
            <a:r>
              <a:rPr lang="en-US" altLang="zh-CN" b="1"/>
              <a:t>,</a:t>
            </a:r>
          </a:p>
        </p:txBody>
      </p:sp>
      <p:sp>
        <p:nvSpPr>
          <p:cNvPr id="730121" name="Text Box 9"/>
          <p:cNvSpPr txBox="1">
            <a:spLocks noChangeArrowheads="1"/>
          </p:cNvSpPr>
          <p:nvPr/>
        </p:nvSpPr>
        <p:spPr bwMode="auto">
          <a:xfrm>
            <a:off x="3924300" y="1268413"/>
            <a:ext cx="1439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则级数</a:t>
            </a:r>
          </a:p>
        </p:txBody>
      </p:sp>
      <p:sp>
        <p:nvSpPr>
          <p:cNvPr id="730134" name="Text Box 22"/>
          <p:cNvSpPr txBox="1">
            <a:spLocks noChangeArrowheads="1"/>
          </p:cNvSpPr>
          <p:nvPr/>
        </p:nvSpPr>
        <p:spPr bwMode="auto">
          <a:xfrm>
            <a:off x="5508625" y="1314450"/>
            <a:ext cx="3671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绝对收敛，当然收敛</a:t>
            </a:r>
            <a:r>
              <a:rPr lang="en-US" altLang="zh-CN" b="1"/>
              <a:t>.</a:t>
            </a:r>
          </a:p>
        </p:txBody>
      </p:sp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349095"/>
              </p:ext>
            </p:extLst>
          </p:nvPr>
        </p:nvGraphicFramePr>
        <p:xfrm>
          <a:off x="4932363" y="1196975"/>
          <a:ext cx="71913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" name="Equation" r:id="rId5" imgW="457200" imgH="444240" progId="Equation.DSMT4">
                  <p:embed/>
                </p:oleObj>
              </mc:Choice>
              <mc:Fallback>
                <p:oleObj name="Equation" r:id="rId5" imgW="457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196975"/>
                        <a:ext cx="719137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39750" y="1968500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若正项级数</a:t>
            </a: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175265"/>
              </p:ext>
            </p:extLst>
          </p:nvPr>
        </p:nvGraphicFramePr>
        <p:xfrm>
          <a:off x="2105025" y="1892300"/>
          <a:ext cx="103981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" name="Equation" r:id="rId7" imgW="660240" imgH="444240" progId="Equation.DSMT4">
                  <p:embed/>
                </p:oleObj>
              </mc:Choice>
              <mc:Fallback>
                <p:oleObj name="Equation" r:id="rId7" imgW="660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1892300"/>
                        <a:ext cx="103981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094038" y="2014538"/>
            <a:ext cx="1419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发散</a:t>
            </a:r>
            <a:r>
              <a:rPr lang="en-US" altLang="zh-CN" b="1"/>
              <a:t>,</a:t>
            </a:r>
          </a:p>
        </p:txBody>
      </p:sp>
      <p:grpSp>
        <p:nvGrpSpPr>
          <p:cNvPr id="835628" name="Group 44"/>
          <p:cNvGrpSpPr>
            <a:grpSpLocks/>
          </p:cNvGrpSpPr>
          <p:nvPr/>
        </p:nvGrpSpPr>
        <p:grpSpPr bwMode="auto">
          <a:xfrm>
            <a:off x="3995738" y="2203450"/>
            <a:ext cx="320675" cy="288925"/>
            <a:chOff x="3016" y="2069"/>
            <a:chExt cx="202" cy="182"/>
          </a:xfrm>
        </p:grpSpPr>
        <p:graphicFrame>
          <p:nvGraphicFramePr>
            <p:cNvPr id="6" name="Object 7"/>
            <p:cNvGraphicFramePr>
              <a:graphicFrameLocks noChangeAspect="1"/>
            </p:cNvGraphicFramePr>
            <p:nvPr/>
          </p:nvGraphicFramePr>
          <p:xfrm>
            <a:off x="3016" y="2084"/>
            <a:ext cx="202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09" name="公式" r:id="rId9" imgW="203040" imgH="139680" progId="Equation.3">
                    <p:embed/>
                  </p:oleObj>
                </mc:Choice>
                <mc:Fallback>
                  <p:oleObj name="公式" r:id="rId9" imgW="20304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2084"/>
                          <a:ext cx="202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5627" name="Line 43"/>
            <p:cNvSpPr>
              <a:spLocks noChangeShapeType="1"/>
            </p:cNvSpPr>
            <p:nvPr/>
          </p:nvSpPr>
          <p:spPr bwMode="auto">
            <a:xfrm>
              <a:off x="3061" y="2069"/>
              <a:ext cx="91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b="1"/>
            </a:p>
          </p:txBody>
        </p:sp>
      </p:grp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284663" y="1989138"/>
            <a:ext cx="143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级数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87459"/>
              </p:ext>
            </p:extLst>
          </p:nvPr>
        </p:nvGraphicFramePr>
        <p:xfrm>
          <a:off x="5003800" y="1916113"/>
          <a:ext cx="719138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0" name="Equation" r:id="rId11" imgW="457200" imgH="444240" progId="Equation.DSMT4">
                  <p:embed/>
                </p:oleObj>
              </mc:Choice>
              <mc:Fallback>
                <p:oleObj name="Equation" r:id="rId11" imgW="457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916113"/>
                        <a:ext cx="719138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5651500" y="2035175"/>
            <a:ext cx="2374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一定发散</a:t>
            </a:r>
            <a:r>
              <a:rPr lang="en-US" altLang="zh-CN" b="1"/>
              <a:t>.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39750" y="2682875"/>
            <a:ext cx="5832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但是如果用比值法（根值法）判别级数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816364"/>
              </p:ext>
            </p:extLst>
          </p:nvPr>
        </p:nvGraphicFramePr>
        <p:xfrm>
          <a:off x="5815013" y="2613025"/>
          <a:ext cx="10398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1" name="Equation" r:id="rId13" imgW="660240" imgH="444240" progId="Equation.DSMT4">
                  <p:embed/>
                </p:oleObj>
              </mc:Choice>
              <mc:Fallback>
                <p:oleObj name="Equation" r:id="rId13" imgW="660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2613025"/>
                        <a:ext cx="10398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732588" y="2708275"/>
            <a:ext cx="1419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发散</a:t>
            </a:r>
            <a:r>
              <a:rPr lang="en-US" altLang="zh-CN" b="1"/>
              <a:t>,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7667625" y="2682875"/>
            <a:ext cx="1439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则级数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01285"/>
              </p:ext>
            </p:extLst>
          </p:nvPr>
        </p:nvGraphicFramePr>
        <p:xfrm>
          <a:off x="180975" y="3213100"/>
          <a:ext cx="71913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2" name="公式" r:id="rId15" imgW="457200" imgH="444240" progId="Equation.3">
                  <p:embed/>
                </p:oleObj>
              </mc:Choice>
              <mc:Fallback>
                <p:oleObj name="公式" r:id="rId15" imgW="457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3213100"/>
                        <a:ext cx="719138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828675" y="3332163"/>
            <a:ext cx="2374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/>
              <a:t>一定发散</a:t>
            </a:r>
            <a:r>
              <a:rPr lang="en-US" altLang="zh-CN" b="1"/>
              <a:t>.</a:t>
            </a:r>
          </a:p>
        </p:txBody>
      </p:sp>
      <p:grpSp>
        <p:nvGrpSpPr>
          <p:cNvPr id="835644" name="Group 60"/>
          <p:cNvGrpSpPr>
            <a:grpSpLocks/>
          </p:cNvGrpSpPr>
          <p:nvPr/>
        </p:nvGrpSpPr>
        <p:grpSpPr bwMode="auto">
          <a:xfrm>
            <a:off x="2411413" y="3429000"/>
            <a:ext cx="3792537" cy="552450"/>
            <a:chOff x="1519" y="2160"/>
            <a:chExt cx="2389" cy="348"/>
          </a:xfrm>
        </p:grpSpPr>
        <p:graphicFrame>
          <p:nvGraphicFramePr>
            <p:cNvPr id="16" name="Object 7"/>
            <p:cNvGraphicFramePr>
              <a:graphicFrameLocks noChangeAspect="1"/>
            </p:cNvGraphicFramePr>
            <p:nvPr/>
          </p:nvGraphicFramePr>
          <p:xfrm>
            <a:off x="1519" y="2160"/>
            <a:ext cx="2389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3" name="公式" r:id="rId17" imgW="2133360" imgH="291960" progId="Equation.3">
                    <p:embed/>
                  </p:oleObj>
                </mc:Choice>
                <mc:Fallback>
                  <p:oleObj name="公式" r:id="rId17" imgW="21333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2160"/>
                          <a:ext cx="2389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5642" name="Line 58"/>
            <p:cNvSpPr>
              <a:spLocks noChangeShapeType="1"/>
            </p:cNvSpPr>
            <p:nvPr/>
          </p:nvSpPr>
          <p:spPr bwMode="auto">
            <a:xfrm>
              <a:off x="2426" y="2251"/>
              <a:ext cx="91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835643" name="Line 59"/>
            <p:cNvSpPr>
              <a:spLocks noChangeShapeType="1"/>
            </p:cNvSpPr>
            <p:nvPr/>
          </p:nvSpPr>
          <p:spPr bwMode="auto">
            <a:xfrm>
              <a:off x="3515" y="2251"/>
              <a:ext cx="91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b="1"/>
            </a:p>
          </p:txBody>
        </p:sp>
      </p:grp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95288" y="4149725"/>
            <a:ext cx="7705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  2</a:t>
            </a:r>
            <a:r>
              <a:rPr lang="zh-CN" altLang="en-US" b="1">
                <a:solidFill>
                  <a:srgbClr val="FF0000"/>
                </a:solidFill>
              </a:rPr>
              <a:t>、幂级数收敛点（发散点）的分布律（</a:t>
            </a:r>
            <a:r>
              <a:rPr lang="en-US" altLang="zh-CN" b="1" i="1">
                <a:solidFill>
                  <a:srgbClr val="FF0000"/>
                </a:solidFill>
              </a:rPr>
              <a:t>Abel</a:t>
            </a:r>
            <a:r>
              <a:rPr lang="zh-CN" altLang="en-US" b="1">
                <a:solidFill>
                  <a:srgbClr val="FF0000"/>
                </a:solidFill>
              </a:rPr>
              <a:t>定理）</a:t>
            </a: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793599"/>
              </p:ext>
            </p:extLst>
          </p:nvPr>
        </p:nvGraphicFramePr>
        <p:xfrm>
          <a:off x="661988" y="4724400"/>
          <a:ext cx="306863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" name="Equation" r:id="rId19" imgW="1587240" imgH="444240" progId="Equation.DSMT4">
                  <p:embed/>
                </p:oleObj>
              </mc:Choice>
              <mc:Fallback>
                <p:oleObj name="Equation" r:id="rId19" imgW="1587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724400"/>
                        <a:ext cx="3068637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4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747660"/>
              </p:ext>
            </p:extLst>
          </p:nvPr>
        </p:nvGraphicFramePr>
        <p:xfrm>
          <a:off x="4033838" y="4941888"/>
          <a:ext cx="3810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" name="Equation" r:id="rId21" imgW="1993680" imgH="228600" progId="Equation.DSMT4">
                  <p:embed/>
                </p:oleObj>
              </mc:Choice>
              <mc:Fallback>
                <p:oleObj name="Equation" r:id="rId21" imgW="1993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4941888"/>
                        <a:ext cx="38100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48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110487"/>
              </p:ext>
            </p:extLst>
          </p:nvPr>
        </p:nvGraphicFramePr>
        <p:xfrm>
          <a:off x="192088" y="5589588"/>
          <a:ext cx="42211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6" name="Equation" r:id="rId23" imgW="2209680" imgH="253800" progId="Equation.DSMT4">
                  <p:embed/>
                </p:oleObj>
              </mc:Choice>
              <mc:Fallback>
                <p:oleObj name="Equation" r:id="rId23" imgW="2209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5589588"/>
                        <a:ext cx="422116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49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937672"/>
              </p:ext>
            </p:extLst>
          </p:nvPr>
        </p:nvGraphicFramePr>
        <p:xfrm>
          <a:off x="4594225" y="5627688"/>
          <a:ext cx="2473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" name="Equation" r:id="rId25" imgW="1295280" imgH="215640" progId="Equation.DSMT4">
                  <p:embed/>
                </p:oleObj>
              </mc:Choice>
              <mc:Fallback>
                <p:oleObj name="Equation" r:id="rId25" imgW="1295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5627688"/>
                        <a:ext cx="24733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50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684933"/>
              </p:ext>
            </p:extLst>
          </p:nvPr>
        </p:nvGraphicFramePr>
        <p:xfrm>
          <a:off x="7177088" y="5649913"/>
          <a:ext cx="18192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" name="Equation" r:id="rId27" imgW="952200" imgH="203040" progId="Equation.DSMT4">
                  <p:embed/>
                </p:oleObj>
              </mc:Choice>
              <mc:Fallback>
                <p:oleObj name="Equation" r:id="rId27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7088" y="5649913"/>
                        <a:ext cx="18192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51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269564"/>
              </p:ext>
            </p:extLst>
          </p:nvPr>
        </p:nvGraphicFramePr>
        <p:xfrm>
          <a:off x="168275" y="6154738"/>
          <a:ext cx="16748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" name="Equation" r:id="rId29" imgW="876240" imgH="228600" progId="Equation.DSMT4">
                  <p:embed/>
                </p:oleObj>
              </mc:Choice>
              <mc:Fallback>
                <p:oleObj name="Equation" r:id="rId29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" y="6154738"/>
                        <a:ext cx="16748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52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254961"/>
              </p:ext>
            </p:extLst>
          </p:nvPr>
        </p:nvGraphicFramePr>
        <p:xfrm>
          <a:off x="2124075" y="6165850"/>
          <a:ext cx="4244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" name="Equation" r:id="rId31" imgW="2222280" imgH="253800" progId="Equation.DSMT4">
                  <p:embed/>
                </p:oleObj>
              </mc:Choice>
              <mc:Fallback>
                <p:oleObj name="Equation" r:id="rId31" imgW="2222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6165850"/>
                        <a:ext cx="42449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5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650270"/>
              </p:ext>
            </p:extLst>
          </p:nvPr>
        </p:nvGraphicFramePr>
        <p:xfrm>
          <a:off x="6497638" y="6165850"/>
          <a:ext cx="18653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1" name="Equation" r:id="rId33" imgW="977760" imgH="203040" progId="Equation.DSMT4">
                  <p:embed/>
                </p:oleObj>
              </mc:Choice>
              <mc:Fallback>
                <p:oleObj name="Equation" r:id="rId33" imgW="977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638" y="6165850"/>
                        <a:ext cx="18653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994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3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73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73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83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7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83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000"/>
                                        <p:tgtEl>
                                          <p:spTgt spid="83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000"/>
                                        <p:tgtEl>
                                          <p:spTgt spid="83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2000"/>
                                        <p:tgtEl>
                                          <p:spTgt spid="83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83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83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83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2000"/>
                                        <p:tgtEl>
                                          <p:spTgt spid="83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615" grpId="0" autoUpdateAnimBg="0"/>
      <p:bldP spid="729092" grpId="0" autoUpdateAnimBg="0"/>
      <p:bldP spid="730118" grpId="0" autoUpdateAnimBg="0"/>
      <p:bldP spid="730120" grpId="0" autoUpdateAnimBg="0"/>
      <p:bldP spid="730121" grpId="0" autoUpdateAnimBg="0"/>
      <p:bldP spid="730134" grpId="0" autoUpdateAnimBg="0"/>
      <p:bldP spid="3" grpId="0" autoUpdateAnimBg="0"/>
      <p:bldP spid="5" grpId="0" autoUpdateAnimBg="0"/>
      <p:bldP spid="7" grpId="0" autoUpdateAnimBg="0"/>
      <p:bldP spid="9" grpId="0" autoUpdateAnimBg="0"/>
      <p:bldP spid="10" grpId="0" autoUpdateAnimBg="0"/>
      <p:bldP spid="12" grpId="0" autoUpdateAnimBg="0"/>
      <p:bldP spid="13" grpId="0" autoUpdateAnimBg="0"/>
      <p:bldP spid="15" grpId="0" autoUpdateAnimBg="0"/>
      <p:bldP spid="1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2" name="Text Box 4"/>
          <p:cNvSpPr txBox="1">
            <a:spLocks noChangeArrowheads="1"/>
          </p:cNvSpPr>
          <p:nvPr/>
        </p:nvSpPr>
        <p:spPr bwMode="auto">
          <a:xfrm>
            <a:off x="603250" y="188913"/>
            <a:ext cx="6561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、缺项幂级数的收敛半径求法</a:t>
            </a:r>
          </a:p>
        </p:txBody>
      </p:sp>
      <p:graphicFrame>
        <p:nvGraphicFramePr>
          <p:cNvPr id="7495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834958"/>
              </p:ext>
            </p:extLst>
          </p:nvPr>
        </p:nvGraphicFramePr>
        <p:xfrm>
          <a:off x="4019550" y="692150"/>
          <a:ext cx="3487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" name="Equation" r:id="rId3" imgW="1790640" imgH="482400" progId="Equation.DSMT4">
                  <p:embed/>
                </p:oleObj>
              </mc:Choice>
              <mc:Fallback>
                <p:oleObj name="Equation" r:id="rId3" imgW="1790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692150"/>
                        <a:ext cx="34877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212625"/>
              </p:ext>
            </p:extLst>
          </p:nvPr>
        </p:nvGraphicFramePr>
        <p:xfrm>
          <a:off x="720725" y="765175"/>
          <a:ext cx="321627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1" name="Equation" r:id="rId5" imgW="1663560" imgH="444240" progId="Equation.DSMT4">
                  <p:embed/>
                </p:oleObj>
              </mc:Choice>
              <mc:Fallback>
                <p:oleObj name="Equation" r:id="rId5" imgW="1663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765175"/>
                        <a:ext cx="321627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743695"/>
              </p:ext>
            </p:extLst>
          </p:nvPr>
        </p:nvGraphicFramePr>
        <p:xfrm>
          <a:off x="7561263" y="776288"/>
          <a:ext cx="126206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2" name="Equation" r:id="rId7" imgW="647640" imgH="419040" progId="Equation.DSMT4">
                  <p:embed/>
                </p:oleObj>
              </mc:Choice>
              <mc:Fallback>
                <p:oleObj name="Equation" r:id="rId7" imgW="647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776288"/>
                        <a:ext cx="1262062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101609"/>
              </p:ext>
            </p:extLst>
          </p:nvPr>
        </p:nvGraphicFramePr>
        <p:xfrm>
          <a:off x="709613" y="1557338"/>
          <a:ext cx="3240087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3" name="Equation" r:id="rId9" imgW="1676160" imgH="444240" progId="Equation.DSMT4">
                  <p:embed/>
                </p:oleObj>
              </mc:Choice>
              <mc:Fallback>
                <p:oleObj name="Equation" r:id="rId9" imgW="1676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1557338"/>
                        <a:ext cx="3240087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970697"/>
              </p:ext>
            </p:extLst>
          </p:nvPr>
        </p:nvGraphicFramePr>
        <p:xfrm>
          <a:off x="4056063" y="1773238"/>
          <a:ext cx="2479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4" name="Equation" r:id="rId11" imgW="1282680" imgH="215640" progId="Equation.DSMT4">
                  <p:embed/>
                </p:oleObj>
              </mc:Choice>
              <mc:Fallback>
                <p:oleObj name="Equation" r:id="rId11" imgW="1282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1773238"/>
                        <a:ext cx="24796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120915"/>
              </p:ext>
            </p:extLst>
          </p:nvPr>
        </p:nvGraphicFramePr>
        <p:xfrm>
          <a:off x="6670675" y="1773238"/>
          <a:ext cx="18176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5" name="Equation" r:id="rId13" imgW="939600" imgH="215640" progId="Equation.DSMT4">
                  <p:embed/>
                </p:oleObj>
              </mc:Choice>
              <mc:Fallback>
                <p:oleObj name="Equation" r:id="rId13" imgW="93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675" y="1773238"/>
                        <a:ext cx="18176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414528"/>
              </p:ext>
            </p:extLst>
          </p:nvPr>
        </p:nvGraphicFramePr>
        <p:xfrm>
          <a:off x="720725" y="2420938"/>
          <a:ext cx="38338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6" name="Equation" r:id="rId15" imgW="1968480" imgH="482400" progId="Equation.DSMT4">
                  <p:embed/>
                </p:oleObj>
              </mc:Choice>
              <mc:Fallback>
                <p:oleObj name="Equation" r:id="rId15" imgW="1968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420938"/>
                        <a:ext cx="38338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978954"/>
              </p:ext>
            </p:extLst>
          </p:nvPr>
        </p:nvGraphicFramePr>
        <p:xfrm>
          <a:off x="4679950" y="2465388"/>
          <a:ext cx="1484313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7" name="Equation" r:id="rId17" imgW="761760" imgH="444240" progId="Equation.DSMT4">
                  <p:embed/>
                </p:oleObj>
              </mc:Choice>
              <mc:Fallback>
                <p:oleObj name="Equation" r:id="rId17" imgW="761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2465388"/>
                        <a:ext cx="1484313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4925" y="3357563"/>
            <a:ext cx="9109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        4</a:t>
            </a:r>
            <a:r>
              <a:rPr lang="zh-CN" altLang="en-US" b="1">
                <a:solidFill>
                  <a:srgbClr val="FF0000"/>
                </a:solidFill>
              </a:rPr>
              <a:t>、满足收敛定理条件的以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en-US" altLang="zh-CN" b="1" i="1">
                <a:solidFill>
                  <a:srgbClr val="FF0000"/>
                </a:solidFill>
              </a:rPr>
              <a:t>l</a:t>
            </a:r>
            <a:r>
              <a:rPr lang="zh-CN" altLang="en-US" b="1">
                <a:solidFill>
                  <a:srgbClr val="FF0000"/>
                </a:solidFill>
              </a:rPr>
              <a:t>为周期的函数</a:t>
            </a:r>
            <a:r>
              <a:rPr lang="en-US" altLang="zh-CN" b="1" i="1">
                <a:solidFill>
                  <a:srgbClr val="FF0000"/>
                </a:solidFill>
              </a:rPr>
              <a:t>f</a:t>
            </a:r>
            <a:r>
              <a:rPr lang="en-US" altLang="zh-CN" b="1">
                <a:solidFill>
                  <a:srgbClr val="FF0000"/>
                </a:solidFill>
              </a:rPr>
              <a:t>(</a:t>
            </a:r>
            <a:r>
              <a:rPr lang="en-US" altLang="zh-CN" b="1" i="1">
                <a:solidFill>
                  <a:srgbClr val="FF0000"/>
                </a:solidFill>
              </a:rPr>
              <a:t>x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r>
              <a:rPr lang="zh-CN" altLang="en-US" b="1">
                <a:solidFill>
                  <a:srgbClr val="FF0000"/>
                </a:solidFill>
              </a:rPr>
              <a:t>与其傅里叶展式的和函数</a:t>
            </a:r>
            <a:r>
              <a:rPr lang="en-US" altLang="zh-CN" b="1" i="1">
                <a:solidFill>
                  <a:srgbClr val="FF0000"/>
                </a:solidFill>
              </a:rPr>
              <a:t>S</a:t>
            </a:r>
            <a:r>
              <a:rPr lang="en-US" altLang="zh-CN" b="1">
                <a:solidFill>
                  <a:srgbClr val="FF0000"/>
                </a:solidFill>
              </a:rPr>
              <a:t>(</a:t>
            </a:r>
            <a:r>
              <a:rPr lang="en-US" altLang="zh-CN" b="1" i="1">
                <a:solidFill>
                  <a:srgbClr val="FF0000"/>
                </a:solidFill>
              </a:rPr>
              <a:t>x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r>
              <a:rPr lang="zh-CN" altLang="en-US" b="1">
                <a:solidFill>
                  <a:srgbClr val="FF0000"/>
                </a:solidFill>
              </a:rPr>
              <a:t>的关系</a:t>
            </a:r>
          </a:p>
        </p:txBody>
      </p:sp>
      <p:graphicFrame>
        <p:nvGraphicFramePr>
          <p:cNvPr id="7577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083656"/>
              </p:ext>
            </p:extLst>
          </p:nvPr>
        </p:nvGraphicFramePr>
        <p:xfrm>
          <a:off x="1146175" y="4254500"/>
          <a:ext cx="47101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8" name="Equation" r:id="rId19" imgW="2463480" imgH="431640" progId="Equation.DSMT4">
                  <p:embed/>
                </p:oleObj>
              </mc:Choice>
              <mc:Fallback>
                <p:oleObj name="Equation" r:id="rId19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4254500"/>
                        <a:ext cx="4710113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740385"/>
              </p:ext>
            </p:extLst>
          </p:nvPr>
        </p:nvGraphicFramePr>
        <p:xfrm>
          <a:off x="1708150" y="5030788"/>
          <a:ext cx="63182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9" name="Equation" r:id="rId21" imgW="317160" imgH="914400" progId="Equation.DSMT4">
                  <p:embed/>
                </p:oleObj>
              </mc:Choice>
              <mc:Fallback>
                <p:oleObj name="Equation" r:id="rId21" imgW="31716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030788"/>
                        <a:ext cx="63182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522649"/>
              </p:ext>
            </p:extLst>
          </p:nvPr>
        </p:nvGraphicFramePr>
        <p:xfrm>
          <a:off x="5919788" y="5054600"/>
          <a:ext cx="27828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" name="Equation" r:id="rId23" imgW="1447560" imgH="215640" progId="Equation.DSMT4">
                  <p:embed/>
                </p:oleObj>
              </mc:Choice>
              <mc:Fallback>
                <p:oleObj name="Equation" r:id="rId23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5054600"/>
                        <a:ext cx="27828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6800"/>
              </p:ext>
            </p:extLst>
          </p:nvPr>
        </p:nvGraphicFramePr>
        <p:xfrm>
          <a:off x="2147888" y="5046663"/>
          <a:ext cx="75088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1" name="Equation" r:id="rId25" imgW="380880" imgH="203040" progId="Equation.DSMT4">
                  <p:embed/>
                </p:oleObj>
              </mc:Choice>
              <mc:Fallback>
                <p:oleObj name="Equation" r:id="rId25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5046663"/>
                        <a:ext cx="750887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640941"/>
              </p:ext>
            </p:extLst>
          </p:nvPr>
        </p:nvGraphicFramePr>
        <p:xfrm>
          <a:off x="5913438" y="5664200"/>
          <a:ext cx="27828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2" name="Equation" r:id="rId27" imgW="1447560" imgH="215640" progId="Equation.DSMT4">
                  <p:embed/>
                </p:oleObj>
              </mc:Choice>
              <mc:Fallback>
                <p:oleObj name="Equation" r:id="rId27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438" y="5664200"/>
                        <a:ext cx="27828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527627"/>
              </p:ext>
            </p:extLst>
          </p:nvPr>
        </p:nvGraphicFramePr>
        <p:xfrm>
          <a:off x="2238375" y="5478463"/>
          <a:ext cx="24098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3" name="Equation" r:id="rId29" imgW="1257120" imgH="393480" progId="Equation.DSMT4">
                  <p:embed/>
                </p:oleObj>
              </mc:Choice>
              <mc:Fallback>
                <p:oleObj name="Equation" r:id="rId29" imgW="1257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5478463"/>
                        <a:ext cx="24098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040575"/>
              </p:ext>
            </p:extLst>
          </p:nvPr>
        </p:nvGraphicFramePr>
        <p:xfrm>
          <a:off x="5957888" y="6256338"/>
          <a:ext cx="13700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4" name="Equation" r:id="rId31" imgW="711000" imgH="203040" progId="Equation.DSMT4">
                  <p:embed/>
                </p:oleObj>
              </mc:Choice>
              <mc:Fallback>
                <p:oleObj name="Equation" r:id="rId31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6256338"/>
                        <a:ext cx="13700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579025"/>
              </p:ext>
            </p:extLst>
          </p:nvPr>
        </p:nvGraphicFramePr>
        <p:xfrm>
          <a:off x="2205038" y="6154738"/>
          <a:ext cx="24590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5" name="Equation" r:id="rId33" imgW="1282680" imgH="393480" progId="Equation.DSMT4">
                  <p:embed/>
                </p:oleObj>
              </mc:Choice>
              <mc:Fallback>
                <p:oleObj name="Equation" r:id="rId33" imgW="1282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6154738"/>
                        <a:ext cx="24590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943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75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7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75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75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75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75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2" grpId="0" autoUpdateAnimBg="0"/>
      <p:bldP spid="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79" name="Text Box 47"/>
          <p:cNvSpPr txBox="1">
            <a:spLocks noChangeArrowheads="1"/>
          </p:cNvSpPr>
          <p:nvPr/>
        </p:nvSpPr>
        <p:spPr bwMode="auto">
          <a:xfrm>
            <a:off x="704570" y="862756"/>
            <a:ext cx="5329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0066FF"/>
                </a:solidFill>
              </a:rPr>
              <a:t>常见</a:t>
            </a:r>
            <a:r>
              <a:rPr lang="zh-CN" altLang="en-US" sz="2400" b="1" dirty="0">
                <a:solidFill>
                  <a:srgbClr val="0066FF"/>
                </a:solidFill>
              </a:rPr>
              <a:t>的题型分析</a:t>
            </a:r>
          </a:p>
        </p:txBody>
      </p:sp>
      <p:sp>
        <p:nvSpPr>
          <p:cNvPr id="729092" name="Text Box 4"/>
          <p:cNvSpPr txBox="1">
            <a:spLocks noChangeArrowheads="1"/>
          </p:cNvSpPr>
          <p:nvPr/>
        </p:nvSpPr>
        <p:spPr bwMode="auto">
          <a:xfrm>
            <a:off x="669645" y="1367581"/>
            <a:ext cx="8459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1</a:t>
            </a:r>
            <a:r>
              <a:rPr lang="zh-CN" altLang="en-US" b="1"/>
              <a:t>、常数项级数敛散性的判别（包括绝对收敛与条件收敛性）</a:t>
            </a:r>
            <a:r>
              <a:rPr lang="en-US" altLang="zh-CN" b="1"/>
              <a:t>.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69645" y="1916856"/>
            <a:ext cx="8459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2</a:t>
            </a:r>
            <a:r>
              <a:rPr lang="zh-CN" altLang="en-US" b="1"/>
              <a:t>、求幂级数的收敛半径、收敛域</a:t>
            </a:r>
            <a:r>
              <a:rPr lang="en-US" altLang="zh-CN" b="1"/>
              <a:t>.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69645" y="2493119"/>
            <a:ext cx="500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3</a:t>
            </a:r>
            <a:r>
              <a:rPr lang="zh-CN" altLang="en-US" b="1"/>
              <a:t>、求幂级数的和函数</a:t>
            </a:r>
            <a:r>
              <a:rPr lang="en-US" altLang="zh-CN" b="1"/>
              <a:t>.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4570" y="3069381"/>
            <a:ext cx="500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4</a:t>
            </a:r>
            <a:r>
              <a:rPr lang="zh-CN" altLang="en-US" b="1"/>
              <a:t>、把函数展开成幂级数</a:t>
            </a:r>
            <a:r>
              <a:rPr lang="en-US" altLang="zh-CN" b="1"/>
              <a:t>.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04570" y="3621831"/>
            <a:ext cx="500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5</a:t>
            </a:r>
            <a:r>
              <a:rPr lang="zh-CN" altLang="en-US" b="1"/>
              <a:t>、傅里叶级数的收敛定理</a:t>
            </a:r>
            <a:r>
              <a:rPr lang="en-US" altLang="zh-CN" b="1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04570" y="4175869"/>
            <a:ext cx="73453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6</a:t>
            </a:r>
            <a:r>
              <a:rPr lang="zh-CN" altLang="en-US" b="1"/>
              <a:t>、确定傅里叶展开式中指定项的傅里叶系数</a:t>
            </a:r>
            <a:r>
              <a:rPr lang="en-US" altLang="zh-CN" b="1"/>
              <a:t>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04570" y="4725144"/>
            <a:ext cx="8064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7</a:t>
            </a:r>
            <a:r>
              <a:rPr lang="zh-CN" altLang="en-US" b="1"/>
              <a:t>、把函数展开成傅里叶级数（包括正余弦级数）</a:t>
            </a:r>
            <a:r>
              <a:rPr lang="en-US" altLang="zh-CN" b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82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3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8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32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3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92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679" grpId="0" autoUpdateAnimBg="0"/>
      <p:bldP spid="729092" grpId="0" autoUpdateAnimBg="0"/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039294" y="1859927"/>
            <a:ext cx="3031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第五部分     无穷级数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3496149" y="3140968"/>
            <a:ext cx="2117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66FF"/>
                </a:solidFill>
              </a:rPr>
              <a:t>二</a:t>
            </a:r>
            <a:r>
              <a:rPr lang="zh-CN" altLang="en-US" b="1" dirty="0" smtClean="0">
                <a:solidFill>
                  <a:srgbClr val="0066FF"/>
                </a:solidFill>
              </a:rPr>
              <a:t>、 典型例题</a:t>
            </a:r>
            <a:endParaRPr lang="zh-CN" altLang="en-US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07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4775200" y="642938"/>
          <a:ext cx="2185988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8" name="Equation" r:id="rId3" imgW="1028520" imgH="457200" progId="Equation.DSMT4">
                  <p:embed/>
                </p:oleObj>
              </mc:Choice>
              <mc:Fallback>
                <p:oleObj name="Equation" r:id="rId3" imgW="1028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642938"/>
                        <a:ext cx="2185988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179388" y="132884"/>
            <a:ext cx="29787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1.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判别下列级数</a:t>
            </a:r>
            <a:endParaRPr kumimoji="1" lang="zh-CN" altLang="en-US" sz="2800" dirty="0">
              <a:latin typeface="Times New Roman" pitchFamily="18" charset="0"/>
              <a:ea typeface="新宋体" pitchFamily="49" charset="-122"/>
              <a:cs typeface="Times New Roman" pitchFamily="18" charset="0"/>
            </a:endParaRPr>
          </a:p>
        </p:txBody>
      </p:sp>
      <p:sp>
        <p:nvSpPr>
          <p:cNvPr id="151558" name="Rectangle 6"/>
          <p:cNvSpPr>
            <a:spLocks noChangeArrowheads="1"/>
          </p:cNvSpPr>
          <p:nvPr/>
        </p:nvSpPr>
        <p:spPr bwMode="auto">
          <a:xfrm>
            <a:off x="2984500" y="131763"/>
            <a:ext cx="5962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的敛散性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,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是绝对收敛还是条件收敛？</a:t>
            </a:r>
          </a:p>
        </p:txBody>
      </p:sp>
      <p:graphicFrame>
        <p:nvGraphicFramePr>
          <p:cNvPr id="151559" name="Object 7"/>
          <p:cNvGraphicFramePr>
            <a:graphicFrameLocks noChangeAspect="1"/>
          </p:cNvGraphicFramePr>
          <p:nvPr/>
        </p:nvGraphicFramePr>
        <p:xfrm>
          <a:off x="984250" y="642938"/>
          <a:ext cx="3265488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9" name="Equation" r:id="rId5" imgW="1536480" imgH="431640" progId="Equation.DSMT4">
                  <p:embed/>
                </p:oleObj>
              </mc:Choice>
              <mc:Fallback>
                <p:oleObj name="Equation" r:id="rId5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642938"/>
                        <a:ext cx="3265488" cy="91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192088" y="1879600"/>
            <a:ext cx="1582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</a:rPr>
              <a:t>(1)</a:t>
            </a:r>
            <a:endParaRPr kumimoji="1" lang="en-US" altLang="zh-CN" sz="2800">
              <a:solidFill>
                <a:srgbClr val="FF0000"/>
              </a:solidFill>
              <a:latin typeface="Times New Roman" pitchFamily="18" charset="0"/>
              <a:ea typeface="新宋体" pitchFamily="49" charset="-122"/>
            </a:endParaRPr>
          </a:p>
        </p:txBody>
      </p:sp>
      <p:graphicFrame>
        <p:nvGraphicFramePr>
          <p:cNvPr id="151561" name="Object 9"/>
          <p:cNvGraphicFramePr>
            <a:graphicFrameLocks noChangeAspect="1"/>
          </p:cNvGraphicFramePr>
          <p:nvPr/>
        </p:nvGraphicFramePr>
        <p:xfrm>
          <a:off x="1042988" y="1649413"/>
          <a:ext cx="34575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0" name="Equation" r:id="rId7" imgW="1739880" imgH="482400" progId="Equation.DSMT4">
                  <p:embed/>
                </p:oleObj>
              </mc:Choice>
              <mc:Fallback>
                <p:oleObj name="Equation" r:id="rId7" imgW="1739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649413"/>
                        <a:ext cx="3457575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/>
          <p:cNvGraphicFramePr>
            <a:graphicFrameLocks noChangeAspect="1"/>
          </p:cNvGraphicFramePr>
          <p:nvPr/>
        </p:nvGraphicFramePr>
        <p:xfrm>
          <a:off x="4491038" y="1649413"/>
          <a:ext cx="274478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1" name="Equation" r:id="rId9" imgW="1257120" imgH="444240" progId="Equation.DSMT4">
                  <p:embed/>
                </p:oleObj>
              </mc:Choice>
              <mc:Fallback>
                <p:oleObj name="Equation" r:id="rId9" imgW="1257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1649413"/>
                        <a:ext cx="2744787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3" name="Object 11"/>
          <p:cNvGraphicFramePr>
            <a:graphicFrameLocks noChangeAspect="1"/>
          </p:cNvGraphicFramePr>
          <p:nvPr/>
        </p:nvGraphicFramePr>
        <p:xfrm>
          <a:off x="6950075" y="2773363"/>
          <a:ext cx="12223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2" name="Equation" r:id="rId11" imgW="482400" imgH="406080" progId="Equation.DSMT4">
                  <p:embed/>
                </p:oleObj>
              </mc:Choice>
              <mc:Fallback>
                <p:oleObj name="Equation" r:id="rId11" imgW="48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5" y="2773363"/>
                        <a:ext cx="12223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4" name="Object 12"/>
          <p:cNvGraphicFramePr>
            <a:graphicFrameLocks noChangeAspect="1"/>
          </p:cNvGraphicFramePr>
          <p:nvPr/>
        </p:nvGraphicFramePr>
        <p:xfrm>
          <a:off x="4860925" y="2819400"/>
          <a:ext cx="22320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3" name="Equation" r:id="rId13" imgW="1015920" imgH="406080" progId="Equation.DSMT4">
                  <p:embed/>
                </p:oleObj>
              </mc:Choice>
              <mc:Fallback>
                <p:oleObj name="Equation" r:id="rId13" imgW="101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2819400"/>
                        <a:ext cx="223202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1403350" y="3805238"/>
            <a:ext cx="276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所以</a:t>
            </a:r>
            <a:r>
              <a:rPr kumimoji="1" lang="zh-CN" altLang="zh-CN" sz="2800" b="1">
                <a:latin typeface="Times New Roman" pitchFamily="18" charset="0"/>
                <a:ea typeface="新宋体" pitchFamily="49" charset="-122"/>
              </a:rPr>
              <a:t>原级数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发散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.</a:t>
            </a:r>
          </a:p>
        </p:txBody>
      </p:sp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2270125" y="2752725"/>
          <a:ext cx="26638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4" name="Equation" r:id="rId15" imgW="1282680" imgH="444240" progId="Equation.DSMT4">
                  <p:embed/>
                </p:oleObj>
              </mc:Choice>
              <mc:Fallback>
                <p:oleObj name="Equation" r:id="rId15" imgW="1282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2752725"/>
                        <a:ext cx="2663825" cy="966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7" name="Text Box 15"/>
          <p:cNvSpPr txBox="1">
            <a:spLocks noChangeArrowheads="1"/>
          </p:cNvSpPr>
          <p:nvPr/>
        </p:nvSpPr>
        <p:spPr bwMode="auto">
          <a:xfrm>
            <a:off x="179388" y="4654550"/>
            <a:ext cx="1582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</a:rPr>
              <a:t>(2)</a:t>
            </a:r>
            <a:endParaRPr kumimoji="1" lang="en-US" altLang="zh-CN" sz="2800">
              <a:solidFill>
                <a:srgbClr val="FF0000"/>
              </a:solidFill>
              <a:latin typeface="Times New Roman" pitchFamily="18" charset="0"/>
              <a:ea typeface="新宋体" pitchFamily="49" charset="-122"/>
            </a:endParaRPr>
          </a:p>
        </p:txBody>
      </p:sp>
      <p:grpSp>
        <p:nvGrpSpPr>
          <p:cNvPr id="151568" name="Group 16"/>
          <p:cNvGrpSpPr>
            <a:grpSpLocks/>
          </p:cNvGrpSpPr>
          <p:nvPr/>
        </p:nvGrpSpPr>
        <p:grpSpPr bwMode="auto">
          <a:xfrm>
            <a:off x="1258888" y="4452938"/>
            <a:ext cx="4125912" cy="882650"/>
            <a:chOff x="883" y="2889"/>
            <a:chExt cx="2599" cy="556"/>
          </a:xfrm>
        </p:grpSpPr>
        <p:graphicFrame>
          <p:nvGraphicFramePr>
            <p:cNvPr id="151569" name="Object 17"/>
            <p:cNvGraphicFramePr>
              <a:graphicFrameLocks noChangeAspect="1"/>
            </p:cNvGraphicFramePr>
            <p:nvPr/>
          </p:nvGraphicFramePr>
          <p:xfrm>
            <a:off x="1811" y="2889"/>
            <a:ext cx="665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25" name="Equation" r:id="rId17" imgW="545760" imgH="457200" progId="Equation.DSMT4">
                    <p:embed/>
                  </p:oleObj>
                </mc:Choice>
                <mc:Fallback>
                  <p:oleObj name="Equation" r:id="rId17" imgW="54576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1" y="2889"/>
                          <a:ext cx="665" cy="5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1570" name="Rectangle 18"/>
            <p:cNvSpPr>
              <a:spLocks noChangeArrowheads="1"/>
            </p:cNvSpPr>
            <p:nvPr/>
          </p:nvSpPr>
          <p:spPr bwMode="auto">
            <a:xfrm>
              <a:off x="883" y="3025"/>
              <a:ext cx="25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800" b="1">
                  <a:solidFill>
                    <a:srgbClr val="0000FF"/>
                  </a:solidFill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1)</a:t>
              </a:r>
              <a:r>
                <a:rPr kumimoji="1" lang="zh-CN" altLang="en-US" sz="2800" b="1">
                  <a:solidFill>
                    <a:srgbClr val="0000FF"/>
                  </a:solidFill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先考察             的敛散性</a:t>
              </a:r>
              <a:endParaRPr kumimoji="1" lang="zh-CN" altLang="en-US" sz="2800">
                <a:solidFill>
                  <a:srgbClr val="0000FF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endParaRPr>
            </a:p>
          </p:txBody>
        </p:sp>
      </p:grpSp>
      <p:graphicFrame>
        <p:nvGraphicFramePr>
          <p:cNvPr id="151571" name="Object 19"/>
          <p:cNvGraphicFramePr>
            <a:graphicFrameLocks noChangeAspect="1"/>
          </p:cNvGraphicFramePr>
          <p:nvPr/>
        </p:nvGraphicFramePr>
        <p:xfrm>
          <a:off x="468313" y="5461000"/>
          <a:ext cx="254158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6" name="Equation" r:id="rId19" imgW="1168200" imgH="406080" progId="Equation.DSMT4">
                  <p:embed/>
                </p:oleObj>
              </mc:Choice>
              <mc:Fallback>
                <p:oleObj name="Equation" r:id="rId19" imgW="116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61000"/>
                        <a:ext cx="254158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2" name="Object 20"/>
          <p:cNvGraphicFramePr>
            <a:graphicFrameLocks noChangeAspect="1"/>
          </p:cNvGraphicFramePr>
          <p:nvPr/>
        </p:nvGraphicFramePr>
        <p:xfrm>
          <a:off x="2987675" y="5637213"/>
          <a:ext cx="20891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7" name="Equation" r:id="rId21" imgW="965160" imgH="304560" progId="Equation.DSMT4">
                  <p:embed/>
                </p:oleObj>
              </mc:Choice>
              <mc:Fallback>
                <p:oleObj name="Equation" r:id="rId21" imgW="9651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637213"/>
                        <a:ext cx="20891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3" name="Object 21"/>
          <p:cNvGraphicFramePr>
            <a:graphicFrameLocks noChangeAspect="1"/>
          </p:cNvGraphicFramePr>
          <p:nvPr/>
        </p:nvGraphicFramePr>
        <p:xfrm>
          <a:off x="1738313" y="5257800"/>
          <a:ext cx="1223962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8" name="Equation" r:id="rId23" imgW="558720" imgH="355320" progId="Equation.DSMT4">
                  <p:embed/>
                </p:oleObj>
              </mc:Choice>
              <mc:Fallback>
                <p:oleObj name="Equation" r:id="rId23" imgW="5587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5257800"/>
                        <a:ext cx="1223962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4" name="Object 22"/>
          <p:cNvGraphicFramePr>
            <a:graphicFrameLocks noChangeAspect="1"/>
          </p:cNvGraphicFramePr>
          <p:nvPr/>
        </p:nvGraphicFramePr>
        <p:xfrm>
          <a:off x="1835150" y="5965825"/>
          <a:ext cx="9366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9" name="Equation" r:id="rId25" imgW="444240" imgH="304560" progId="Equation.DSMT4">
                  <p:embed/>
                </p:oleObj>
              </mc:Choice>
              <mc:Fallback>
                <p:oleObj name="Equation" r:id="rId25" imgW="444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965825"/>
                        <a:ext cx="9366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5" name="Object 23"/>
          <p:cNvGraphicFramePr>
            <a:graphicFrameLocks noChangeAspect="1"/>
          </p:cNvGraphicFramePr>
          <p:nvPr/>
        </p:nvGraphicFramePr>
        <p:xfrm>
          <a:off x="5219700" y="5389563"/>
          <a:ext cx="2376488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0" name="Equation" r:id="rId27" imgW="1091880" imgH="457200" progId="Equation.DSMT4">
                  <p:embed/>
                </p:oleObj>
              </mc:Choice>
              <mc:Fallback>
                <p:oleObj name="Equation" r:id="rId27" imgW="1091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389563"/>
                        <a:ext cx="2376488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902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0" grpId="0"/>
      <p:bldP spid="151565" grpId="0"/>
      <p:bldP spid="1515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608013" y="2052638"/>
            <a:ext cx="1306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又由于</a:t>
            </a:r>
            <a:endParaRPr kumimoji="1" lang="zh-CN" altLang="en-US" sz="2800">
              <a:latin typeface="Times New Roman" pitchFamily="18" charset="0"/>
              <a:ea typeface="新宋体" pitchFamily="49" charset="-122"/>
            </a:endParaRPr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611188" y="2832100"/>
          <a:ext cx="5184775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6" name="Equation" r:id="rId3" imgW="2158920" imgH="482400" progId="Equation.3">
                  <p:embed/>
                </p:oleObj>
              </mc:Choice>
              <mc:Fallback>
                <p:oleObj name="Equation" r:id="rId3" imgW="21589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832100"/>
                        <a:ext cx="5184775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2" name="Object 6"/>
          <p:cNvGraphicFramePr>
            <a:graphicFrameLocks noChangeAspect="1"/>
          </p:cNvGraphicFramePr>
          <p:nvPr/>
        </p:nvGraphicFramePr>
        <p:xfrm>
          <a:off x="5795963" y="3225800"/>
          <a:ext cx="1955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7" name="公式" r:id="rId5" imgW="1955520" imgH="406080" progId="Equation.3">
                  <p:embed/>
                </p:oleObj>
              </mc:Choice>
              <mc:Fallback>
                <p:oleObj name="公式" r:id="rId5" imgW="19555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225800"/>
                        <a:ext cx="1955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/>
        </p:nvGraphicFramePr>
        <p:xfrm>
          <a:off x="500063" y="4011613"/>
          <a:ext cx="65198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8" name="Equation" r:id="rId7" imgW="2831760" imgH="431640" progId="Equation.DSMT4">
                  <p:embed/>
                </p:oleObj>
              </mc:Choice>
              <mc:Fallback>
                <p:oleObj name="Equation" r:id="rId7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4011613"/>
                        <a:ext cx="65198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4" name="Object 8"/>
          <p:cNvGraphicFramePr>
            <a:graphicFrameLocks noChangeAspect="1"/>
          </p:cNvGraphicFramePr>
          <p:nvPr/>
        </p:nvGraphicFramePr>
        <p:xfrm>
          <a:off x="1187450" y="5035550"/>
          <a:ext cx="20891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9" name="Equation" r:id="rId9" imgW="761760" imgH="228600" progId="Equation.DSMT4">
                  <p:embed/>
                </p:oleObj>
              </mc:Choice>
              <mc:Fallback>
                <p:oleObj name="Equation" r:id="rId9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35550"/>
                        <a:ext cx="20891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5" name="Text Box 9"/>
          <p:cNvSpPr txBox="1">
            <a:spLocks noChangeArrowheads="1"/>
          </p:cNvSpPr>
          <p:nvPr/>
        </p:nvSpPr>
        <p:spPr bwMode="auto">
          <a:xfrm>
            <a:off x="468313" y="5789613"/>
            <a:ext cx="4319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 b="1">
                <a:latin typeface="Times New Roman" pitchFamily="18" charset="0"/>
                <a:ea typeface="新宋体" pitchFamily="49" charset="-122"/>
              </a:rPr>
              <a:t>原级数收敛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，是条件收敛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.</a:t>
            </a:r>
          </a:p>
        </p:txBody>
      </p:sp>
      <p:graphicFrame>
        <p:nvGraphicFramePr>
          <p:cNvPr id="152586" name="Object 10"/>
          <p:cNvGraphicFramePr>
            <a:graphicFrameLocks noChangeAspect="1"/>
          </p:cNvGraphicFramePr>
          <p:nvPr/>
        </p:nvGraphicFramePr>
        <p:xfrm>
          <a:off x="3659188" y="1804988"/>
          <a:ext cx="35766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0" name="Equation" r:id="rId11" imgW="1498320" imgH="431640" progId="Equation.DSMT4">
                  <p:embed/>
                </p:oleObj>
              </mc:Choice>
              <mc:Fallback>
                <p:oleObj name="Equation" r:id="rId11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1804988"/>
                        <a:ext cx="35766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7" name="Object 11"/>
          <p:cNvGraphicFramePr>
            <a:graphicFrameLocks noChangeAspect="1"/>
          </p:cNvGraphicFramePr>
          <p:nvPr/>
        </p:nvGraphicFramePr>
        <p:xfrm>
          <a:off x="1763713" y="1731963"/>
          <a:ext cx="158432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1" name="Equation" r:id="rId13" imgW="469800" imgH="317160" progId="Equation.DSMT4">
                  <p:embed/>
                </p:oleObj>
              </mc:Choice>
              <mc:Fallback>
                <p:oleObj name="Equation" r:id="rId13" imgW="4698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731963"/>
                        <a:ext cx="158432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8" name="Object 12"/>
          <p:cNvGraphicFramePr>
            <a:graphicFrameLocks noChangeAspect="1"/>
          </p:cNvGraphicFramePr>
          <p:nvPr/>
        </p:nvGraphicFramePr>
        <p:xfrm>
          <a:off x="6300788" y="5300663"/>
          <a:ext cx="233362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" name="Equation" r:id="rId15" imgW="1028520" imgH="457200" progId="Equation.DSMT4">
                  <p:embed/>
                </p:oleObj>
              </mc:Choice>
              <mc:Fallback>
                <p:oleObj name="Equation" r:id="rId15" imgW="1028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300663"/>
                        <a:ext cx="2333625" cy="1035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9" name="Object 13"/>
          <p:cNvGraphicFramePr>
            <a:graphicFrameLocks noChangeAspect="1"/>
          </p:cNvGraphicFramePr>
          <p:nvPr/>
        </p:nvGraphicFramePr>
        <p:xfrm>
          <a:off x="250825" y="66675"/>
          <a:ext cx="8450263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" name="Equation" r:id="rId17" imgW="3708360" imgH="431640" progId="Equation.DSMT4">
                  <p:embed/>
                </p:oleObj>
              </mc:Choice>
              <mc:Fallback>
                <p:oleObj name="Equation" r:id="rId17" imgW="3708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6675"/>
                        <a:ext cx="8450263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90" name="Object 14"/>
          <p:cNvGraphicFramePr>
            <a:graphicFrameLocks noChangeAspect="1"/>
          </p:cNvGraphicFramePr>
          <p:nvPr/>
        </p:nvGraphicFramePr>
        <p:xfrm>
          <a:off x="817563" y="720725"/>
          <a:ext cx="28082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4" name="Equation" r:id="rId19" imgW="863280" imgH="317160" progId="Equation.DSMT4">
                  <p:embed/>
                </p:oleObj>
              </mc:Choice>
              <mc:Fallback>
                <p:oleObj name="Equation" r:id="rId19" imgW="8632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720725"/>
                        <a:ext cx="28082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91" name="Object 15"/>
          <p:cNvGraphicFramePr>
            <a:graphicFrameLocks noChangeAspect="1"/>
          </p:cNvGraphicFramePr>
          <p:nvPr/>
        </p:nvGraphicFramePr>
        <p:xfrm>
          <a:off x="3525838" y="1066800"/>
          <a:ext cx="604837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5" name="Equation" r:id="rId21" imgW="279360" imgH="177480" progId="Equation.DSMT4">
                  <p:embed/>
                </p:oleObj>
              </mc:Choice>
              <mc:Fallback>
                <p:oleObj name="Equation" r:id="rId21" imgW="27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1066800"/>
                        <a:ext cx="604837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376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0" grpId="0"/>
      <p:bldP spid="15258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968375" y="2936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设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正项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级数</a:t>
            </a:r>
          </a:p>
        </p:txBody>
      </p:sp>
      <p:graphicFrame>
        <p:nvGraphicFramePr>
          <p:cNvPr id="7200" name="Object 32"/>
          <p:cNvGraphicFramePr>
            <a:graphicFrameLocks noChangeAspect="1"/>
          </p:cNvGraphicFramePr>
          <p:nvPr/>
        </p:nvGraphicFramePr>
        <p:xfrm>
          <a:off x="2873375" y="82550"/>
          <a:ext cx="87471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2" name="Equation" r:id="rId3" imgW="368280" imgH="393480" progId="Equation.DSMT4">
                  <p:embed/>
                </p:oleObj>
              </mc:Choice>
              <mc:Fallback>
                <p:oleObj name="Equation" r:id="rId3" imgW="368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82550"/>
                        <a:ext cx="87471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3635375" y="28892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收敛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, </a:t>
            </a:r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4625975" y="279400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证明</a:t>
            </a:r>
          </a:p>
        </p:txBody>
      </p:sp>
      <p:graphicFrame>
        <p:nvGraphicFramePr>
          <p:cNvPr id="7203" name="Object 35"/>
          <p:cNvGraphicFramePr>
            <a:graphicFrameLocks noChangeAspect="1"/>
          </p:cNvGraphicFramePr>
          <p:nvPr/>
        </p:nvGraphicFramePr>
        <p:xfrm>
          <a:off x="5378450" y="44450"/>
          <a:ext cx="9080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3" name="Equation" r:id="rId5" imgW="380880" imgH="393480" progId="Equation.DSMT4">
                  <p:embed/>
                </p:oleObj>
              </mc:Choice>
              <mc:Fallback>
                <p:oleObj name="Equation" r:id="rId5" imgW="380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44450"/>
                        <a:ext cx="9080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4" name="Text Box 36"/>
          <p:cNvSpPr txBox="1">
            <a:spLocks noChangeArrowheads="1"/>
          </p:cNvSpPr>
          <p:nvPr/>
        </p:nvSpPr>
        <p:spPr bwMode="auto">
          <a:xfrm>
            <a:off x="6224588" y="3000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收敛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  <p:sp>
        <p:nvSpPr>
          <p:cNvPr id="7220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35496" y="227112"/>
            <a:ext cx="1205236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2.</a:t>
            </a:r>
            <a:r>
              <a:rPr lang="en-US" altLang="zh-CN" sz="2800" b="1" dirty="0" smtClean="0">
                <a:latin typeface="Times New Roman" pitchFamily="18" charset="0"/>
                <a:ea typeface="新宋体-18030" pitchFamily="49" charset="-122"/>
              </a:rPr>
              <a:t> </a:t>
            </a:r>
            <a:endParaRPr lang="en-US" altLang="zh-CN" sz="2800" b="1" dirty="0">
              <a:latin typeface="Times New Roman" pitchFamily="18" charset="0"/>
              <a:ea typeface="新宋体-18030" pitchFamily="49" charset="-122"/>
            </a:endParaRPr>
          </a:p>
        </p:txBody>
      </p:sp>
      <p:sp>
        <p:nvSpPr>
          <p:cNvPr id="7252" name="Text Box 84"/>
          <p:cNvSpPr txBox="1">
            <a:spLocks noChangeArrowheads="1"/>
          </p:cNvSpPr>
          <p:nvPr/>
        </p:nvSpPr>
        <p:spPr bwMode="auto">
          <a:xfrm>
            <a:off x="396875" y="12446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证明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:</a:t>
            </a:r>
          </a:p>
        </p:txBody>
      </p:sp>
      <p:graphicFrame>
        <p:nvGraphicFramePr>
          <p:cNvPr id="7253" name="Object 85"/>
          <p:cNvGraphicFramePr>
            <a:graphicFrameLocks noChangeAspect="1"/>
          </p:cNvGraphicFramePr>
          <p:nvPr/>
        </p:nvGraphicFramePr>
        <p:xfrm>
          <a:off x="1327150" y="2017713"/>
          <a:ext cx="15128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4" name="Equation" r:id="rId7" imgW="622080" imgH="457200" progId="Equation.DSMT4">
                  <p:embed/>
                </p:oleObj>
              </mc:Choice>
              <mc:Fallback>
                <p:oleObj name="Equation" r:id="rId7" imgW="622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2017713"/>
                        <a:ext cx="15128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4" name="Object 86"/>
          <p:cNvGraphicFramePr>
            <a:graphicFrameLocks noChangeAspect="1"/>
          </p:cNvGraphicFramePr>
          <p:nvPr/>
        </p:nvGraphicFramePr>
        <p:xfrm>
          <a:off x="2840038" y="2306638"/>
          <a:ext cx="12954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name="Equation" r:id="rId9" imgW="533160" imgH="279360" progId="Equation.DSMT4">
                  <p:embed/>
                </p:oleObj>
              </mc:Choice>
              <mc:Fallback>
                <p:oleObj name="Equation" r:id="rId9" imgW="533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2306638"/>
                        <a:ext cx="12954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5" name="Object 87"/>
          <p:cNvGraphicFramePr>
            <a:graphicFrameLocks noChangeAspect="1"/>
          </p:cNvGraphicFramePr>
          <p:nvPr/>
        </p:nvGraphicFramePr>
        <p:xfrm>
          <a:off x="4208463" y="2306638"/>
          <a:ext cx="7191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6" name="Equation" r:id="rId11" imgW="241200" imgH="177480" progId="Equation.DSMT4">
                  <p:embed/>
                </p:oleObj>
              </mc:Choice>
              <mc:Fallback>
                <p:oleObj name="Equation" r:id="rId11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2306638"/>
                        <a:ext cx="7191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6" name="Text Box 88"/>
          <p:cNvSpPr txBox="1">
            <a:spLocks noChangeArrowheads="1"/>
          </p:cNvSpPr>
          <p:nvPr/>
        </p:nvSpPr>
        <p:spPr bwMode="auto">
          <a:xfrm>
            <a:off x="1327150" y="3211513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由比较判敛法可知</a:t>
            </a:r>
          </a:p>
        </p:txBody>
      </p:sp>
      <p:graphicFrame>
        <p:nvGraphicFramePr>
          <p:cNvPr id="7257" name="Object 89"/>
          <p:cNvGraphicFramePr>
            <a:graphicFrameLocks noChangeAspect="1"/>
          </p:cNvGraphicFramePr>
          <p:nvPr/>
        </p:nvGraphicFramePr>
        <p:xfrm>
          <a:off x="4279900" y="3048000"/>
          <a:ext cx="8429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7" name="Equation" r:id="rId13" imgW="380880" imgH="393480" progId="Equation.DSMT4">
                  <p:embed/>
                </p:oleObj>
              </mc:Choice>
              <mc:Fallback>
                <p:oleObj name="Equation" r:id="rId13" imgW="380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3048000"/>
                        <a:ext cx="842963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5000625" y="325755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收敛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  <p:sp>
        <p:nvSpPr>
          <p:cNvPr id="7259" name="Text Box 91"/>
          <p:cNvSpPr txBox="1">
            <a:spLocks noChangeArrowheads="1"/>
          </p:cNvSpPr>
          <p:nvPr/>
        </p:nvSpPr>
        <p:spPr bwMode="auto">
          <a:xfrm>
            <a:off x="247650" y="41402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注意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:</a:t>
            </a:r>
          </a:p>
        </p:txBody>
      </p:sp>
      <p:sp>
        <p:nvSpPr>
          <p:cNvPr id="7260" name="Text Box 92"/>
          <p:cNvSpPr txBox="1">
            <a:spLocks noChangeArrowheads="1"/>
          </p:cNvSpPr>
          <p:nvPr/>
        </p:nvSpPr>
        <p:spPr bwMode="auto">
          <a:xfrm>
            <a:off x="5724525" y="4779963"/>
            <a:ext cx="287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反之不一定成立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  <p:sp>
        <p:nvSpPr>
          <p:cNvPr id="7261" name="Text Box 93"/>
          <p:cNvSpPr txBox="1">
            <a:spLocks noChangeArrowheads="1"/>
          </p:cNvSpPr>
          <p:nvPr/>
        </p:nvSpPr>
        <p:spPr bwMode="auto">
          <a:xfrm>
            <a:off x="1223963" y="577215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例如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,</a:t>
            </a:r>
          </a:p>
        </p:txBody>
      </p:sp>
      <p:graphicFrame>
        <p:nvGraphicFramePr>
          <p:cNvPr id="7262" name="Object 94"/>
          <p:cNvGraphicFramePr>
            <a:graphicFrameLocks noChangeAspect="1"/>
          </p:cNvGraphicFramePr>
          <p:nvPr/>
        </p:nvGraphicFramePr>
        <p:xfrm>
          <a:off x="2195513" y="5580063"/>
          <a:ext cx="8366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8" name="Equation" r:id="rId15" imgW="393480" imgH="406080" progId="Equation.DSMT4">
                  <p:embed/>
                </p:oleObj>
              </mc:Choice>
              <mc:Fallback>
                <p:oleObj name="Equation" r:id="rId15" imgW="39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580063"/>
                        <a:ext cx="8366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3" name="Text Box 95"/>
          <p:cNvSpPr txBox="1">
            <a:spLocks noChangeArrowheads="1"/>
          </p:cNvSpPr>
          <p:nvPr/>
        </p:nvSpPr>
        <p:spPr bwMode="auto">
          <a:xfrm>
            <a:off x="3036888" y="579596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收敛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,</a:t>
            </a:r>
          </a:p>
        </p:txBody>
      </p:sp>
      <p:graphicFrame>
        <p:nvGraphicFramePr>
          <p:cNvPr id="7264" name="Object 96"/>
          <p:cNvGraphicFramePr>
            <a:graphicFrameLocks noChangeAspect="1"/>
          </p:cNvGraphicFramePr>
          <p:nvPr/>
        </p:nvGraphicFramePr>
        <p:xfrm>
          <a:off x="4248150" y="5580063"/>
          <a:ext cx="7270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9" name="Equation" r:id="rId17" imgW="342720" imgH="406080" progId="Equation.DSMT4">
                  <p:embed/>
                </p:oleObj>
              </mc:Choice>
              <mc:Fallback>
                <p:oleObj name="Equation" r:id="rId17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5580063"/>
                        <a:ext cx="7270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5" name="Text Box 97"/>
          <p:cNvSpPr txBox="1">
            <a:spLocks noChangeArrowheads="1"/>
          </p:cNvSpPr>
          <p:nvPr/>
        </p:nvSpPr>
        <p:spPr bwMode="auto">
          <a:xfrm>
            <a:off x="4941888" y="57658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发散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  <p:graphicFrame>
        <p:nvGraphicFramePr>
          <p:cNvPr id="7266" name="Object 98"/>
          <p:cNvGraphicFramePr>
            <a:graphicFrameLocks noChangeAspect="1"/>
          </p:cNvGraphicFramePr>
          <p:nvPr/>
        </p:nvGraphicFramePr>
        <p:xfrm>
          <a:off x="1687513" y="1042988"/>
          <a:ext cx="25209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0" name="Equation" r:id="rId19" imgW="1117440" imgH="431640" progId="Equation.DSMT4">
                  <p:embed/>
                </p:oleObj>
              </mc:Choice>
              <mc:Fallback>
                <p:oleObj name="Equation" r:id="rId19" imgW="1117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1042988"/>
                        <a:ext cx="25209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7" name="Object 99"/>
          <p:cNvGraphicFramePr>
            <a:graphicFrameLocks noChangeAspect="1"/>
          </p:cNvGraphicFramePr>
          <p:nvPr/>
        </p:nvGraphicFramePr>
        <p:xfrm>
          <a:off x="4240213" y="1208088"/>
          <a:ext cx="2017712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1" name="Equation" r:id="rId21" imgW="850680" imgH="279360" progId="Equation.DSMT4">
                  <p:embed/>
                </p:oleObj>
              </mc:Choice>
              <mc:Fallback>
                <p:oleObj name="Equation" r:id="rId21" imgW="850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1208088"/>
                        <a:ext cx="2017712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8" name="Object 100"/>
          <p:cNvGraphicFramePr>
            <a:graphicFrameLocks noChangeAspect="1"/>
          </p:cNvGraphicFramePr>
          <p:nvPr/>
        </p:nvGraphicFramePr>
        <p:xfrm>
          <a:off x="798513" y="4613275"/>
          <a:ext cx="5029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2" name="Equation" r:id="rId23" imgW="2209680" imgH="393480" progId="Equation.DSMT4">
                  <p:embed/>
                </p:oleObj>
              </mc:Choice>
              <mc:Fallback>
                <p:oleObj name="Equation" r:id="rId23" imgW="2209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4613275"/>
                        <a:ext cx="50292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88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2" grpId="0" autoUpdateAnimBg="0"/>
      <p:bldP spid="7256" grpId="0" autoUpdateAnimBg="0"/>
      <p:bldP spid="7258" grpId="0" autoUpdateAnimBg="0"/>
      <p:bldP spid="7259" grpId="0" autoUpdateAnimBg="0"/>
      <p:bldP spid="7260" grpId="0" autoUpdateAnimBg="0"/>
      <p:bldP spid="7261" grpId="0" autoUpdateAnimBg="0"/>
      <p:bldP spid="7263" grpId="0" autoUpdateAnimBg="0"/>
      <p:bldP spid="726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64239"/>
              </p:ext>
            </p:extLst>
          </p:nvPr>
        </p:nvGraphicFramePr>
        <p:xfrm>
          <a:off x="683320" y="142651"/>
          <a:ext cx="37846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6" name="公式" r:id="rId3" imgW="3784320" imgH="2044440" progId="Equation.3">
                  <p:embed/>
                </p:oleObj>
              </mc:Choice>
              <mc:Fallback>
                <p:oleObj name="公式" r:id="rId3" imgW="3784320" imgH="2044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20" y="142651"/>
                        <a:ext cx="37846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467544" y="69626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sz="28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3</a:t>
            </a:r>
            <a:endParaRPr kumimoji="1" lang="en-US" altLang="zh-CN" sz="28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683320" y="2374676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167663"/>
              </p:ext>
            </p:extLst>
          </p:nvPr>
        </p:nvGraphicFramePr>
        <p:xfrm>
          <a:off x="1404045" y="2014314"/>
          <a:ext cx="19050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7" name="公式" r:id="rId5" imgW="1904760" imgH="1498320" progId="Equation.3">
                  <p:embed/>
                </p:oleObj>
              </mc:Choice>
              <mc:Fallback>
                <p:oleObj name="公式" r:id="rId5" imgW="190476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045" y="2014314"/>
                        <a:ext cx="19050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9273"/>
              </p:ext>
            </p:extLst>
          </p:nvPr>
        </p:nvGraphicFramePr>
        <p:xfrm>
          <a:off x="3420170" y="2014314"/>
          <a:ext cx="17018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8" name="公式" r:id="rId7" imgW="1701720" imgH="1498320" progId="Equation.3">
                  <p:embed/>
                </p:oleObj>
              </mc:Choice>
              <mc:Fallback>
                <p:oleObj name="公式" r:id="rId7" imgW="170172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170" y="2014314"/>
                        <a:ext cx="17018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807571"/>
              </p:ext>
            </p:extLst>
          </p:nvPr>
        </p:nvGraphicFramePr>
        <p:xfrm>
          <a:off x="2412107" y="4390801"/>
          <a:ext cx="121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9" name="公式" r:id="rId9" imgW="1218960" imgH="419040" progId="Equation.3">
                  <p:embed/>
                </p:oleObj>
              </mc:Choice>
              <mc:Fallback>
                <p:oleObj name="公式" r:id="rId9" imgW="1218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107" y="4390801"/>
                        <a:ext cx="121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450233"/>
              </p:ext>
            </p:extLst>
          </p:nvPr>
        </p:nvGraphicFramePr>
        <p:xfrm>
          <a:off x="611882" y="4967064"/>
          <a:ext cx="2298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0" name="公式" r:id="rId11" imgW="2298600" imgH="749160" progId="Equation.3">
                  <p:embed/>
                </p:oleObj>
              </mc:Choice>
              <mc:Fallback>
                <p:oleObj name="公式" r:id="rId11" imgW="229860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82" y="4967064"/>
                        <a:ext cx="22987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706619"/>
              </p:ext>
            </p:extLst>
          </p:nvPr>
        </p:nvGraphicFramePr>
        <p:xfrm>
          <a:off x="2988370" y="4967064"/>
          <a:ext cx="248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1" name="公式" r:id="rId13" imgW="2489040" imgH="838080" progId="Equation.3">
                  <p:embed/>
                </p:oleObj>
              </mc:Choice>
              <mc:Fallback>
                <p:oleObj name="公式" r:id="rId13" imgW="24890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370" y="4967064"/>
                        <a:ext cx="2489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/>
          <p:cNvGraphicFramePr>
            <a:graphicFrameLocks noChangeAspect="1"/>
          </p:cNvGraphicFramePr>
          <p:nvPr/>
        </p:nvGraphicFramePr>
        <p:xfrm>
          <a:off x="5364163" y="260350"/>
          <a:ext cx="1892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2" name="公式" r:id="rId15" imgW="1892160" imgH="838080" progId="Equation.3">
                  <p:embed/>
                </p:oleObj>
              </mc:Choice>
              <mc:Fallback>
                <p:oleObj name="公式" r:id="rId15" imgW="1892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60350"/>
                        <a:ext cx="1892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/>
        </p:nvGraphicFramePr>
        <p:xfrm>
          <a:off x="5435600" y="1268413"/>
          <a:ext cx="121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3" name="公式" r:id="rId17" imgW="1218960" imgH="419040" progId="Equation.3">
                  <p:embed/>
                </p:oleObj>
              </mc:Choice>
              <mc:Fallback>
                <p:oleObj name="公式" r:id="rId17" imgW="1218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268413"/>
                        <a:ext cx="121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4"/>
          <p:cNvGraphicFramePr>
            <a:graphicFrameLocks noChangeAspect="1"/>
          </p:cNvGraphicFramePr>
          <p:nvPr/>
        </p:nvGraphicFramePr>
        <p:xfrm>
          <a:off x="5435600" y="1916113"/>
          <a:ext cx="233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4" name="公式" r:id="rId18" imgW="2336760" imgH="520560" progId="Equation.3">
                  <p:embed/>
                </p:oleObj>
              </mc:Choice>
              <mc:Fallback>
                <p:oleObj name="公式" r:id="rId18" imgW="233676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916113"/>
                        <a:ext cx="2336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1" name="Text Box 15"/>
          <p:cNvSpPr txBox="1">
            <a:spLocks noChangeArrowheads="1"/>
          </p:cNvSpPr>
          <p:nvPr/>
        </p:nvSpPr>
        <p:spPr bwMode="auto">
          <a:xfrm>
            <a:off x="5076825" y="2852738"/>
            <a:ext cx="4500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根据级数收敛的必要条件，</a:t>
            </a:r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5364163" y="371633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原级数发散．</a:t>
            </a:r>
          </a:p>
        </p:txBody>
      </p:sp>
      <p:graphicFrame>
        <p:nvGraphicFramePr>
          <p:cNvPr id="553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990046"/>
              </p:ext>
            </p:extLst>
          </p:nvPr>
        </p:nvGraphicFramePr>
        <p:xfrm>
          <a:off x="251520" y="3527201"/>
          <a:ext cx="4584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5" name="公式" r:id="rId20" imgW="4584600" imgH="838080" progId="Equation.3">
                  <p:embed/>
                </p:oleObj>
              </mc:Choice>
              <mc:Fallback>
                <p:oleObj name="公式" r:id="rId20" imgW="4584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527201"/>
                        <a:ext cx="4584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2624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utoUpdateAnimBg="0"/>
      <p:bldP spid="55302" grpId="0" autoUpdateAnimBg="0"/>
      <p:bldP spid="55311" grpId="0" autoUpdateAnimBg="0"/>
      <p:bldP spid="553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850900" y="889000"/>
          <a:ext cx="30226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6" name="公式" r:id="rId3" imgW="3022560" imgH="1320480" progId="Equation.3">
                  <p:embed/>
                </p:oleObj>
              </mc:Choice>
              <mc:Fallback>
                <p:oleObj name="公式" r:id="rId3" imgW="3022560" imgH="1320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889000"/>
                        <a:ext cx="30226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762000" y="29098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1828800" y="2355850"/>
          <a:ext cx="29464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7" name="公式" r:id="rId5" imgW="2946240" imgH="1231560" progId="Equation.3">
                  <p:embed/>
                </p:oleObj>
              </mc:Choice>
              <mc:Fallback>
                <p:oleObj name="公式" r:id="rId5" imgW="2946240" imgH="1231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55850"/>
                        <a:ext cx="294640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5308600" y="2743200"/>
          <a:ext cx="185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8" name="公式" r:id="rId7" imgW="1854000" imgH="825480" progId="Equation.3">
                  <p:embed/>
                </p:oleObj>
              </mc:Choice>
              <mc:Fallback>
                <p:oleObj name="公式" r:id="rId7" imgW="18540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2743200"/>
                        <a:ext cx="185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933450" y="3962400"/>
          <a:ext cx="3835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9" name="公式" r:id="rId9" imgW="3835080" imgH="952200" progId="Equation.3">
                  <p:embed/>
                </p:oleObj>
              </mc:Choice>
              <mc:Fallback>
                <p:oleObj name="公式" r:id="rId9" imgW="383508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3962400"/>
                        <a:ext cx="3835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4813300" y="4000500"/>
          <a:ext cx="158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0" name="公式" r:id="rId11" imgW="1587240" imgH="838080" progId="Equation.3">
                  <p:embed/>
                </p:oleObj>
              </mc:Choice>
              <mc:Fallback>
                <p:oleObj name="公式" r:id="rId11" imgW="15872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4000500"/>
                        <a:ext cx="1587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6578600" y="4019550"/>
          <a:ext cx="111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1" name="公式" r:id="rId13" imgW="1117440" imgH="825480" progId="Equation.3">
                  <p:embed/>
                </p:oleObj>
              </mc:Choice>
              <mc:Fallback>
                <p:oleObj name="公式" r:id="rId13" imgW="111744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4019550"/>
                        <a:ext cx="1117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863600" y="5048250"/>
          <a:ext cx="2235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2" name="公式" r:id="rId15" imgW="2234880" imgH="876240" progId="Equation.3">
                  <p:embed/>
                </p:oleObj>
              </mc:Choice>
              <mc:Fallback>
                <p:oleObj name="公式" r:id="rId15" imgW="223488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5048250"/>
                        <a:ext cx="22352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124200" y="5181600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根据比较判别法，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6019800" y="51816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原级数收敛．</a:t>
            </a:r>
          </a:p>
        </p:txBody>
      </p:sp>
    </p:spTree>
    <p:extLst>
      <p:ext uri="{BB962C8B-B14F-4D97-AF65-F5344CB8AC3E}">
        <p14:creationId xmlns:p14="http://schemas.microsoft.com/office/powerpoint/2010/main" val="40708510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  <p:bldP spid="56330" grpId="0" autoUpdateAnimBg="0"/>
      <p:bldP spid="5633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/>
        </p:nvGraphicFramePr>
        <p:xfrm>
          <a:off x="838200" y="1092200"/>
          <a:ext cx="38862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18" name="公式" r:id="rId3" imgW="3886200" imgH="1269720" progId="Equation.3">
                  <p:embed/>
                </p:oleObj>
              </mc:Choice>
              <mc:Fallback>
                <p:oleObj name="公式" r:id="rId3" imgW="3886200" imgH="1269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92200"/>
                        <a:ext cx="38862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762000" y="2667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1752600" y="2514600"/>
          <a:ext cx="36576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19" name="公式" r:id="rId5" imgW="3657600" imgH="1295280" progId="Equation.3">
                  <p:embed/>
                </p:oleObj>
              </mc:Choice>
              <mc:Fallback>
                <p:oleObj name="公式" r:id="rId5" imgW="3657600" imgH="129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14600"/>
                        <a:ext cx="36576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5486400" y="2552700"/>
          <a:ext cx="274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0" name="公式" r:id="rId7" imgW="2743200" imgH="838080" progId="Equation.3">
                  <p:embed/>
                </p:oleObj>
              </mc:Choice>
              <mc:Fallback>
                <p:oleObj name="公式" r:id="rId7" imgW="27432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52700"/>
                        <a:ext cx="2743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1168400" y="3886200"/>
          <a:ext cx="3365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1" name="公式" r:id="rId9" imgW="3365280" imgH="444240" progId="Equation.3">
                  <p:embed/>
                </p:oleObj>
              </mc:Choice>
              <mc:Fallback>
                <p:oleObj name="公式" r:id="rId9" imgW="3365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886200"/>
                        <a:ext cx="3365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4724400" y="38100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从而有</a:t>
            </a:r>
          </a:p>
        </p:txBody>
      </p:sp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1752600" y="4711700"/>
          <a:ext cx="295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2" name="公式" r:id="rId11" imgW="2958840" imgH="469800" progId="Equation.3">
                  <p:embed/>
                </p:oleObj>
              </mc:Choice>
              <mc:Fallback>
                <p:oleObj name="公式" r:id="rId11" imgW="2958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711700"/>
                        <a:ext cx="295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838200" y="5486400"/>
          <a:ext cx="2387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3" name="公式" r:id="rId13" imgW="2387520" imgH="558720" progId="Equation.3">
                  <p:embed/>
                </p:oleObj>
              </mc:Choice>
              <mc:Fallback>
                <p:oleObj name="公式" r:id="rId13" imgW="238752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486400"/>
                        <a:ext cx="2387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3352800" y="5486400"/>
          <a:ext cx="2819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4" name="公式" r:id="rId15" imgW="2819160" imgH="558720" progId="Equation.3">
                  <p:embed/>
                </p:oleObj>
              </mc:Choice>
              <mc:Fallback>
                <p:oleObj name="公式" r:id="rId15" imgW="28191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86400"/>
                        <a:ext cx="2819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6337300" y="5257800"/>
          <a:ext cx="1968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5" name="公式" r:id="rId17" imgW="1968480" imgH="838080" progId="Equation.3">
                  <p:embed/>
                </p:oleObj>
              </mc:Choice>
              <mc:Fallback>
                <p:oleObj name="公式" r:id="rId17" imgW="1968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5257800"/>
                        <a:ext cx="1968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8192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utoUpdateAnimBg="0"/>
      <p:bldP spid="5735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914400" y="914400"/>
          <a:ext cx="335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8" name="公式" r:id="rId3" imgW="3352680" imgH="838080" progId="Equation.3">
                  <p:embed/>
                </p:oleObj>
              </mc:Choice>
              <mc:Fallback>
                <p:oleObj name="公式" r:id="rId3" imgW="3352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914400"/>
                        <a:ext cx="3352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4495800" y="10668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原级数收敛；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927100" y="1905000"/>
          <a:ext cx="332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9" name="公式" r:id="rId5" imgW="3327120" imgH="838080" progId="Equation.3">
                  <p:embed/>
                </p:oleObj>
              </mc:Choice>
              <mc:Fallback>
                <p:oleObj name="公式" r:id="rId5" imgW="3327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905000"/>
                        <a:ext cx="332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4495800" y="20574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原级数发散；</a:t>
            </a: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914400" y="3073400"/>
          <a:ext cx="1612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0" name="公式" r:id="rId7" imgW="1612800" imgH="431640" progId="Equation.3">
                  <p:embed/>
                </p:oleObj>
              </mc:Choice>
              <mc:Fallback>
                <p:oleObj name="公式" r:id="rId7" imgW="1612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73400"/>
                        <a:ext cx="1612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7"/>
          <p:cNvGraphicFramePr>
            <a:graphicFrameLocks noChangeAspect="1"/>
          </p:cNvGraphicFramePr>
          <p:nvPr/>
        </p:nvGraphicFramePr>
        <p:xfrm>
          <a:off x="2819400" y="2870200"/>
          <a:ext cx="33147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1" name="公式" r:id="rId9" imgW="3314520" imgH="1269720" progId="Equation.3">
                  <p:embed/>
                </p:oleObj>
              </mc:Choice>
              <mc:Fallback>
                <p:oleObj name="公式" r:id="rId9" imgW="3314520" imgH="1269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70200"/>
                        <a:ext cx="33147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8"/>
          <p:cNvGraphicFramePr>
            <a:graphicFrameLocks noChangeAspect="1"/>
          </p:cNvGraphicFramePr>
          <p:nvPr/>
        </p:nvGraphicFramePr>
        <p:xfrm>
          <a:off x="838200" y="4216400"/>
          <a:ext cx="3352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2" name="公式" r:id="rId11" imgW="3352680" imgH="1269720" progId="Equation.3">
                  <p:embed/>
                </p:oleObj>
              </mc:Choice>
              <mc:Fallback>
                <p:oleObj name="公式" r:id="rId11" imgW="3352680" imgH="1269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216400"/>
                        <a:ext cx="33528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4343400" y="43688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原级数也发散．</a:t>
            </a:r>
          </a:p>
        </p:txBody>
      </p:sp>
    </p:spTree>
    <p:extLst>
      <p:ext uri="{BB962C8B-B14F-4D97-AF65-F5344CB8AC3E}">
        <p14:creationId xmlns:p14="http://schemas.microsoft.com/office/powerpoint/2010/main" val="24128796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  <p:bldP spid="58373" grpId="0" autoUpdateAnimBg="0"/>
      <p:bldP spid="5837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110451"/>
              </p:ext>
            </p:extLst>
          </p:nvPr>
        </p:nvGraphicFramePr>
        <p:xfrm>
          <a:off x="377404" y="0"/>
          <a:ext cx="56165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4" name="公式" r:id="rId3" imgW="7149960" imgH="1473120" progId="Equation.3">
                  <p:embed/>
                </p:oleObj>
              </mc:Choice>
              <mc:Fallback>
                <p:oleObj name="公式" r:id="rId3" imgW="7149960" imgH="1473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404" y="0"/>
                        <a:ext cx="56165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323528" y="116632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sz="20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4</a:t>
            </a:r>
            <a:endParaRPr kumimoji="1" lang="zh-CN" altLang="en-US" sz="20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539750" y="1268413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1258888" y="1125538"/>
          <a:ext cx="15843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5" name="公式" r:id="rId5" imgW="2374560" imgH="838080" progId="Equation.3">
                  <p:embed/>
                </p:oleObj>
              </mc:Choice>
              <mc:Fallback>
                <p:oleObj name="公式" r:id="rId5" imgW="2374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25538"/>
                        <a:ext cx="15843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3059113" y="1268413"/>
          <a:ext cx="16573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6" name="公式" r:id="rId7" imgW="1981080" imgH="876240" progId="Equation.3">
                  <p:embed/>
                </p:oleObj>
              </mc:Choice>
              <mc:Fallback>
                <p:oleObj name="公式" r:id="rId7" imgW="198108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268413"/>
                        <a:ext cx="16573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971550" y="1916113"/>
          <a:ext cx="48895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7" name="公式" r:id="rId9" imgW="4889160" imgH="1015920" progId="Equation.3">
                  <p:embed/>
                </p:oleObj>
              </mc:Choice>
              <mc:Fallback>
                <p:oleObj name="公式" r:id="rId9" imgW="488916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916113"/>
                        <a:ext cx="48895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6227763" y="2060575"/>
            <a:ext cx="2916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即原级数非绝对收敛</a:t>
            </a:r>
            <a:r>
              <a:rPr kumimoji="1" lang="zh-CN" altLang="en-US" sz="2800" b="1">
                <a:latin typeface="Times New Roman" pitchFamily="18" charset="0"/>
              </a:rPr>
              <a:t>．</a:t>
            </a:r>
          </a:p>
        </p:txBody>
      </p:sp>
      <p:graphicFrame>
        <p:nvGraphicFramePr>
          <p:cNvPr id="59408" name="Object 16"/>
          <p:cNvGraphicFramePr>
            <a:graphicFrameLocks noChangeAspect="1"/>
          </p:cNvGraphicFramePr>
          <p:nvPr/>
        </p:nvGraphicFramePr>
        <p:xfrm>
          <a:off x="827088" y="2852738"/>
          <a:ext cx="34544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8" name="公式" r:id="rId11" imgW="3454200" imgH="901440" progId="Equation.3">
                  <p:embed/>
                </p:oleObj>
              </mc:Choice>
              <mc:Fallback>
                <p:oleObj name="公式" r:id="rId11" imgW="34542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52738"/>
                        <a:ext cx="34544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611188" y="5876925"/>
            <a:ext cx="325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由莱布尼茨定理：</a:t>
            </a:r>
          </a:p>
        </p:txBody>
      </p:sp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4356100" y="2781300"/>
          <a:ext cx="259238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9" name="公式" r:id="rId13" imgW="1371600" imgH="393480" progId="Equation.3">
                  <p:embed/>
                </p:oleObj>
              </mc:Choice>
              <mc:Fallback>
                <p:oleObj name="公式" r:id="rId13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81300"/>
                        <a:ext cx="2592388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7092950" y="2852738"/>
          <a:ext cx="177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0" name="公式" r:id="rId15" imgW="1777680" imgH="838080" progId="Equation.3">
                  <p:embed/>
                </p:oleObj>
              </mc:Choice>
              <mc:Fallback>
                <p:oleObj name="公式" r:id="rId15" imgW="1777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852738"/>
                        <a:ext cx="177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20"/>
          <p:cNvGraphicFramePr>
            <a:graphicFrameLocks noChangeAspect="1"/>
          </p:cNvGraphicFramePr>
          <p:nvPr/>
        </p:nvGraphicFramePr>
        <p:xfrm>
          <a:off x="684213" y="3357563"/>
          <a:ext cx="410368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1" name="公式" r:id="rId17" imgW="4851360" imgH="1663560" progId="Equation.3">
                  <p:embed/>
                </p:oleObj>
              </mc:Choice>
              <mc:Fallback>
                <p:oleObj name="公式" r:id="rId17" imgW="4851360" imgH="1663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57563"/>
                        <a:ext cx="410368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3" name="Object 21"/>
          <p:cNvGraphicFramePr>
            <a:graphicFrameLocks noChangeAspect="1"/>
          </p:cNvGraphicFramePr>
          <p:nvPr/>
        </p:nvGraphicFramePr>
        <p:xfrm>
          <a:off x="5003800" y="3789363"/>
          <a:ext cx="3132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2" name="公式" r:id="rId19" imgW="4228920" imgH="393480" progId="Equation.3">
                  <p:embed/>
                </p:oleObj>
              </mc:Choice>
              <mc:Fallback>
                <p:oleObj name="公式" r:id="rId19" imgW="4228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789363"/>
                        <a:ext cx="31321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4" name="Object 22"/>
          <p:cNvGraphicFramePr>
            <a:graphicFrameLocks noChangeAspect="1"/>
          </p:cNvGraphicFramePr>
          <p:nvPr/>
        </p:nvGraphicFramePr>
        <p:xfrm>
          <a:off x="755650" y="4437063"/>
          <a:ext cx="35274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3" name="公式" r:id="rId21" imgW="3886200" imgH="838080" progId="Equation.3">
                  <p:embed/>
                </p:oleObj>
              </mc:Choice>
              <mc:Fallback>
                <p:oleObj name="公式" r:id="rId21" imgW="38862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437063"/>
                        <a:ext cx="35274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3" name="Object 41"/>
          <p:cNvGraphicFramePr>
            <a:graphicFrameLocks noChangeAspect="1"/>
          </p:cNvGraphicFramePr>
          <p:nvPr/>
        </p:nvGraphicFramePr>
        <p:xfrm>
          <a:off x="4211638" y="4508500"/>
          <a:ext cx="28797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4" name="公式" r:id="rId23" imgW="3187440" imgH="431640" progId="Equation.3">
                  <p:embed/>
                </p:oleObj>
              </mc:Choice>
              <mc:Fallback>
                <p:oleObj name="公式" r:id="rId23" imgW="3187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508500"/>
                        <a:ext cx="28797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4" name="Object 42"/>
          <p:cNvGraphicFramePr>
            <a:graphicFrameLocks noChangeAspect="1"/>
          </p:cNvGraphicFramePr>
          <p:nvPr/>
        </p:nvGraphicFramePr>
        <p:xfrm>
          <a:off x="7223125" y="4365625"/>
          <a:ext cx="19208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5" name="公式" r:id="rId25" imgW="2425680" imgH="838080" progId="Equation.3">
                  <p:embed/>
                </p:oleObj>
              </mc:Choice>
              <mc:Fallback>
                <p:oleObj name="公式" r:id="rId25" imgW="2425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4365625"/>
                        <a:ext cx="19208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5" name="Object 43"/>
          <p:cNvGraphicFramePr>
            <a:graphicFrameLocks noChangeAspect="1"/>
          </p:cNvGraphicFramePr>
          <p:nvPr/>
        </p:nvGraphicFramePr>
        <p:xfrm>
          <a:off x="611188" y="5013325"/>
          <a:ext cx="39370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6" name="公式" r:id="rId27" imgW="3936960" imgH="838080" progId="Equation.3">
                  <p:embed/>
                </p:oleObj>
              </mc:Choice>
              <mc:Fallback>
                <p:oleObj name="公式" r:id="rId27" imgW="39369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013325"/>
                        <a:ext cx="39370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6" name="Object 44"/>
          <p:cNvGraphicFramePr>
            <a:graphicFrameLocks noChangeAspect="1"/>
          </p:cNvGraphicFramePr>
          <p:nvPr/>
        </p:nvGraphicFramePr>
        <p:xfrm>
          <a:off x="5003800" y="5084763"/>
          <a:ext cx="28305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7" name="公式" r:id="rId29" imgW="1244520" imgH="228600" progId="Equation.3">
                  <p:embed/>
                </p:oleObj>
              </mc:Choice>
              <mc:Fallback>
                <p:oleObj name="公式" r:id="rId29" imgW="1244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084763"/>
                        <a:ext cx="28305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3132138" y="5734050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所以此交错级数收敛</a:t>
            </a:r>
            <a:r>
              <a:rPr kumimoji="1" lang="zh-CN" altLang="en-US" sz="2800" b="1">
                <a:latin typeface="Times New Roman" pitchFamily="18" charset="0"/>
              </a:rPr>
              <a:t>，</a:t>
            </a:r>
          </a:p>
        </p:txBody>
      </p:sp>
      <p:sp>
        <p:nvSpPr>
          <p:cNvPr id="59438" name="Text Box 46"/>
          <p:cNvSpPr txBox="1">
            <a:spLocks noChangeArrowheads="1"/>
          </p:cNvSpPr>
          <p:nvPr/>
        </p:nvSpPr>
        <p:spPr bwMode="auto">
          <a:xfrm>
            <a:off x="684213" y="6237288"/>
            <a:ext cx="403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故原级数是条件收敛．</a:t>
            </a:r>
          </a:p>
        </p:txBody>
      </p:sp>
    </p:spTree>
    <p:extLst>
      <p:ext uri="{BB962C8B-B14F-4D97-AF65-F5344CB8AC3E}">
        <p14:creationId xmlns:p14="http://schemas.microsoft.com/office/powerpoint/2010/main" val="15515520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9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9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9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75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75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utoUpdateAnimBg="0"/>
      <p:bldP spid="59400" grpId="0" autoUpdateAnimBg="0"/>
      <p:bldP spid="59409" grpId="0" autoUpdateAnimBg="0"/>
      <p:bldP spid="59437" grpId="0" autoUpdateAnimBg="0"/>
      <p:bldP spid="594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617656"/>
              </p:ext>
            </p:extLst>
          </p:nvPr>
        </p:nvGraphicFramePr>
        <p:xfrm>
          <a:off x="209550" y="115888"/>
          <a:ext cx="526891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98" name="Equation" r:id="rId3" imgW="2374560" imgH="431640" progId="Equation.DSMT4">
                  <p:embed/>
                </p:oleObj>
              </mc:Choice>
              <mc:Fallback>
                <p:oleObj name="Equation" r:id="rId3" imgW="2374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115888"/>
                        <a:ext cx="526891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/>
          <p:cNvGraphicFramePr>
            <a:graphicFrameLocks noChangeAspect="1"/>
          </p:cNvGraphicFramePr>
          <p:nvPr/>
        </p:nvGraphicFramePr>
        <p:xfrm>
          <a:off x="5437188" y="130175"/>
          <a:ext cx="35274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99" name="Equation" r:id="rId5" imgW="1663560" imgH="431640" progId="Equation.DSMT4">
                  <p:embed/>
                </p:oleObj>
              </mc:Choice>
              <mc:Fallback>
                <p:oleObj name="Equation" r:id="rId5" imgW="1663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188" y="130175"/>
                        <a:ext cx="35274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3" name="Text Box 19"/>
          <p:cNvSpPr txBox="1">
            <a:spLocks noChangeArrowheads="1"/>
          </p:cNvSpPr>
          <p:nvPr/>
        </p:nvSpPr>
        <p:spPr bwMode="auto">
          <a:xfrm>
            <a:off x="141288" y="12096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证明：</a:t>
            </a:r>
          </a:p>
        </p:txBody>
      </p:sp>
      <p:graphicFrame>
        <p:nvGraphicFramePr>
          <p:cNvPr id="67604" name="Object 20"/>
          <p:cNvGraphicFramePr>
            <a:graphicFrameLocks noChangeAspect="1"/>
          </p:cNvGraphicFramePr>
          <p:nvPr/>
        </p:nvGraphicFramePr>
        <p:xfrm>
          <a:off x="1149350" y="981075"/>
          <a:ext cx="44688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0" name="Equation" r:id="rId7" imgW="1854000" imgH="431640" progId="Equation.3">
                  <p:embed/>
                </p:oleObj>
              </mc:Choice>
              <mc:Fallback>
                <p:oleObj name="Equation" r:id="rId7" imgW="1854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981075"/>
                        <a:ext cx="44688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5" name="Object 21"/>
          <p:cNvGraphicFramePr>
            <a:graphicFrameLocks noChangeAspect="1"/>
          </p:cNvGraphicFramePr>
          <p:nvPr/>
        </p:nvGraphicFramePr>
        <p:xfrm>
          <a:off x="930275" y="1916113"/>
          <a:ext cx="56578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1" name="Equation" r:id="rId9" imgW="2197080" imgH="406080" progId="Equation.3">
                  <p:embed/>
                </p:oleObj>
              </mc:Choice>
              <mc:Fallback>
                <p:oleObj name="Equation" r:id="rId9" imgW="21970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1916113"/>
                        <a:ext cx="56578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6" name="Object 22"/>
          <p:cNvGraphicFramePr>
            <a:graphicFrameLocks noChangeAspect="1"/>
          </p:cNvGraphicFramePr>
          <p:nvPr/>
        </p:nvGraphicFramePr>
        <p:xfrm>
          <a:off x="884238" y="2852738"/>
          <a:ext cx="282416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2" name="Equation" r:id="rId11" imgW="1143000" imgH="406080" progId="Equation.3">
                  <p:embed/>
                </p:oleObj>
              </mc:Choice>
              <mc:Fallback>
                <p:oleObj name="Equation" r:id="rId11" imgW="1143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2852738"/>
                        <a:ext cx="282416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7" name="Object 23"/>
          <p:cNvGraphicFramePr>
            <a:graphicFrameLocks noChangeAspect="1"/>
          </p:cNvGraphicFramePr>
          <p:nvPr/>
        </p:nvGraphicFramePr>
        <p:xfrm>
          <a:off x="701675" y="3716338"/>
          <a:ext cx="61753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3" name="Equation" r:id="rId13" imgW="2425680" imgH="431640" progId="Equation.3">
                  <p:embed/>
                </p:oleObj>
              </mc:Choice>
              <mc:Fallback>
                <p:oleObj name="Equation" r:id="rId13" imgW="2425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3716338"/>
                        <a:ext cx="61753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8" name="Rectangle 24"/>
          <p:cNvSpPr>
            <a:spLocks noChangeArrowheads="1"/>
          </p:cNvSpPr>
          <p:nvPr/>
        </p:nvSpPr>
        <p:spPr bwMode="auto">
          <a:xfrm>
            <a:off x="107950" y="4990634"/>
            <a:ext cx="15359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练习：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1.</a:t>
            </a:r>
            <a:endParaRPr kumimoji="1" lang="en-US" altLang="zh-CN" sz="2800" b="1" dirty="0">
              <a:latin typeface="Times New Roman" pitchFamily="18" charset="0"/>
              <a:ea typeface="新宋体-18030" pitchFamily="49" charset="-122"/>
              <a:cs typeface="Times New Roman" pitchFamily="18" charset="0"/>
            </a:endParaRPr>
          </a:p>
        </p:txBody>
      </p:sp>
      <p:graphicFrame>
        <p:nvGraphicFramePr>
          <p:cNvPr id="67614" name="Object 30"/>
          <p:cNvGraphicFramePr>
            <a:graphicFrameLocks noChangeAspect="1"/>
          </p:cNvGraphicFramePr>
          <p:nvPr/>
        </p:nvGraphicFramePr>
        <p:xfrm>
          <a:off x="1374775" y="5516563"/>
          <a:ext cx="365601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4" name="Equation" r:id="rId15" imgW="1562040" imgH="444240" progId="Equation.DSMT4">
                  <p:embed/>
                </p:oleObj>
              </mc:Choice>
              <mc:Fallback>
                <p:oleObj name="Equation" r:id="rId15" imgW="1562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5516563"/>
                        <a:ext cx="3656013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327419"/>
              </p:ext>
            </p:extLst>
          </p:nvPr>
        </p:nvGraphicFramePr>
        <p:xfrm>
          <a:off x="1609923" y="4743450"/>
          <a:ext cx="69945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5" name="Equation" r:id="rId17" imgW="3200400" imgH="469800" progId="Equation.DSMT4">
                  <p:embed/>
                </p:oleObj>
              </mc:Choice>
              <mc:Fallback>
                <p:oleObj name="Equation" r:id="rId17" imgW="3200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923" y="4743450"/>
                        <a:ext cx="699452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441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3" grpId="0" build="p" autoUpdateAnimBg="0"/>
      <p:bldP spid="676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971550" y="0"/>
          <a:ext cx="69738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2" name="公式" r:id="rId3" imgW="6972120" imgH="876240" progId="Equation.3">
                  <p:embed/>
                </p:oleObj>
              </mc:Choice>
              <mc:Fallback>
                <p:oleObj name="公式" r:id="rId3" imgW="697212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0"/>
                        <a:ext cx="69738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684213" y="116632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sz="2800" b="1" dirty="0" smtClean="0">
                <a:solidFill>
                  <a:schemeClr val="accent2"/>
                </a:solidFill>
                <a:latin typeface="黑体" pitchFamily="2" charset="-122"/>
                <a:ea typeface="黑体" pitchFamily="2" charset="-122"/>
              </a:rPr>
              <a:t>6</a:t>
            </a:r>
            <a:endParaRPr kumimoji="1" lang="zh-CN" altLang="en-US" sz="28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684213" y="765175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解</a:t>
            </a:r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1692275" y="765175"/>
          <a:ext cx="61229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3" name="公式" r:id="rId5" imgW="6121080" imgH="876240" progId="Equation.3">
                  <p:embed/>
                </p:oleObj>
              </mc:Choice>
              <mc:Fallback>
                <p:oleObj name="公式" r:id="rId5" imgW="612108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765175"/>
                        <a:ext cx="61229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971550" y="1700213"/>
          <a:ext cx="3581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4" name="公式" r:id="rId7" imgW="3581280" imgH="444240" progId="Equation.3">
                  <p:embed/>
                </p:oleObj>
              </mc:Choice>
              <mc:Fallback>
                <p:oleObj name="公式" r:id="rId7" imgW="3581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700213"/>
                        <a:ext cx="3581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5076825" y="1773238"/>
          <a:ext cx="180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5" name="公式" r:id="rId9" imgW="1803240" imgH="419040" progId="Equation.3">
                  <p:embed/>
                </p:oleObj>
              </mc:Choice>
              <mc:Fallback>
                <p:oleObj name="公式" r:id="rId9" imgW="18032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773238"/>
                        <a:ext cx="1803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/>
        </p:nvGraphicFramePr>
        <p:xfrm>
          <a:off x="827088" y="2349500"/>
          <a:ext cx="46815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6" name="公式" r:id="rId11" imgW="4825800" imgH="431640" progId="Equation.3">
                  <p:embed/>
                </p:oleObj>
              </mc:Choice>
              <mc:Fallback>
                <p:oleObj name="公式" r:id="rId11" imgW="4825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349500"/>
                        <a:ext cx="46815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5575300" y="2133600"/>
          <a:ext cx="3568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7" name="公式" r:id="rId13" imgW="3568680" imgH="876240" progId="Equation.3">
                  <p:embed/>
                </p:oleObj>
              </mc:Choice>
              <mc:Fallback>
                <p:oleObj name="公式" r:id="rId13" imgW="356868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2133600"/>
                        <a:ext cx="35687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684213" y="2924175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两边逐项积分</a:t>
            </a:r>
          </a:p>
        </p:txBody>
      </p:sp>
      <p:graphicFrame>
        <p:nvGraphicFramePr>
          <p:cNvPr id="64523" name="Object 11"/>
          <p:cNvGraphicFramePr>
            <a:graphicFrameLocks noChangeAspect="1"/>
          </p:cNvGraphicFramePr>
          <p:nvPr/>
        </p:nvGraphicFramePr>
        <p:xfrm>
          <a:off x="5795963" y="3357563"/>
          <a:ext cx="2247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8" name="公式" r:id="rId15" imgW="2247840" imgH="876240" progId="Equation.3">
                  <p:embed/>
                </p:oleObj>
              </mc:Choice>
              <mc:Fallback>
                <p:oleObj name="公式" r:id="rId15" imgW="224784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357563"/>
                        <a:ext cx="2247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12"/>
          <p:cNvGraphicFramePr>
            <a:graphicFrameLocks noChangeAspect="1"/>
          </p:cNvGraphicFramePr>
          <p:nvPr/>
        </p:nvGraphicFramePr>
        <p:xfrm>
          <a:off x="827088" y="3357563"/>
          <a:ext cx="4889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9" name="公式" r:id="rId17" imgW="4889160" imgH="876240" progId="Equation.3">
                  <p:embed/>
                </p:oleObj>
              </mc:Choice>
              <mc:Fallback>
                <p:oleObj name="公式" r:id="rId17" imgW="488916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357563"/>
                        <a:ext cx="4889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2195513" y="4149725"/>
          <a:ext cx="2019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0" name="公式" r:id="rId19" imgW="2019240" imgH="876240" progId="Equation.3">
                  <p:embed/>
                </p:oleObj>
              </mc:Choice>
              <mc:Fallback>
                <p:oleObj name="公式" r:id="rId19" imgW="201924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149725"/>
                        <a:ext cx="2019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6" name="Object 14"/>
          <p:cNvGraphicFramePr>
            <a:graphicFrameLocks noChangeAspect="1"/>
          </p:cNvGraphicFramePr>
          <p:nvPr/>
        </p:nvGraphicFramePr>
        <p:xfrm>
          <a:off x="4211638" y="4221163"/>
          <a:ext cx="1765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1" name="公式" r:id="rId21" imgW="1765080" imgH="914400" progId="Equation.3">
                  <p:embed/>
                </p:oleObj>
              </mc:Choice>
              <mc:Fallback>
                <p:oleObj name="公式" r:id="rId21" imgW="17650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221163"/>
                        <a:ext cx="1765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6156325" y="4221163"/>
          <a:ext cx="119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2" name="公式" r:id="rId23" imgW="1193760" imgH="838080" progId="Equation.3">
                  <p:embed/>
                </p:oleObj>
              </mc:Choice>
              <mc:Fallback>
                <p:oleObj name="公式" r:id="rId23" imgW="1193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221163"/>
                        <a:ext cx="1193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8" name="Object 16"/>
          <p:cNvGraphicFramePr>
            <a:graphicFrameLocks noChangeAspect="1"/>
          </p:cNvGraphicFramePr>
          <p:nvPr/>
        </p:nvGraphicFramePr>
        <p:xfrm>
          <a:off x="827088" y="5229225"/>
          <a:ext cx="3276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3" name="公式" r:id="rId25" imgW="3276360" imgH="431640" progId="Equation.3">
                  <p:embed/>
                </p:oleObj>
              </mc:Choice>
              <mc:Fallback>
                <p:oleObj name="公式" r:id="rId25" imgW="3276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229225"/>
                        <a:ext cx="3276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9" name="Object 17"/>
          <p:cNvGraphicFramePr>
            <a:graphicFrameLocks noChangeAspect="1"/>
          </p:cNvGraphicFramePr>
          <p:nvPr/>
        </p:nvGraphicFramePr>
        <p:xfrm>
          <a:off x="900113" y="573405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4" name="公式" r:id="rId27" imgW="2120760" imgH="838080" progId="Equation.3">
                  <p:embed/>
                </p:oleObj>
              </mc:Choice>
              <mc:Fallback>
                <p:oleObj name="公式" r:id="rId27" imgW="2120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734050"/>
                        <a:ext cx="2120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0" name="Object 18"/>
          <p:cNvGraphicFramePr>
            <a:graphicFrameLocks noChangeAspect="1"/>
          </p:cNvGraphicFramePr>
          <p:nvPr/>
        </p:nvGraphicFramePr>
        <p:xfrm>
          <a:off x="3132138" y="5734050"/>
          <a:ext cx="157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5" name="公式" r:id="rId29" imgW="1574640" imgH="914400" progId="Equation.3">
                  <p:embed/>
                </p:oleObj>
              </mc:Choice>
              <mc:Fallback>
                <p:oleObj name="公式" r:id="rId29" imgW="157464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734050"/>
                        <a:ext cx="1574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30292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utoUpdateAnimBg="0"/>
      <p:bldP spid="6452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127" name="Object 71"/>
          <p:cNvGraphicFramePr>
            <a:graphicFrameLocks noChangeAspect="1"/>
          </p:cNvGraphicFramePr>
          <p:nvPr/>
        </p:nvGraphicFramePr>
        <p:xfrm>
          <a:off x="1116013" y="157163"/>
          <a:ext cx="40322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4" name="Equation" r:id="rId3" imgW="1714320" imgH="431640" progId="Equation.DSMT4">
                  <p:embed/>
                </p:oleObj>
              </mc:Choice>
              <mc:Fallback>
                <p:oleObj name="Equation" r:id="rId3" imgW="1714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57163"/>
                        <a:ext cx="40322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28" name="Text Box 72"/>
          <p:cNvSpPr txBox="1">
            <a:spLocks noChangeArrowheads="1"/>
          </p:cNvSpPr>
          <p:nvPr/>
        </p:nvSpPr>
        <p:spPr bwMode="auto">
          <a:xfrm>
            <a:off x="325438" y="333375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7. </a:t>
            </a:r>
            <a:endParaRPr kumimoji="1" lang="en-US" altLang="zh-CN" sz="2800" b="1" dirty="0">
              <a:solidFill>
                <a:srgbClr val="FF0000"/>
              </a:solidFill>
              <a:latin typeface="Times New Roman" pitchFamily="18" charset="0"/>
              <a:ea typeface="新宋体-18030" pitchFamily="49" charset="-122"/>
            </a:endParaRPr>
          </a:p>
        </p:txBody>
      </p:sp>
      <p:sp>
        <p:nvSpPr>
          <p:cNvPr id="45129" name="Text Box 73" descr="粉色面巾纸"/>
          <p:cNvSpPr txBox="1">
            <a:spLocks noChangeArrowheads="1"/>
          </p:cNvSpPr>
          <p:nvPr/>
        </p:nvSpPr>
        <p:spPr bwMode="auto">
          <a:xfrm>
            <a:off x="242888" y="1292225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解：</a:t>
            </a:r>
          </a:p>
        </p:txBody>
      </p:sp>
      <p:graphicFrame>
        <p:nvGraphicFramePr>
          <p:cNvPr id="45130" name="Object 74"/>
          <p:cNvGraphicFramePr>
            <a:graphicFrameLocks noChangeAspect="1"/>
          </p:cNvGraphicFramePr>
          <p:nvPr/>
        </p:nvGraphicFramePr>
        <p:xfrm>
          <a:off x="963613" y="1130300"/>
          <a:ext cx="213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5" name="Equation" r:id="rId6" imgW="1041120" imgH="406080" progId="Equation.DSMT4">
                  <p:embed/>
                </p:oleObj>
              </mc:Choice>
              <mc:Fallback>
                <p:oleObj name="Equation" r:id="rId6" imgW="1041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130300"/>
                        <a:ext cx="2133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1" name="Object 75"/>
          <p:cNvGraphicFramePr>
            <a:graphicFrameLocks noChangeAspect="1"/>
          </p:cNvGraphicFramePr>
          <p:nvPr/>
        </p:nvGraphicFramePr>
        <p:xfrm>
          <a:off x="3062288" y="1185863"/>
          <a:ext cx="21320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6" name="Equation" r:id="rId8" imgW="977760" imgH="330120" progId="Equation.DSMT4">
                  <p:embed/>
                </p:oleObj>
              </mc:Choice>
              <mc:Fallback>
                <p:oleObj name="Equation" r:id="rId8" imgW="977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1185863"/>
                        <a:ext cx="21320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2" name="Object 76"/>
          <p:cNvGraphicFramePr>
            <a:graphicFrameLocks noChangeAspect="1"/>
          </p:cNvGraphicFramePr>
          <p:nvPr/>
        </p:nvGraphicFramePr>
        <p:xfrm>
          <a:off x="5165725" y="1069975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7" name="Equation" r:id="rId10" imgW="876240" imgH="406080" progId="Equation.DSMT4">
                  <p:embed/>
                </p:oleObj>
              </mc:Choice>
              <mc:Fallback>
                <p:oleObj name="Equation" r:id="rId10" imgW="876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725" y="1069975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3" name="Object 77"/>
          <p:cNvGraphicFramePr>
            <a:graphicFrameLocks noChangeAspect="1"/>
          </p:cNvGraphicFramePr>
          <p:nvPr/>
        </p:nvGraphicFramePr>
        <p:xfrm>
          <a:off x="6965950" y="1357313"/>
          <a:ext cx="2698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8" name="Equation" r:id="rId12" imgW="114120" imgH="139680" progId="Equation.DSMT4">
                  <p:embed/>
                </p:oleObj>
              </mc:Choice>
              <mc:Fallback>
                <p:oleObj name="Equation" r:id="rId12" imgW="1141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1357313"/>
                        <a:ext cx="2698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4" name="Object 78"/>
          <p:cNvGraphicFramePr>
            <a:graphicFrameLocks noChangeAspect="1"/>
          </p:cNvGraphicFramePr>
          <p:nvPr/>
        </p:nvGraphicFramePr>
        <p:xfrm>
          <a:off x="7307263" y="1069975"/>
          <a:ext cx="12255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9" name="Equation" r:id="rId14" imgW="596880" imgH="406080" progId="Equation.DSMT4">
                  <p:embed/>
                </p:oleObj>
              </mc:Choice>
              <mc:Fallback>
                <p:oleObj name="Equation" r:id="rId14" imgW="596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1069975"/>
                        <a:ext cx="12255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5" name="Object 79"/>
          <p:cNvGraphicFramePr>
            <a:graphicFrameLocks noChangeAspect="1"/>
          </p:cNvGraphicFramePr>
          <p:nvPr/>
        </p:nvGraphicFramePr>
        <p:xfrm>
          <a:off x="915988" y="2151063"/>
          <a:ext cx="14843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0" name="Equation" r:id="rId16" imgW="723600" imgH="406080" progId="Equation.DSMT4">
                  <p:embed/>
                </p:oleObj>
              </mc:Choice>
              <mc:Fallback>
                <p:oleObj name="Equation" r:id="rId16" imgW="723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2151063"/>
                        <a:ext cx="14843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6" name="Object 80"/>
          <p:cNvGraphicFramePr>
            <a:graphicFrameLocks noChangeAspect="1"/>
          </p:cNvGraphicFramePr>
          <p:nvPr/>
        </p:nvGraphicFramePr>
        <p:xfrm>
          <a:off x="2389188" y="2132013"/>
          <a:ext cx="30749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1" name="Equation" r:id="rId18" imgW="1498320" imgH="431640" progId="Equation.DSMT4">
                  <p:embed/>
                </p:oleObj>
              </mc:Choice>
              <mc:Fallback>
                <p:oleObj name="Equation" r:id="rId18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188" y="2132013"/>
                        <a:ext cx="30749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7" name="Object 81"/>
          <p:cNvGraphicFramePr>
            <a:graphicFrameLocks noChangeAspect="1"/>
          </p:cNvGraphicFramePr>
          <p:nvPr/>
        </p:nvGraphicFramePr>
        <p:xfrm>
          <a:off x="5505450" y="2379663"/>
          <a:ext cx="2266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2" name="Equation" r:id="rId20" imgW="1104840" imgH="203040" progId="Equation.DSMT4">
                  <p:embed/>
                </p:oleObj>
              </mc:Choice>
              <mc:Fallback>
                <p:oleObj name="Equation" r:id="rId20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450" y="2379663"/>
                        <a:ext cx="2266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8" name="Object 82"/>
          <p:cNvGraphicFramePr>
            <a:graphicFrameLocks noChangeAspect="1"/>
          </p:cNvGraphicFramePr>
          <p:nvPr/>
        </p:nvGraphicFramePr>
        <p:xfrm>
          <a:off x="996950" y="3157538"/>
          <a:ext cx="51593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3" name="Equation" r:id="rId22" imgW="2286000" imgH="419040" progId="Equation.DSMT4">
                  <p:embed/>
                </p:oleObj>
              </mc:Choice>
              <mc:Fallback>
                <p:oleObj name="Equation" r:id="rId22" imgW="2286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157538"/>
                        <a:ext cx="51593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39" name="Text Box 83"/>
          <p:cNvSpPr txBox="1">
            <a:spLocks noChangeArrowheads="1"/>
          </p:cNvSpPr>
          <p:nvPr/>
        </p:nvSpPr>
        <p:spPr bwMode="auto">
          <a:xfrm>
            <a:off x="6169025" y="3363913"/>
            <a:ext cx="2147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  <a:ea typeface="新宋体-18030" pitchFamily="49" charset="-122"/>
              </a:rPr>
              <a:t>该级数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发散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  <p:graphicFrame>
        <p:nvGraphicFramePr>
          <p:cNvPr id="45140" name="Object 84"/>
          <p:cNvGraphicFramePr>
            <a:graphicFrameLocks noChangeAspect="1"/>
          </p:cNvGraphicFramePr>
          <p:nvPr/>
        </p:nvGraphicFramePr>
        <p:xfrm>
          <a:off x="225425" y="4259263"/>
          <a:ext cx="2498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4" name="Equation" r:id="rId24" imgW="1218960" imgH="406080" progId="Equation.DSMT4">
                  <p:embed/>
                </p:oleObj>
              </mc:Choice>
              <mc:Fallback>
                <p:oleObj name="Equation" r:id="rId24" imgW="1218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4259263"/>
                        <a:ext cx="24987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41" name="Object 85"/>
          <p:cNvGraphicFramePr>
            <a:graphicFrameLocks noChangeAspect="1"/>
          </p:cNvGraphicFramePr>
          <p:nvPr/>
        </p:nvGraphicFramePr>
        <p:xfrm>
          <a:off x="2703513" y="4240213"/>
          <a:ext cx="32575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5" name="Equation" r:id="rId26" imgW="1587240" imgH="431640" progId="Equation.DSMT4">
                  <p:embed/>
                </p:oleObj>
              </mc:Choice>
              <mc:Fallback>
                <p:oleObj name="Equation" r:id="rId26" imgW="1587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4240213"/>
                        <a:ext cx="325755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42" name="Object 86"/>
          <p:cNvGraphicFramePr>
            <a:graphicFrameLocks noChangeAspect="1"/>
          </p:cNvGraphicFramePr>
          <p:nvPr/>
        </p:nvGraphicFramePr>
        <p:xfrm>
          <a:off x="5953125" y="4508500"/>
          <a:ext cx="2840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6" name="Equation" r:id="rId28" imgW="1384200" imgH="203040" progId="Equation.DSMT4">
                  <p:embed/>
                </p:oleObj>
              </mc:Choice>
              <mc:Fallback>
                <p:oleObj name="Equation" r:id="rId28" imgW="1384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4508500"/>
                        <a:ext cx="28400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43" name="Text Box 87"/>
          <p:cNvSpPr txBox="1">
            <a:spLocks noChangeArrowheads="1"/>
          </p:cNvSpPr>
          <p:nvPr/>
        </p:nvSpPr>
        <p:spPr bwMode="auto">
          <a:xfrm>
            <a:off x="2879725" y="555783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  <a:ea typeface="新宋体-18030" pitchFamily="49" charset="-122"/>
              </a:rPr>
              <a:t>故所给级数的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收敛域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  <a:ea typeface="新宋体-18030" pitchFamily="49" charset="-122"/>
              </a:rPr>
              <a:t>为</a:t>
            </a:r>
          </a:p>
        </p:txBody>
      </p:sp>
      <p:graphicFrame>
        <p:nvGraphicFramePr>
          <p:cNvPr id="45144" name="Object 88"/>
          <p:cNvGraphicFramePr>
            <a:graphicFrameLocks noChangeAspect="1"/>
          </p:cNvGraphicFramePr>
          <p:nvPr/>
        </p:nvGraphicFramePr>
        <p:xfrm>
          <a:off x="6577013" y="5380038"/>
          <a:ext cx="166687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7" name="Equation" r:id="rId30" imgW="558720" imgH="406080" progId="Equation.DSMT4">
                  <p:embed/>
                </p:oleObj>
              </mc:Choice>
              <mc:Fallback>
                <p:oleObj name="Equation" r:id="rId30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013" y="5380038"/>
                        <a:ext cx="166687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>
                                <a:alpha val="69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45" name="Text Box 89"/>
          <p:cNvSpPr txBox="1">
            <a:spLocks noChangeArrowheads="1"/>
          </p:cNvSpPr>
          <p:nvPr/>
        </p:nvSpPr>
        <p:spPr bwMode="auto">
          <a:xfrm>
            <a:off x="204788" y="5551488"/>
            <a:ext cx="35004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itchFamily="18" charset="0"/>
                <a:ea typeface="新宋体-18030" pitchFamily="49" charset="-122"/>
              </a:rPr>
              <a:t>此时该级数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发散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新宋体-18030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17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39" grpId="0"/>
      <p:bldP spid="45143" grpId="0"/>
      <p:bldP spid="451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73" name="Text Box 17"/>
          <p:cNvSpPr txBox="1">
            <a:spLocks noChangeArrowheads="1"/>
          </p:cNvSpPr>
          <p:nvPr/>
        </p:nvSpPr>
        <p:spPr bwMode="auto">
          <a:xfrm>
            <a:off x="323528" y="507752"/>
            <a:ext cx="21964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8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若幂级数</a:t>
            </a:r>
          </a:p>
        </p:txBody>
      </p:sp>
      <p:graphicFrame>
        <p:nvGraphicFramePr>
          <p:cNvPr id="7362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719553"/>
              </p:ext>
            </p:extLst>
          </p:nvPr>
        </p:nvGraphicFramePr>
        <p:xfrm>
          <a:off x="2747158" y="260648"/>
          <a:ext cx="2482365" cy="874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Equation" r:id="rId3" imgW="1307880" imgH="444240" progId="Equation.DSMT4">
                  <p:embed/>
                </p:oleObj>
              </mc:Choice>
              <mc:Fallback>
                <p:oleObj name="Equation" r:id="rId3" imgW="1307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158" y="260648"/>
                        <a:ext cx="2482365" cy="874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6275" name="Text Box 19"/>
          <p:cNvSpPr txBox="1">
            <a:spLocks noChangeArrowheads="1"/>
          </p:cNvSpPr>
          <p:nvPr/>
        </p:nvSpPr>
        <p:spPr bwMode="auto">
          <a:xfrm>
            <a:off x="5247953" y="509340"/>
            <a:ext cx="26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在 </a:t>
            </a:r>
            <a:r>
              <a:rPr lang="en-US" altLang="zh-CN" sz="2400" b="1" i="1"/>
              <a:t>x = -</a:t>
            </a:r>
            <a:r>
              <a:rPr lang="en-US" altLang="zh-CN" sz="2400" b="1"/>
              <a:t> 2 </a:t>
            </a:r>
            <a:r>
              <a:rPr lang="zh-CN" altLang="en-US" sz="2400" b="1"/>
              <a:t>处收敛，</a:t>
            </a:r>
          </a:p>
        </p:txBody>
      </p:sp>
      <p:sp>
        <p:nvSpPr>
          <p:cNvPr id="736276" name="Text Box 20"/>
          <p:cNvSpPr txBox="1">
            <a:spLocks noChangeArrowheads="1"/>
          </p:cNvSpPr>
          <p:nvPr/>
        </p:nvSpPr>
        <p:spPr bwMode="auto">
          <a:xfrm>
            <a:off x="517525" y="1269752"/>
            <a:ext cx="43941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宋体" pitchFamily="2" charset="-122"/>
              </a:rPr>
              <a:t>则此幂级数在 </a:t>
            </a:r>
            <a:r>
              <a:rPr lang="en-US" altLang="zh-CN" sz="2400" b="1" i="1"/>
              <a:t>x </a:t>
            </a:r>
            <a:r>
              <a:rPr lang="en-US" altLang="zh-CN" sz="2400" b="1"/>
              <a:t>= 5</a:t>
            </a:r>
            <a:r>
              <a:rPr lang="en-US" altLang="zh-CN" sz="2400" b="1">
                <a:latin typeface="宋体" pitchFamily="2" charset="-122"/>
              </a:rPr>
              <a:t> </a:t>
            </a:r>
            <a:r>
              <a:rPr lang="zh-CN" altLang="en-US" sz="2400" b="1">
                <a:latin typeface="宋体" pitchFamily="2" charset="-122"/>
              </a:rPr>
              <a:t>处（</a:t>
            </a:r>
            <a:r>
              <a:rPr lang="zh-CN" altLang="en-US" sz="2400" b="1"/>
              <a:t>       </a:t>
            </a:r>
            <a:r>
              <a:rPr lang="zh-CN" altLang="en-US" sz="2400" b="1">
                <a:latin typeface="宋体" pitchFamily="2" charset="-122"/>
              </a:rPr>
              <a:t>）</a:t>
            </a:r>
            <a:r>
              <a:rPr lang="zh-CN" altLang="en-US" sz="2400" b="1"/>
              <a:t> </a:t>
            </a:r>
          </a:p>
        </p:txBody>
      </p:sp>
      <p:sp>
        <p:nvSpPr>
          <p:cNvPr id="736277" name="Text Box 21"/>
          <p:cNvSpPr txBox="1">
            <a:spLocks noChangeArrowheads="1"/>
          </p:cNvSpPr>
          <p:nvPr/>
        </p:nvSpPr>
        <p:spPr bwMode="auto">
          <a:xfrm>
            <a:off x="441325" y="1957140"/>
            <a:ext cx="64540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宋体" pitchFamily="2" charset="-122"/>
              </a:rPr>
              <a:t>（</a:t>
            </a:r>
            <a:r>
              <a:rPr lang="en-US" altLang="zh-CN" sz="2400" b="1"/>
              <a:t>A</a:t>
            </a:r>
            <a:r>
              <a:rPr lang="zh-CN" altLang="en-US" sz="2400" b="1">
                <a:latin typeface="宋体" pitchFamily="2" charset="-122"/>
              </a:rPr>
              <a:t>）一定发散。（</a:t>
            </a:r>
            <a:r>
              <a:rPr lang="en-US" altLang="zh-CN" sz="2400" b="1"/>
              <a:t>B</a:t>
            </a:r>
            <a:r>
              <a:rPr lang="zh-CN" altLang="en-US" sz="2400" b="1">
                <a:latin typeface="宋体" pitchFamily="2" charset="-122"/>
              </a:rPr>
              <a:t>）一定条件收敛。</a:t>
            </a:r>
          </a:p>
          <a:p>
            <a:r>
              <a:rPr lang="zh-CN" altLang="en-US" sz="2400" b="1">
                <a:latin typeface="宋体" pitchFamily="2" charset="-122"/>
              </a:rPr>
              <a:t>（</a:t>
            </a:r>
            <a:r>
              <a:rPr lang="en-US" altLang="zh-CN" sz="2400" b="1"/>
              <a:t>C</a:t>
            </a:r>
            <a:r>
              <a:rPr lang="zh-CN" altLang="en-US" sz="2400" b="1">
                <a:latin typeface="宋体" pitchFamily="2" charset="-122"/>
              </a:rPr>
              <a:t>）一定绝对收敛。（</a:t>
            </a:r>
            <a:r>
              <a:rPr lang="en-US" altLang="zh-CN" sz="2400" b="1"/>
              <a:t>D</a:t>
            </a:r>
            <a:r>
              <a:rPr lang="zh-CN" altLang="en-US" sz="2400" b="1">
                <a:latin typeface="宋体" pitchFamily="2" charset="-122"/>
              </a:rPr>
              <a:t>）收敛性不能确定。</a:t>
            </a:r>
            <a:r>
              <a:rPr lang="zh-CN" altLang="en-US" sz="2400" b="1"/>
              <a:t> </a:t>
            </a:r>
          </a:p>
        </p:txBody>
      </p:sp>
      <p:sp>
        <p:nvSpPr>
          <p:cNvPr id="736278" name="Text Box 22"/>
          <p:cNvSpPr txBox="1">
            <a:spLocks noChangeArrowheads="1"/>
          </p:cNvSpPr>
          <p:nvPr/>
        </p:nvSpPr>
        <p:spPr bwMode="auto">
          <a:xfrm>
            <a:off x="3995936" y="1271340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/>
              <a:t>C</a:t>
            </a:r>
          </a:p>
        </p:txBody>
      </p:sp>
      <p:sp>
        <p:nvSpPr>
          <p:cNvPr id="736279" name="Text Box 23"/>
          <p:cNvSpPr txBox="1">
            <a:spLocks noChangeArrowheads="1"/>
          </p:cNvSpPr>
          <p:nvPr/>
        </p:nvSpPr>
        <p:spPr bwMode="auto">
          <a:xfrm>
            <a:off x="463028" y="3810000"/>
            <a:ext cx="2186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9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若幂级数</a:t>
            </a:r>
          </a:p>
        </p:txBody>
      </p:sp>
      <p:graphicFrame>
        <p:nvGraphicFramePr>
          <p:cNvPr id="7362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200812"/>
              </p:ext>
            </p:extLst>
          </p:nvPr>
        </p:nvGraphicFramePr>
        <p:xfrm>
          <a:off x="2632553" y="3547665"/>
          <a:ext cx="2072523" cy="96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name="Equation" r:id="rId5" imgW="990360" imgH="444240" progId="Equation.DSMT4">
                  <p:embed/>
                </p:oleObj>
              </mc:Choice>
              <mc:Fallback>
                <p:oleObj name="Equation" r:id="rId5" imgW="990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553" y="3547665"/>
                        <a:ext cx="2072523" cy="961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6281" name="Text Box 25"/>
          <p:cNvSpPr txBox="1">
            <a:spLocks noChangeArrowheads="1"/>
          </p:cNvSpPr>
          <p:nvPr/>
        </p:nvSpPr>
        <p:spPr bwMode="auto">
          <a:xfrm>
            <a:off x="4730228" y="3810000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的收敛半径是</a:t>
            </a:r>
            <a:r>
              <a:rPr lang="en-US" altLang="zh-CN" sz="2400" b="1"/>
              <a:t>16</a:t>
            </a:r>
            <a:r>
              <a:rPr lang="zh-CN" altLang="en-US" sz="2400" b="1"/>
              <a:t>，</a:t>
            </a:r>
          </a:p>
        </p:txBody>
      </p:sp>
      <p:sp>
        <p:nvSpPr>
          <p:cNvPr id="736282" name="Text Box 26"/>
          <p:cNvSpPr txBox="1">
            <a:spLocks noChangeArrowheads="1"/>
          </p:cNvSpPr>
          <p:nvPr/>
        </p:nvSpPr>
        <p:spPr bwMode="auto">
          <a:xfrm>
            <a:off x="381000" y="4876800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则幂级数</a:t>
            </a:r>
          </a:p>
        </p:txBody>
      </p:sp>
      <p:sp>
        <p:nvSpPr>
          <p:cNvPr id="736283" name="Text Box 27"/>
          <p:cNvSpPr txBox="1">
            <a:spLocks noChangeArrowheads="1"/>
          </p:cNvSpPr>
          <p:nvPr/>
        </p:nvSpPr>
        <p:spPr bwMode="auto">
          <a:xfrm>
            <a:off x="4114800" y="4984750"/>
            <a:ext cx="3474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的收敛半径是 （           ）</a:t>
            </a:r>
          </a:p>
        </p:txBody>
      </p:sp>
      <p:graphicFrame>
        <p:nvGraphicFramePr>
          <p:cNvPr id="7362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541888"/>
              </p:ext>
            </p:extLst>
          </p:nvPr>
        </p:nvGraphicFramePr>
        <p:xfrm>
          <a:off x="1814249" y="4641105"/>
          <a:ext cx="2325703" cy="948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name="Equation" r:id="rId7" imgW="1130040" imgH="444240" progId="Equation.DSMT4">
                  <p:embed/>
                </p:oleObj>
              </mc:Choice>
              <mc:Fallback>
                <p:oleObj name="Equation" r:id="rId7" imgW="1130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249" y="4641105"/>
                        <a:ext cx="2325703" cy="948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6285" name="Text Box 29"/>
          <p:cNvSpPr txBox="1">
            <a:spLocks noChangeArrowheads="1"/>
          </p:cNvSpPr>
          <p:nvPr/>
        </p:nvSpPr>
        <p:spPr bwMode="auto">
          <a:xfrm>
            <a:off x="6660232" y="4953000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9334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73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73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3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73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73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73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7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73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"/>
                                        <p:tgtEl>
                                          <p:spTgt spid="73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73" grpId="0" autoUpdateAnimBg="0"/>
      <p:bldP spid="736275" grpId="0" autoUpdateAnimBg="0"/>
      <p:bldP spid="736276" grpId="0" autoUpdateAnimBg="0"/>
      <p:bldP spid="736277" grpId="0" autoUpdateAnimBg="0"/>
      <p:bldP spid="736278" grpId="0" autoUpdateAnimBg="0"/>
      <p:bldP spid="736279" grpId="0" autoUpdateAnimBg="0"/>
      <p:bldP spid="736281" grpId="0" autoUpdateAnimBg="0"/>
      <p:bldP spid="736282" grpId="0" autoUpdateAnimBg="0"/>
      <p:bldP spid="736283" grpId="0" autoUpdateAnimBg="0"/>
      <p:bldP spid="73628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099759"/>
              </p:ext>
            </p:extLst>
          </p:nvPr>
        </p:nvGraphicFramePr>
        <p:xfrm>
          <a:off x="236538" y="109538"/>
          <a:ext cx="61023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8" name="Equation" r:id="rId3" imgW="2628720" imgH="444240" progId="Equation.DSMT4">
                  <p:embed/>
                </p:oleObj>
              </mc:Choice>
              <mc:Fallback>
                <p:oleObj name="Equation" r:id="rId3" imgW="2628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109538"/>
                        <a:ext cx="6102350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9" name="Object 19"/>
          <p:cNvGraphicFramePr>
            <a:graphicFrameLocks noChangeAspect="1"/>
          </p:cNvGraphicFramePr>
          <p:nvPr/>
        </p:nvGraphicFramePr>
        <p:xfrm>
          <a:off x="481013" y="3462338"/>
          <a:ext cx="32258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9" name="Equation" r:id="rId5" imgW="1371600" imgH="444240" progId="Equation.DSMT4">
                  <p:embed/>
                </p:oleObj>
              </mc:Choice>
              <mc:Fallback>
                <p:oleObj name="Equation" r:id="rId5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462338"/>
                        <a:ext cx="322580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0" name="Rectangle 20"/>
          <p:cNvSpPr>
            <a:spLocks noChangeArrowheads="1"/>
          </p:cNvSpPr>
          <p:nvPr/>
        </p:nvSpPr>
        <p:spPr bwMode="auto">
          <a:xfrm>
            <a:off x="282575" y="1316038"/>
            <a:ext cx="1079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解：</a:t>
            </a:r>
          </a:p>
        </p:txBody>
      </p:sp>
      <p:graphicFrame>
        <p:nvGraphicFramePr>
          <p:cNvPr id="163861" name="Object 21"/>
          <p:cNvGraphicFramePr>
            <a:graphicFrameLocks noChangeAspect="1"/>
          </p:cNvGraphicFramePr>
          <p:nvPr/>
        </p:nvGraphicFramePr>
        <p:xfrm>
          <a:off x="3709988" y="3505200"/>
          <a:ext cx="26431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0" name="Equation" r:id="rId7" imgW="1218960" imgH="444240" progId="Equation.DSMT4">
                  <p:embed/>
                </p:oleObj>
              </mc:Choice>
              <mc:Fallback>
                <p:oleObj name="Equation" r:id="rId7" imgW="1218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3505200"/>
                        <a:ext cx="26431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2" name="Object 22"/>
          <p:cNvGraphicFramePr>
            <a:graphicFrameLocks noChangeAspect="1"/>
          </p:cNvGraphicFramePr>
          <p:nvPr/>
        </p:nvGraphicFramePr>
        <p:xfrm>
          <a:off x="4870450" y="4622800"/>
          <a:ext cx="35417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1" name="Equation" r:id="rId9" imgW="1625400" imgH="431640" progId="Equation.DSMT4">
                  <p:embed/>
                </p:oleObj>
              </mc:Choice>
              <mc:Fallback>
                <p:oleObj name="Equation" r:id="rId9" imgW="1625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4622800"/>
                        <a:ext cx="35417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3" name="Object 23"/>
          <p:cNvGraphicFramePr>
            <a:graphicFrameLocks noChangeAspect="1"/>
          </p:cNvGraphicFramePr>
          <p:nvPr/>
        </p:nvGraphicFramePr>
        <p:xfrm>
          <a:off x="1209675" y="4597400"/>
          <a:ext cx="37147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2" name="Equation" r:id="rId11" imgW="1612800" imgH="431640" progId="Equation.DSMT4">
                  <p:embed/>
                </p:oleObj>
              </mc:Choice>
              <mc:Fallback>
                <p:oleObj name="Equation" r:id="rId11" imgW="1612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4597400"/>
                        <a:ext cx="37147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4" name="Object 24"/>
          <p:cNvGraphicFramePr>
            <a:graphicFrameLocks noChangeAspect="1"/>
          </p:cNvGraphicFramePr>
          <p:nvPr/>
        </p:nvGraphicFramePr>
        <p:xfrm>
          <a:off x="3529013" y="5973763"/>
          <a:ext cx="20066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3" name="Equation" r:id="rId13" imgW="850680" imgH="164880" progId="Equation.DSMT4">
                  <p:embed/>
                </p:oleObj>
              </mc:Choice>
              <mc:Fallback>
                <p:oleObj name="Equation" r:id="rId13" imgW="850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5973763"/>
                        <a:ext cx="20066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5" name="Object 25"/>
          <p:cNvGraphicFramePr>
            <a:graphicFrameLocks noChangeAspect="1"/>
          </p:cNvGraphicFramePr>
          <p:nvPr/>
        </p:nvGraphicFramePr>
        <p:xfrm>
          <a:off x="5761038" y="5924550"/>
          <a:ext cx="1727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4" name="Equation" r:id="rId15" imgW="672840" imgH="177480" progId="Equation.DSMT4">
                  <p:embed/>
                </p:oleObj>
              </mc:Choice>
              <mc:Fallback>
                <p:oleObj name="Equation" r:id="rId15" imgW="6728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1038" y="5924550"/>
                        <a:ext cx="17272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6" name="Object 26"/>
          <p:cNvGraphicFramePr>
            <a:graphicFrameLocks noChangeAspect="1"/>
          </p:cNvGraphicFramePr>
          <p:nvPr/>
        </p:nvGraphicFramePr>
        <p:xfrm>
          <a:off x="865188" y="1119188"/>
          <a:ext cx="464343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5" name="Equation" r:id="rId17" imgW="2209680" imgH="482400" progId="Equation.DSMT4">
                  <p:embed/>
                </p:oleObj>
              </mc:Choice>
              <mc:Fallback>
                <p:oleObj name="Equation" r:id="rId17" imgW="2209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1119188"/>
                        <a:ext cx="4643437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7" name="Object 27"/>
          <p:cNvGraphicFramePr>
            <a:graphicFrameLocks noChangeAspect="1"/>
          </p:cNvGraphicFramePr>
          <p:nvPr/>
        </p:nvGraphicFramePr>
        <p:xfrm>
          <a:off x="896938" y="2862263"/>
          <a:ext cx="47148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6" name="Equation" r:id="rId19" imgW="1879560" imgH="203040" progId="Equation.DSMT4">
                  <p:embed/>
                </p:oleObj>
              </mc:Choice>
              <mc:Fallback>
                <p:oleObj name="Equation" r:id="rId19" imgW="1879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862263"/>
                        <a:ext cx="47148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8" name="Object 28"/>
          <p:cNvGraphicFramePr>
            <a:graphicFrameLocks noChangeAspect="1"/>
          </p:cNvGraphicFramePr>
          <p:nvPr/>
        </p:nvGraphicFramePr>
        <p:xfrm>
          <a:off x="5580063" y="2862263"/>
          <a:ext cx="27955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7" name="Equation" r:id="rId21" imgW="1206360" imgH="215640" progId="Equation.DSMT4">
                  <p:embed/>
                </p:oleObj>
              </mc:Choice>
              <mc:Fallback>
                <p:oleObj name="Equation" r:id="rId21" imgW="1206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62263"/>
                        <a:ext cx="27955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9" name="Object 29"/>
          <p:cNvGraphicFramePr>
            <a:graphicFrameLocks noChangeAspect="1"/>
          </p:cNvGraphicFramePr>
          <p:nvPr/>
        </p:nvGraphicFramePr>
        <p:xfrm>
          <a:off x="1211263" y="5664200"/>
          <a:ext cx="22796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8" name="Equation" r:id="rId23" imgW="990360" imgH="406080" progId="Equation.DSMT4">
                  <p:embed/>
                </p:oleObj>
              </mc:Choice>
              <mc:Fallback>
                <p:oleObj name="Equation" r:id="rId23" imgW="990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5664200"/>
                        <a:ext cx="22796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0" name="Object 30"/>
          <p:cNvGraphicFramePr>
            <a:graphicFrameLocks noChangeAspect="1"/>
          </p:cNvGraphicFramePr>
          <p:nvPr/>
        </p:nvGraphicFramePr>
        <p:xfrm>
          <a:off x="5456238" y="1333500"/>
          <a:ext cx="7381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19" name="Equation" r:id="rId25" imgW="317160" imgH="203040" progId="Equation.DSMT4">
                  <p:embed/>
                </p:oleObj>
              </mc:Choice>
              <mc:Fallback>
                <p:oleObj name="Equation" r:id="rId25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8" y="1333500"/>
                        <a:ext cx="7381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1" name="Object 31"/>
          <p:cNvGraphicFramePr>
            <a:graphicFrameLocks noChangeAspect="1"/>
          </p:cNvGraphicFramePr>
          <p:nvPr/>
        </p:nvGraphicFramePr>
        <p:xfrm>
          <a:off x="652463" y="2189163"/>
          <a:ext cx="73929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20" name="Equation" r:id="rId27" imgW="2946240" imgH="215640" progId="Equation.DSMT4">
                  <p:embed/>
                </p:oleObj>
              </mc:Choice>
              <mc:Fallback>
                <p:oleObj name="Equation" r:id="rId27" imgW="294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2189163"/>
                        <a:ext cx="73929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80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323850" y="204788"/>
            <a:ext cx="2590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11.</a:t>
            </a:r>
            <a:r>
              <a:rPr lang="en-US" altLang="zh-CN" sz="2800" b="1" dirty="0" smtClean="0">
                <a:latin typeface="Times New Roman" pitchFamily="18" charset="0"/>
                <a:ea typeface="新宋体-18030" pitchFamily="49" charset="-122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新宋体-18030" pitchFamily="49" charset="-122"/>
              </a:rPr>
              <a:t>求幂级数</a:t>
            </a:r>
          </a:p>
        </p:txBody>
      </p:sp>
      <p:graphicFrame>
        <p:nvGraphicFramePr>
          <p:cNvPr id="167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068181"/>
              </p:ext>
            </p:extLst>
          </p:nvPr>
        </p:nvGraphicFramePr>
        <p:xfrm>
          <a:off x="2845841" y="69850"/>
          <a:ext cx="44624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4" name="Equation" r:id="rId3" imgW="2209680" imgH="431640" progId="Equation.DSMT4">
                  <p:embed/>
                </p:oleObj>
              </mc:Choice>
              <mc:Fallback>
                <p:oleObj name="Equation" r:id="rId3" imgW="2209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841" y="69850"/>
                        <a:ext cx="44624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323850" y="10525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解法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1: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新宋体-18030" pitchFamily="49" charset="-122"/>
              </a:rPr>
              <a:t>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 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易求出级数的收敛域为</a:t>
            </a:r>
          </a:p>
        </p:txBody>
      </p:sp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5292725" y="1106488"/>
          <a:ext cx="16557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5" name="Equation" r:id="rId5" imgW="698400" imgH="203040" progId="Equation.DSMT4">
                  <p:embed/>
                </p:oleObj>
              </mc:Choice>
              <mc:Fallback>
                <p:oleObj name="Equation" r:id="rId5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106488"/>
                        <a:ext cx="16557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539750" y="1628775"/>
          <a:ext cx="50403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6" name="Equation" r:id="rId7" imgW="2197080" imgH="431640" progId="Equation.DSMT4">
                  <p:embed/>
                </p:oleObj>
              </mc:Choice>
              <mc:Fallback>
                <p:oleObj name="Equation" r:id="rId7" imgW="2197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628775"/>
                        <a:ext cx="504031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5" name="Object 9"/>
          <p:cNvGraphicFramePr>
            <a:graphicFrameLocks noChangeAspect="1"/>
          </p:cNvGraphicFramePr>
          <p:nvPr/>
        </p:nvGraphicFramePr>
        <p:xfrm>
          <a:off x="1244600" y="4005263"/>
          <a:ext cx="3687763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7" name="Equation" r:id="rId9" imgW="1587240" imgH="545760" progId="Equation.DSMT4">
                  <p:embed/>
                </p:oleObj>
              </mc:Choice>
              <mc:Fallback>
                <p:oleObj name="Equation" r:id="rId9" imgW="15872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005263"/>
                        <a:ext cx="3687763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1866900" y="4524375"/>
          <a:ext cx="4000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8" name="Equation" r:id="rId11" imgW="139680" imgH="139680" progId="Equation.DSMT4">
                  <p:embed/>
                </p:oleObj>
              </mc:Choice>
              <mc:Fallback>
                <p:oleObj name="Equation" r:id="rId1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524375"/>
                        <a:ext cx="4000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7" name="Object 11"/>
          <p:cNvGraphicFramePr>
            <a:graphicFrameLocks noChangeAspect="1"/>
          </p:cNvGraphicFramePr>
          <p:nvPr/>
        </p:nvGraphicFramePr>
        <p:xfrm>
          <a:off x="1189038" y="5503863"/>
          <a:ext cx="20161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9" name="Equation" r:id="rId13" imgW="863280" imgH="406080" progId="Equation.DSMT4">
                  <p:embed/>
                </p:oleObj>
              </mc:Choice>
              <mc:Fallback>
                <p:oleObj name="Equation" r:id="rId13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5503863"/>
                        <a:ext cx="20161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8" name="Object 12"/>
          <p:cNvGraphicFramePr>
            <a:graphicFrameLocks noChangeAspect="1"/>
          </p:cNvGraphicFramePr>
          <p:nvPr/>
        </p:nvGraphicFramePr>
        <p:xfrm>
          <a:off x="3132138" y="5518150"/>
          <a:ext cx="280828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0" name="Equation" r:id="rId15" imgW="1231560" imgH="406080" progId="Equation.DSMT4">
                  <p:embed/>
                </p:oleObj>
              </mc:Choice>
              <mc:Fallback>
                <p:oleObj name="Equation" r:id="rId15" imgW="1231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518150"/>
                        <a:ext cx="280828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/>
          <p:cNvGraphicFramePr>
            <a:graphicFrameLocks noChangeAspect="1"/>
          </p:cNvGraphicFramePr>
          <p:nvPr/>
        </p:nvGraphicFramePr>
        <p:xfrm>
          <a:off x="5980113" y="5767388"/>
          <a:ext cx="21209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1" name="Equation" r:id="rId17" imgW="914400" imgH="203040" progId="Equation.DSMT4">
                  <p:embed/>
                </p:oleObj>
              </mc:Choice>
              <mc:Fallback>
                <p:oleObj name="Equation" r:id="rId17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113" y="5767388"/>
                        <a:ext cx="21209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0" name="Object 14"/>
          <p:cNvGraphicFramePr>
            <a:graphicFrameLocks noChangeAspect="1"/>
          </p:cNvGraphicFramePr>
          <p:nvPr/>
        </p:nvGraphicFramePr>
        <p:xfrm>
          <a:off x="6046788" y="2276475"/>
          <a:ext cx="2520950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2" name="Equation" r:id="rId19" imgW="977760" imgH="634680" progId="Equation.DSMT4">
                  <p:embed/>
                </p:oleObj>
              </mc:Choice>
              <mc:Fallback>
                <p:oleObj name="Equation" r:id="rId19" imgW="9777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6788" y="2276475"/>
                        <a:ext cx="2520950" cy="1492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1" name="Object 15"/>
          <p:cNvGraphicFramePr>
            <a:graphicFrameLocks noChangeAspect="1"/>
          </p:cNvGraphicFramePr>
          <p:nvPr/>
        </p:nvGraphicFramePr>
        <p:xfrm>
          <a:off x="1187450" y="2854325"/>
          <a:ext cx="422433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3" name="Equation" r:id="rId21" imgW="1841400" imgH="431640" progId="Equation.DSMT4">
                  <p:embed/>
                </p:oleObj>
              </mc:Choice>
              <mc:Fallback>
                <p:oleObj name="Equation" r:id="rId21" imgW="1841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854325"/>
                        <a:ext cx="422433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2" name="Object 16"/>
          <p:cNvGraphicFramePr>
            <a:graphicFrameLocks noChangeAspect="1"/>
          </p:cNvGraphicFramePr>
          <p:nvPr/>
        </p:nvGraphicFramePr>
        <p:xfrm>
          <a:off x="682625" y="5589588"/>
          <a:ext cx="63373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4" name="Equation" r:id="rId23" imgW="2692080" imgH="431640" progId="Equation.DSMT4">
                  <p:embed/>
                </p:oleObj>
              </mc:Choice>
              <mc:Fallback>
                <p:oleObj name="Equation" r:id="rId23" imgW="269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5589588"/>
                        <a:ext cx="63373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43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86" name="Rectangle 22"/>
          <p:cNvSpPr>
            <a:spLocks noChangeArrowheads="1"/>
          </p:cNvSpPr>
          <p:nvPr/>
        </p:nvSpPr>
        <p:spPr bwMode="auto">
          <a:xfrm>
            <a:off x="250825" y="204788"/>
            <a:ext cx="2590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11.</a:t>
            </a:r>
            <a:r>
              <a:rPr lang="en-US" altLang="zh-CN" sz="2800" b="1" dirty="0" smtClean="0">
                <a:latin typeface="Times New Roman" pitchFamily="18" charset="0"/>
                <a:ea typeface="新宋体-18030" pitchFamily="49" charset="-122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新宋体-18030" pitchFamily="49" charset="-122"/>
              </a:rPr>
              <a:t>求幂级数</a:t>
            </a:r>
          </a:p>
        </p:txBody>
      </p:sp>
      <p:graphicFrame>
        <p:nvGraphicFramePr>
          <p:cNvPr id="1648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67079"/>
              </p:ext>
            </p:extLst>
          </p:nvPr>
        </p:nvGraphicFramePr>
        <p:xfrm>
          <a:off x="2701825" y="69850"/>
          <a:ext cx="44624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2" name="Equation" r:id="rId3" imgW="2209680" imgH="431640" progId="Equation.DSMT4">
                  <p:embed/>
                </p:oleObj>
              </mc:Choice>
              <mc:Fallback>
                <p:oleObj name="Equation" r:id="rId3" imgW="2209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825" y="69850"/>
                        <a:ext cx="44624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8" name="Text Box 24"/>
          <p:cNvSpPr txBox="1">
            <a:spLocks noChangeArrowheads="1"/>
          </p:cNvSpPr>
          <p:nvPr/>
        </p:nvSpPr>
        <p:spPr bwMode="auto">
          <a:xfrm>
            <a:off x="250825" y="1073150"/>
            <a:ext cx="540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解法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2: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新宋体-18030" pitchFamily="49" charset="-122"/>
              </a:rPr>
              <a:t>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 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易求出级数的收敛域为</a:t>
            </a:r>
          </a:p>
        </p:txBody>
      </p:sp>
      <p:graphicFrame>
        <p:nvGraphicFramePr>
          <p:cNvPr id="164889" name="Object 25"/>
          <p:cNvGraphicFramePr>
            <a:graphicFrameLocks noChangeAspect="1"/>
          </p:cNvGraphicFramePr>
          <p:nvPr/>
        </p:nvGraphicFramePr>
        <p:xfrm>
          <a:off x="5148263" y="1127125"/>
          <a:ext cx="16557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3" name="Equation" r:id="rId5" imgW="698400" imgH="203040" progId="Equation.DSMT4">
                  <p:embed/>
                </p:oleObj>
              </mc:Choice>
              <mc:Fallback>
                <p:oleObj name="Equation" r:id="rId5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127125"/>
                        <a:ext cx="165576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0" name="Object 26"/>
          <p:cNvGraphicFramePr>
            <a:graphicFrameLocks noChangeAspect="1"/>
          </p:cNvGraphicFramePr>
          <p:nvPr/>
        </p:nvGraphicFramePr>
        <p:xfrm>
          <a:off x="1612900" y="1574800"/>
          <a:ext cx="49117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4" name="Equation" r:id="rId7" imgW="2311200" imgH="431640" progId="Equation.DSMT4">
                  <p:embed/>
                </p:oleObj>
              </mc:Choice>
              <mc:Fallback>
                <p:oleObj name="Equation" r:id="rId7" imgW="2311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1574800"/>
                        <a:ext cx="49117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2" name="Object 28"/>
          <p:cNvGraphicFramePr>
            <a:graphicFrameLocks noChangeAspect="1"/>
          </p:cNvGraphicFramePr>
          <p:nvPr/>
        </p:nvGraphicFramePr>
        <p:xfrm>
          <a:off x="539750" y="2479675"/>
          <a:ext cx="547211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5" name="Equation" r:id="rId9" imgW="2628720" imgH="431640" progId="Equation.DSMT4">
                  <p:embed/>
                </p:oleObj>
              </mc:Choice>
              <mc:Fallback>
                <p:oleObj name="Equation" r:id="rId9" imgW="262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479675"/>
                        <a:ext cx="547211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3" name="Object 29"/>
          <p:cNvGraphicFramePr>
            <a:graphicFrameLocks noChangeAspect="1"/>
          </p:cNvGraphicFramePr>
          <p:nvPr/>
        </p:nvGraphicFramePr>
        <p:xfrm>
          <a:off x="1979613" y="3536950"/>
          <a:ext cx="2808287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6" name="Equation" r:id="rId11" imgW="1346040" imgH="431640" progId="Equation.DSMT4">
                  <p:embed/>
                </p:oleObj>
              </mc:Choice>
              <mc:Fallback>
                <p:oleObj name="Equation" r:id="rId11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36950"/>
                        <a:ext cx="2808287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4" name="Object 30"/>
          <p:cNvGraphicFramePr>
            <a:graphicFrameLocks noChangeAspect="1"/>
          </p:cNvGraphicFramePr>
          <p:nvPr/>
        </p:nvGraphicFramePr>
        <p:xfrm>
          <a:off x="2266950" y="3500438"/>
          <a:ext cx="3778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7" name="Equation" r:id="rId13" imgW="152280" imgH="406080" progId="Equation.DSMT4">
                  <p:embed/>
                </p:oleObj>
              </mc:Choice>
              <mc:Fallback>
                <p:oleObj name="Equation" r:id="rId13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3500438"/>
                        <a:ext cx="37782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5" name="Object 31"/>
          <p:cNvGraphicFramePr>
            <a:graphicFrameLocks noChangeAspect="1"/>
          </p:cNvGraphicFramePr>
          <p:nvPr/>
        </p:nvGraphicFramePr>
        <p:xfrm>
          <a:off x="1978025" y="4564063"/>
          <a:ext cx="30257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8" name="Equation" r:id="rId15" imgW="1358640" imgH="431640" progId="Equation.DSMT4">
                  <p:embed/>
                </p:oleObj>
              </mc:Choice>
              <mc:Fallback>
                <p:oleObj name="Equation" r:id="rId15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4564063"/>
                        <a:ext cx="3025775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6" name="Object 32"/>
          <p:cNvGraphicFramePr>
            <a:graphicFrameLocks noChangeAspect="1"/>
          </p:cNvGraphicFramePr>
          <p:nvPr/>
        </p:nvGraphicFramePr>
        <p:xfrm>
          <a:off x="4960938" y="4572000"/>
          <a:ext cx="12954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9" name="Equation" r:id="rId17" imgW="609480" imgH="406080" progId="Equation.DSMT4">
                  <p:embed/>
                </p:oleObj>
              </mc:Choice>
              <mc:Fallback>
                <p:oleObj name="Equation" r:id="rId17" imgW="609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8" y="4572000"/>
                        <a:ext cx="12954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7" name="Object 33"/>
          <p:cNvGraphicFramePr>
            <a:graphicFrameLocks noChangeAspect="1"/>
          </p:cNvGraphicFramePr>
          <p:nvPr/>
        </p:nvGraphicFramePr>
        <p:xfrm>
          <a:off x="395288" y="5689600"/>
          <a:ext cx="530066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0" name="Equation" r:id="rId19" imgW="2552400" imgH="406080" progId="Equation.DSMT4">
                  <p:embed/>
                </p:oleObj>
              </mc:Choice>
              <mc:Fallback>
                <p:oleObj name="Equation" r:id="rId19" imgW="255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89600"/>
                        <a:ext cx="5300662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99" name="Object 35"/>
          <p:cNvGraphicFramePr>
            <a:graphicFrameLocks noChangeAspect="1"/>
          </p:cNvGraphicFramePr>
          <p:nvPr/>
        </p:nvGraphicFramePr>
        <p:xfrm>
          <a:off x="5868988" y="5976938"/>
          <a:ext cx="18716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1" name="Equation" r:id="rId21" imgW="914400" imgH="203040" progId="Equation.DSMT4">
                  <p:embed/>
                </p:oleObj>
              </mc:Choice>
              <mc:Fallback>
                <p:oleObj name="Equation" r:id="rId21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5976938"/>
                        <a:ext cx="187166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900" name="Group 36"/>
          <p:cNvGrpSpPr>
            <a:grpSpLocks/>
          </p:cNvGrpSpPr>
          <p:nvPr/>
        </p:nvGrpSpPr>
        <p:grpSpPr bwMode="auto">
          <a:xfrm>
            <a:off x="5435600" y="3311525"/>
            <a:ext cx="3457575" cy="1270000"/>
            <a:chOff x="3696" y="2296"/>
            <a:chExt cx="1996" cy="835"/>
          </a:xfrm>
        </p:grpSpPr>
        <p:graphicFrame>
          <p:nvGraphicFramePr>
            <p:cNvPr id="164901" name="Object 37"/>
            <p:cNvGraphicFramePr>
              <a:graphicFrameLocks noChangeAspect="1"/>
            </p:cNvGraphicFramePr>
            <p:nvPr/>
          </p:nvGraphicFramePr>
          <p:xfrm>
            <a:off x="3696" y="2296"/>
            <a:ext cx="1960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2" name="Equation" r:id="rId23" imgW="1650960" imgH="330120" progId="Equation.DSMT4">
                    <p:embed/>
                  </p:oleObj>
                </mc:Choice>
                <mc:Fallback>
                  <p:oleObj name="Equation" r:id="rId23" imgW="16509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296"/>
                          <a:ext cx="1960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902" name="Object 38"/>
            <p:cNvGraphicFramePr>
              <a:graphicFrameLocks noChangeAspect="1"/>
            </p:cNvGraphicFramePr>
            <p:nvPr/>
          </p:nvGraphicFramePr>
          <p:xfrm>
            <a:off x="3833" y="2704"/>
            <a:ext cx="1709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3" name="Equation" r:id="rId25" imgW="1320480" imgH="330120" progId="Equation.DSMT4">
                    <p:embed/>
                  </p:oleObj>
                </mc:Choice>
                <mc:Fallback>
                  <p:oleObj name="Equation" r:id="rId25" imgW="13204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704"/>
                          <a:ext cx="1709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903" name="Rectangle 39"/>
            <p:cNvSpPr>
              <a:spLocks noChangeArrowheads="1"/>
            </p:cNvSpPr>
            <p:nvPr/>
          </p:nvSpPr>
          <p:spPr bwMode="auto">
            <a:xfrm>
              <a:off x="3696" y="2296"/>
              <a:ext cx="1996" cy="8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60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8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251520" y="455613"/>
            <a:ext cx="158417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12.</a:t>
            </a:r>
            <a:r>
              <a:rPr lang="en-US" altLang="zh-CN" sz="2800" b="1" dirty="0" smtClean="0">
                <a:latin typeface="Times New Roman" pitchFamily="18" charset="0"/>
                <a:ea typeface="新宋体-18030" pitchFamily="49" charset="-122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新宋体-18030" pitchFamily="49" charset="-122"/>
              </a:rPr>
              <a:t>设</a:t>
            </a:r>
          </a:p>
        </p:txBody>
      </p:sp>
      <p:graphicFrame>
        <p:nvGraphicFramePr>
          <p:cNvPr id="169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532062"/>
              </p:ext>
            </p:extLst>
          </p:nvPr>
        </p:nvGraphicFramePr>
        <p:xfrm>
          <a:off x="1649735" y="509588"/>
          <a:ext cx="11525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4" name="Equation" r:id="rId3" imgW="495000" imgH="203040" progId="Equation.DSMT4">
                  <p:embed/>
                </p:oleObj>
              </mc:Choice>
              <mc:Fallback>
                <p:oleObj name="Equation" r:id="rId3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735" y="509588"/>
                        <a:ext cx="11525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0" name="AutoShape 6"/>
          <p:cNvSpPr>
            <a:spLocks/>
          </p:cNvSpPr>
          <p:nvPr/>
        </p:nvSpPr>
        <p:spPr bwMode="auto">
          <a:xfrm>
            <a:off x="2845122" y="28098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9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932899"/>
              </p:ext>
            </p:extLst>
          </p:nvPr>
        </p:nvGraphicFramePr>
        <p:xfrm>
          <a:off x="2980060" y="82550"/>
          <a:ext cx="309562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5" name="Equation" r:id="rId5" imgW="1434960" imgH="406080" progId="Equation.DSMT4">
                  <p:embed/>
                </p:oleObj>
              </mc:Choice>
              <mc:Fallback>
                <p:oleObj name="Equation" r:id="rId5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060" y="82550"/>
                        <a:ext cx="309562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60559"/>
              </p:ext>
            </p:extLst>
          </p:nvPr>
        </p:nvGraphicFramePr>
        <p:xfrm>
          <a:off x="3065785" y="909638"/>
          <a:ext cx="26590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6" name="Equation" r:id="rId7" imgW="1257120" imgH="203040" progId="Equation.DSMT4">
                  <p:embed/>
                </p:oleObj>
              </mc:Choice>
              <mc:Fallback>
                <p:oleObj name="Equation" r:id="rId7" imgW="125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785" y="909638"/>
                        <a:ext cx="265906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3" name="Text Box 9"/>
          <p:cNvSpPr txBox="1">
            <a:spLocks noChangeArrowheads="1"/>
          </p:cNvSpPr>
          <p:nvPr/>
        </p:nvSpPr>
        <p:spPr bwMode="auto">
          <a:xfrm>
            <a:off x="6229672" y="474663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,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将 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</a:rPr>
              <a:t>f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(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</a:rPr>
              <a:t>x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)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展开成</a:t>
            </a:r>
          </a:p>
        </p:txBody>
      </p:sp>
      <p:sp>
        <p:nvSpPr>
          <p:cNvPr id="169994" name="Text Box 10"/>
          <p:cNvSpPr txBox="1">
            <a:spLocks noChangeArrowheads="1"/>
          </p:cNvSpPr>
          <p:nvPr/>
        </p:nvSpPr>
        <p:spPr bwMode="auto">
          <a:xfrm>
            <a:off x="811213" y="150812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</a:rPr>
              <a:t>x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的幂级数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,</a:t>
            </a:r>
          </a:p>
        </p:txBody>
      </p:sp>
      <p:graphicFrame>
        <p:nvGraphicFramePr>
          <p:cNvPr id="169995" name="Object 11"/>
          <p:cNvGraphicFramePr>
            <a:graphicFrameLocks noChangeAspect="1"/>
          </p:cNvGraphicFramePr>
          <p:nvPr/>
        </p:nvGraphicFramePr>
        <p:xfrm>
          <a:off x="4210050" y="1268413"/>
          <a:ext cx="15144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7" name="Equation" r:id="rId9" imgW="672840" imgH="406080" progId="Equation.DSMT4">
                  <p:embed/>
                </p:oleObj>
              </mc:Choice>
              <mc:Fallback>
                <p:oleObj name="Equation" r:id="rId9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268413"/>
                        <a:ext cx="151447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6" name="Text Box 12"/>
          <p:cNvSpPr txBox="1">
            <a:spLocks noChangeArrowheads="1"/>
          </p:cNvSpPr>
          <p:nvPr/>
        </p:nvSpPr>
        <p:spPr bwMode="auto">
          <a:xfrm>
            <a:off x="5649913" y="14970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  <a:ea typeface="新宋体-18030" pitchFamily="49" charset="-122"/>
              </a:rPr>
              <a:t>的和</a:t>
            </a:r>
            <a:r>
              <a:rPr kumimoji="1" lang="en-US" altLang="zh-CN" sz="2800" b="1" dirty="0" smtClean="0">
                <a:latin typeface="Times New Roman" pitchFamily="18" charset="0"/>
                <a:ea typeface="新宋体-18030" pitchFamily="49" charset="-122"/>
              </a:rPr>
              <a:t>.</a:t>
            </a:r>
            <a:endParaRPr kumimoji="1" lang="en-US" altLang="zh-CN" sz="2800" b="1" dirty="0">
              <a:solidFill>
                <a:srgbClr val="0000FF"/>
              </a:solidFill>
              <a:latin typeface="Times New Roman" pitchFamily="18" charset="0"/>
              <a:ea typeface="新宋体-18030" pitchFamily="49" charset="-122"/>
            </a:endParaRPr>
          </a:p>
        </p:txBody>
      </p:sp>
      <p:sp>
        <p:nvSpPr>
          <p:cNvPr id="169997" name="Text Box 13"/>
          <p:cNvSpPr txBox="1">
            <a:spLocks noChangeArrowheads="1"/>
          </p:cNvSpPr>
          <p:nvPr/>
        </p:nvSpPr>
        <p:spPr bwMode="auto">
          <a:xfrm>
            <a:off x="412750" y="23368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解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</a:rPr>
              <a:t>:</a:t>
            </a:r>
          </a:p>
        </p:txBody>
      </p:sp>
      <p:graphicFrame>
        <p:nvGraphicFramePr>
          <p:cNvPr id="169998" name="Object 14"/>
          <p:cNvGraphicFramePr>
            <a:graphicFrameLocks noChangeAspect="1"/>
          </p:cNvGraphicFramePr>
          <p:nvPr/>
        </p:nvGraphicFramePr>
        <p:xfrm>
          <a:off x="1116013" y="2138363"/>
          <a:ext cx="13684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8" name="Equation" r:id="rId11" imgW="634680" imgH="406080" progId="Equation.DSMT4">
                  <p:embed/>
                </p:oleObj>
              </mc:Choice>
              <mc:Fallback>
                <p:oleObj name="Equation" r:id="rId11" imgW="634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38363"/>
                        <a:ext cx="13684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9" name="Object 15"/>
          <p:cNvGraphicFramePr>
            <a:graphicFrameLocks noChangeAspect="1"/>
          </p:cNvGraphicFramePr>
          <p:nvPr/>
        </p:nvGraphicFramePr>
        <p:xfrm>
          <a:off x="2465388" y="2147888"/>
          <a:ext cx="20875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9" name="Equation" r:id="rId13" imgW="914400" imgH="393480" progId="Equation.DSMT4">
                  <p:embed/>
                </p:oleObj>
              </mc:Choice>
              <mc:Fallback>
                <p:oleObj name="Equation" r:id="rId13" imgW="914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2147888"/>
                        <a:ext cx="208756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0" name="Object 16"/>
          <p:cNvGraphicFramePr>
            <a:graphicFrameLocks noChangeAspect="1"/>
          </p:cNvGraphicFramePr>
          <p:nvPr/>
        </p:nvGraphicFramePr>
        <p:xfrm>
          <a:off x="4697413" y="2379663"/>
          <a:ext cx="15843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0" name="Equation" r:id="rId15" imgW="711000" imgH="203040" progId="Equation.DSMT4">
                  <p:embed/>
                </p:oleObj>
              </mc:Choice>
              <mc:Fallback>
                <p:oleObj name="Equation" r:id="rId15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7413" y="2379663"/>
                        <a:ext cx="15843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1" name="Object 17"/>
          <p:cNvGraphicFramePr>
            <a:graphicFrameLocks noChangeAspect="1"/>
          </p:cNvGraphicFramePr>
          <p:nvPr/>
        </p:nvGraphicFramePr>
        <p:xfrm>
          <a:off x="461963" y="3313113"/>
          <a:ext cx="30241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1" name="Equation" r:id="rId17" imgW="1447560" imgH="203040" progId="Equation.DSMT4">
                  <p:embed/>
                </p:oleObj>
              </mc:Choice>
              <mc:Fallback>
                <p:oleObj name="Equation" r:id="rId17" imgW="1447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3313113"/>
                        <a:ext cx="302418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2" name="Object 18"/>
          <p:cNvGraphicFramePr>
            <a:graphicFrameLocks noChangeAspect="1"/>
          </p:cNvGraphicFramePr>
          <p:nvPr/>
        </p:nvGraphicFramePr>
        <p:xfrm>
          <a:off x="3441700" y="3065463"/>
          <a:ext cx="19113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2" name="Equation" r:id="rId19" imgW="901440" imgH="406080" progId="Equation.DSMT4">
                  <p:embed/>
                </p:oleObj>
              </mc:Choice>
              <mc:Fallback>
                <p:oleObj name="Equation" r:id="rId19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3065463"/>
                        <a:ext cx="19113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3" name="Object 19"/>
          <p:cNvGraphicFramePr>
            <a:graphicFrameLocks noChangeAspect="1"/>
          </p:cNvGraphicFramePr>
          <p:nvPr/>
        </p:nvGraphicFramePr>
        <p:xfrm>
          <a:off x="5292725" y="3055938"/>
          <a:ext cx="24479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3" name="Equation" r:id="rId21" imgW="1117440" imgH="444240" progId="Equation.DSMT4">
                  <p:embed/>
                </p:oleObj>
              </mc:Choice>
              <mc:Fallback>
                <p:oleObj name="Equation" r:id="rId21" imgW="1117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055938"/>
                        <a:ext cx="24479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5" name="Object 21"/>
          <p:cNvGraphicFramePr>
            <a:graphicFrameLocks noChangeAspect="1"/>
          </p:cNvGraphicFramePr>
          <p:nvPr/>
        </p:nvGraphicFramePr>
        <p:xfrm>
          <a:off x="906463" y="5232400"/>
          <a:ext cx="8969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4" name="Equation" r:id="rId23" imgW="368280" imgH="203040" progId="Equation.DSMT4">
                  <p:embed/>
                </p:oleObj>
              </mc:Choice>
              <mc:Fallback>
                <p:oleObj name="Equation" r:id="rId23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5232400"/>
                        <a:ext cx="8969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06" name="Text Box 22"/>
          <p:cNvSpPr txBox="1">
            <a:spLocks noChangeArrowheads="1"/>
          </p:cNvSpPr>
          <p:nvPr/>
        </p:nvSpPr>
        <p:spPr bwMode="auto">
          <a:xfrm>
            <a:off x="107950" y="51720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于是</a:t>
            </a:r>
          </a:p>
        </p:txBody>
      </p:sp>
      <p:sp>
        <p:nvSpPr>
          <p:cNvPr id="170007" name="Text Box 23"/>
          <p:cNvSpPr txBox="1">
            <a:spLocks noChangeArrowheads="1"/>
          </p:cNvSpPr>
          <p:nvPr/>
        </p:nvSpPr>
        <p:spPr bwMode="auto">
          <a:xfrm>
            <a:off x="2716213" y="1489075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</a:rPr>
              <a:t>并求级数</a:t>
            </a:r>
          </a:p>
        </p:txBody>
      </p:sp>
      <p:graphicFrame>
        <p:nvGraphicFramePr>
          <p:cNvPr id="170008" name="Object 24"/>
          <p:cNvGraphicFramePr>
            <a:graphicFrameLocks noChangeAspect="1"/>
          </p:cNvGraphicFramePr>
          <p:nvPr/>
        </p:nvGraphicFramePr>
        <p:xfrm>
          <a:off x="1735138" y="5026025"/>
          <a:ext cx="30321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5" name="Equation" r:id="rId25" imgW="1485720" imgH="444240" progId="Equation.DSMT4">
                  <p:embed/>
                </p:oleObj>
              </mc:Choice>
              <mc:Fallback>
                <p:oleObj name="Equation" r:id="rId25" imgW="1485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5026025"/>
                        <a:ext cx="30321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1" name="Object 27"/>
          <p:cNvGraphicFramePr>
            <a:graphicFrameLocks noChangeAspect="1"/>
          </p:cNvGraphicFramePr>
          <p:nvPr/>
        </p:nvGraphicFramePr>
        <p:xfrm>
          <a:off x="6300788" y="6092825"/>
          <a:ext cx="26749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6" name="Equation" r:id="rId27" imgW="1155600" imgH="215640" progId="Equation.DSMT4">
                  <p:embed/>
                </p:oleObj>
              </mc:Choice>
              <mc:Fallback>
                <p:oleObj name="Equation" r:id="rId27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6092825"/>
                        <a:ext cx="26749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2" name="Object 28"/>
          <p:cNvGraphicFramePr>
            <a:graphicFrameLocks noChangeAspect="1"/>
          </p:cNvGraphicFramePr>
          <p:nvPr/>
        </p:nvGraphicFramePr>
        <p:xfrm>
          <a:off x="4678363" y="5051425"/>
          <a:ext cx="431641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" name="Equation" r:id="rId29" imgW="2044440" imgH="444240" progId="Equation.DSMT4">
                  <p:embed/>
                </p:oleObj>
              </mc:Choice>
              <mc:Fallback>
                <p:oleObj name="Equation" r:id="rId29" imgW="2044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363" y="5051425"/>
                        <a:ext cx="4316412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3" name="Object 29"/>
          <p:cNvGraphicFramePr>
            <a:graphicFrameLocks noChangeAspect="1"/>
          </p:cNvGraphicFramePr>
          <p:nvPr/>
        </p:nvGraphicFramePr>
        <p:xfrm>
          <a:off x="395288" y="5788025"/>
          <a:ext cx="33845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8" name="Equation" r:id="rId31" imgW="1650960" imgH="330120" progId="Equation.DSMT4">
                  <p:embed/>
                </p:oleObj>
              </mc:Choice>
              <mc:Fallback>
                <p:oleObj name="Equation" r:id="rId31" imgW="1650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788025"/>
                        <a:ext cx="3384550" cy="736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4" name="Object 30"/>
          <p:cNvGraphicFramePr>
            <a:graphicFrameLocks noChangeAspect="1"/>
          </p:cNvGraphicFramePr>
          <p:nvPr/>
        </p:nvGraphicFramePr>
        <p:xfrm>
          <a:off x="466725" y="3994150"/>
          <a:ext cx="39528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9" name="Equation" r:id="rId33" imgW="1892160" imgH="444240" progId="Equation.DSMT4">
                  <p:embed/>
                </p:oleObj>
              </mc:Choice>
              <mc:Fallback>
                <p:oleObj name="Equation" r:id="rId33" imgW="1892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3994150"/>
                        <a:ext cx="395287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5" name="Object 31"/>
          <p:cNvGraphicFramePr>
            <a:graphicFrameLocks noChangeAspect="1"/>
          </p:cNvGraphicFramePr>
          <p:nvPr/>
        </p:nvGraphicFramePr>
        <p:xfrm>
          <a:off x="4572000" y="4292600"/>
          <a:ext cx="14398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0" name="Equation" r:id="rId35" imgW="685800" imgH="203040" progId="Equation.DSMT4">
                  <p:embed/>
                </p:oleObj>
              </mc:Choice>
              <mc:Fallback>
                <p:oleObj name="Equation" r:id="rId35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92600"/>
                        <a:ext cx="14398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211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9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0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7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7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3" grpId="0" build="p" autoUpdateAnimBg="0"/>
      <p:bldP spid="169994" grpId="0" build="p" autoUpdateAnimBg="0" advAuto="0"/>
      <p:bldP spid="169996" grpId="0" build="p" autoUpdateAnimBg="0" advAuto="0"/>
      <p:bldP spid="169997" grpId="0" autoUpdateAnimBg="0"/>
      <p:bldP spid="170006" grpId="0" autoUpdateAnimBg="0"/>
      <p:bldP spid="1700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545534"/>
              </p:ext>
            </p:extLst>
          </p:nvPr>
        </p:nvGraphicFramePr>
        <p:xfrm>
          <a:off x="1116013" y="447526"/>
          <a:ext cx="70373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8" name="公式" r:id="rId3" imgW="7035480" imgH="977760" progId="Equation.3">
                  <p:embed/>
                </p:oleObj>
              </mc:Choice>
              <mc:Fallback>
                <p:oleObj name="公式" r:id="rId3" imgW="70354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47526"/>
                        <a:ext cx="70373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762000" y="404664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13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762000" y="1700064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532615"/>
              </p:ext>
            </p:extLst>
          </p:nvPr>
        </p:nvGraphicFramePr>
        <p:xfrm>
          <a:off x="1651000" y="1533376"/>
          <a:ext cx="4597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9" name="公式" r:id="rId5" imgW="4597200" imgH="863280" progId="Equation.3">
                  <p:embed/>
                </p:oleObj>
              </mc:Choice>
              <mc:Fallback>
                <p:oleObj name="公式" r:id="rId5" imgW="45972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533376"/>
                        <a:ext cx="45974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57271"/>
              </p:ext>
            </p:extLst>
          </p:nvPr>
        </p:nvGraphicFramePr>
        <p:xfrm>
          <a:off x="914400" y="2447776"/>
          <a:ext cx="73167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0" name="公式" r:id="rId7" imgW="7315200" imgH="863280" progId="Equation.3">
                  <p:embed/>
                </p:oleObj>
              </mc:Choice>
              <mc:Fallback>
                <p:oleObj name="公式" r:id="rId7" imgW="73152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47776"/>
                        <a:ext cx="73167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935835"/>
              </p:ext>
            </p:extLst>
          </p:nvPr>
        </p:nvGraphicFramePr>
        <p:xfrm>
          <a:off x="6565900" y="3579664"/>
          <a:ext cx="1739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1" name="公式" r:id="rId9" imgW="1739880" imgH="393480" progId="Equation.3">
                  <p:embed/>
                </p:oleObj>
              </mc:Choice>
              <mc:Fallback>
                <p:oleObj name="公式" r:id="rId9" imgW="1739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579664"/>
                        <a:ext cx="1739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2799"/>
              </p:ext>
            </p:extLst>
          </p:nvPr>
        </p:nvGraphicFramePr>
        <p:xfrm>
          <a:off x="838200" y="3743176"/>
          <a:ext cx="391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2" name="公式" r:id="rId11" imgW="3911400" imgH="838080" progId="Equation.3">
                  <p:embed/>
                </p:oleObj>
              </mc:Choice>
              <mc:Fallback>
                <p:oleObj name="公式" r:id="rId11" imgW="3911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43176"/>
                        <a:ext cx="3911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609088"/>
              </p:ext>
            </p:extLst>
          </p:nvPr>
        </p:nvGraphicFramePr>
        <p:xfrm>
          <a:off x="1497013" y="4809976"/>
          <a:ext cx="627538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33" name="公式" r:id="rId13" imgW="6273720" imgH="660240" progId="Equation.3">
                  <p:embed/>
                </p:oleObj>
              </mc:Choice>
              <mc:Fallback>
                <p:oleObj name="公式" r:id="rId13" imgW="627372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4809976"/>
                        <a:ext cx="627538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317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1295400" y="914400"/>
          <a:ext cx="59705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6" name="公式" r:id="rId3" imgW="5968800" imgH="863280" progId="Equation.3">
                  <p:embed/>
                </p:oleObj>
              </mc:Choice>
              <mc:Fallback>
                <p:oleObj name="公式" r:id="rId3" imgW="59688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14400"/>
                        <a:ext cx="59705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6400800" y="1981200"/>
          <a:ext cx="1739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7" name="公式" r:id="rId5" imgW="1739880" imgH="393480" progId="Equation.3">
                  <p:embed/>
                </p:oleObj>
              </mc:Choice>
              <mc:Fallback>
                <p:oleObj name="公式" r:id="rId5" imgW="1739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981200"/>
                        <a:ext cx="1739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989013" y="2362200"/>
          <a:ext cx="5259387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8" name="公式" r:id="rId7" imgW="5257800" imgH="1485720" progId="Equation.3">
                  <p:embed/>
                </p:oleObj>
              </mc:Choice>
              <mc:Fallback>
                <p:oleObj name="公式" r:id="rId7" imgW="5257800" imgH="1485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362200"/>
                        <a:ext cx="5259387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1346200" y="4038600"/>
          <a:ext cx="5130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9" name="公式" r:id="rId9" imgW="5130720" imgH="901440" progId="Equation.3">
                  <p:embed/>
                </p:oleObj>
              </mc:Choice>
              <mc:Fallback>
                <p:oleObj name="公式" r:id="rId9" imgW="51307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038600"/>
                        <a:ext cx="5130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1384300" y="5156200"/>
          <a:ext cx="3911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0" name="公式" r:id="rId11" imgW="3911400" imgH="939600" progId="Equation.3">
                  <p:embed/>
                </p:oleObj>
              </mc:Choice>
              <mc:Fallback>
                <p:oleObj name="公式" r:id="rId11" imgW="39114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5156200"/>
                        <a:ext cx="3911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6400800" y="5410200"/>
          <a:ext cx="1739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1" name="公式" r:id="rId13" imgW="1739880" imgH="393480" progId="Equation.3">
                  <p:embed/>
                </p:oleObj>
              </mc:Choice>
              <mc:Fallback>
                <p:oleObj name="公式" r:id="rId13" imgW="1739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410200"/>
                        <a:ext cx="1739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888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1090613" y="838200"/>
          <a:ext cx="691038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7" name="公式" r:id="rId3" imgW="6908760" imgH="1473120" progId="Equation.3">
                  <p:embed/>
                </p:oleObj>
              </mc:Choice>
              <mc:Fallback>
                <p:oleObj name="公式" r:id="rId3" imgW="6908760" imgH="1473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838200"/>
                        <a:ext cx="6910387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762000" y="10048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14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762000" y="25288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1497013" y="2374900"/>
          <a:ext cx="6796087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8" name="公式" r:id="rId5" imgW="6794280" imgH="1434960" progId="Equation.3">
                  <p:embed/>
                </p:oleObj>
              </mc:Choice>
              <mc:Fallback>
                <p:oleObj name="公式" r:id="rId5" imgW="6794280" imgH="1434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2374900"/>
                        <a:ext cx="6796087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989013" y="4038600"/>
          <a:ext cx="6478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9" name="公式" r:id="rId7" imgW="6476760" imgH="939600" progId="Equation.3">
                  <p:embed/>
                </p:oleObj>
              </mc:Choice>
              <mc:Fallback>
                <p:oleObj name="公式" r:id="rId7" imgW="64767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4038600"/>
                        <a:ext cx="64785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990600" y="5257800"/>
          <a:ext cx="171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0" name="公式" r:id="rId9" imgW="1714320" imgH="838080" progId="Equation.3">
                  <p:embed/>
                </p:oleObj>
              </mc:Choice>
              <mc:Fallback>
                <p:oleObj name="公式" r:id="rId9" imgW="17143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257800"/>
                        <a:ext cx="1714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2825750" y="5257800"/>
          <a:ext cx="246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1" name="公式" r:id="rId11" imgW="2463480" imgH="838080" progId="Equation.3">
                  <p:embed/>
                </p:oleObj>
              </mc:Choice>
              <mc:Fallback>
                <p:oleObj name="公式" r:id="rId11" imgW="2463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257800"/>
                        <a:ext cx="2463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834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1066800" y="914400"/>
          <a:ext cx="59578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8" name="公式" r:id="rId3" imgW="5956200" imgH="838080" progId="Equation.3">
                  <p:embed/>
                </p:oleObj>
              </mc:Choice>
              <mc:Fallback>
                <p:oleObj name="公式" r:id="rId3" imgW="59562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14400"/>
                        <a:ext cx="59578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1066800" y="1981200"/>
          <a:ext cx="567848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9" name="公式" r:id="rId5" imgW="5676840" imgH="2057400" progId="Equation.3">
                  <p:embed/>
                </p:oleObj>
              </mc:Choice>
              <mc:Fallback>
                <p:oleObj name="公式" r:id="rId5" imgW="567684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5678488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1143000" y="4038600"/>
          <a:ext cx="54229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0" name="公式" r:id="rId7" imgW="5422680" imgH="1968480" progId="Equation.3">
                  <p:embed/>
                </p:oleObj>
              </mc:Choice>
              <mc:Fallback>
                <p:oleObj name="公式" r:id="rId7" imgW="5422680" imgH="1968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38600"/>
                        <a:ext cx="5422900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6921500" y="5399088"/>
          <a:ext cx="1308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1" name="公式" r:id="rId9" imgW="1307880" imgH="393480" progId="Equation.3">
                  <p:embed/>
                </p:oleObj>
              </mc:Choice>
              <mc:Fallback>
                <p:oleObj name="公式" r:id="rId9" imgW="1307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5399088"/>
                        <a:ext cx="13081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60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467544" y="476672"/>
            <a:ext cx="6067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15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zh-CN" altLang="en-US" sz="2400" b="1" dirty="0" smtClean="0"/>
              <a:t>设</a:t>
            </a:r>
            <a:r>
              <a:rPr lang="zh-CN" altLang="en-US" sz="2400" b="1" i="1" dirty="0" smtClean="0"/>
              <a:t> 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 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是周期为 </a:t>
            </a:r>
            <a:r>
              <a:rPr lang="en-US" altLang="zh-CN" sz="2400" b="1" dirty="0"/>
              <a:t>2 </a:t>
            </a:r>
            <a:r>
              <a:rPr lang="zh-CN" altLang="en-US" sz="2400" b="1" dirty="0">
                <a:sym typeface="Symbol" pitchFamily="18" charset="2"/>
              </a:rPr>
              <a:t>的周期</a:t>
            </a:r>
            <a:r>
              <a:rPr lang="zh-CN" altLang="en-US" sz="2400" b="1" dirty="0"/>
              <a:t>函数，它在</a:t>
            </a:r>
          </a:p>
        </p:txBody>
      </p:sp>
      <p:graphicFrame>
        <p:nvGraphicFramePr>
          <p:cNvPr id="741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230542"/>
              </p:ext>
            </p:extLst>
          </p:nvPr>
        </p:nvGraphicFramePr>
        <p:xfrm>
          <a:off x="3414809" y="1129778"/>
          <a:ext cx="341843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6" name="Equation" r:id="rId3" imgW="1739880" imgH="482400" progId="Equation.DSMT4">
                  <p:embed/>
                </p:oleObj>
              </mc:Choice>
              <mc:Fallback>
                <p:oleObj name="Equation" r:id="rId3" imgW="1739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809" y="1129778"/>
                        <a:ext cx="341843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80" name="Text Box 4"/>
          <p:cNvSpPr txBox="1">
            <a:spLocks noChangeArrowheads="1"/>
          </p:cNvSpPr>
          <p:nvPr/>
        </p:nvSpPr>
        <p:spPr bwMode="auto">
          <a:xfrm>
            <a:off x="770036" y="2454697"/>
            <a:ext cx="5832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则 </a:t>
            </a:r>
            <a:r>
              <a:rPr lang="en-US" altLang="zh-CN" sz="2400" b="1" i="1"/>
              <a:t>f 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展开成傅里叶级数在 </a:t>
            </a:r>
            <a:r>
              <a:rPr lang="en-US" altLang="zh-CN" sz="2400" b="1" i="1"/>
              <a:t>x </a:t>
            </a:r>
            <a:r>
              <a:rPr lang="en-US" altLang="zh-CN" sz="2400" b="1"/>
              <a:t>= 1 </a:t>
            </a:r>
            <a:r>
              <a:rPr lang="zh-CN" altLang="en-US" sz="2400" b="1"/>
              <a:t>处收敛于</a:t>
            </a:r>
          </a:p>
        </p:txBody>
      </p:sp>
      <p:sp>
        <p:nvSpPr>
          <p:cNvPr id="741381" name="Text Box 5"/>
          <p:cNvSpPr txBox="1">
            <a:spLocks noChangeArrowheads="1"/>
          </p:cNvSpPr>
          <p:nvPr/>
        </p:nvSpPr>
        <p:spPr bwMode="auto">
          <a:xfrm>
            <a:off x="693836" y="3288134"/>
            <a:ext cx="74061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解： 根据收敛定理， </a:t>
            </a:r>
            <a:r>
              <a:rPr lang="en-US" altLang="zh-CN" sz="2400" b="1" i="1"/>
              <a:t>f 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的傅里叶级数在 周期的端点</a:t>
            </a:r>
          </a:p>
          <a:p>
            <a:r>
              <a:rPr lang="en-US" altLang="zh-CN" sz="2400" b="1" i="1"/>
              <a:t>x </a:t>
            </a:r>
            <a:r>
              <a:rPr lang="en-US" altLang="zh-CN" sz="2400" b="1"/>
              <a:t>= 1 </a:t>
            </a:r>
            <a:r>
              <a:rPr lang="zh-CN" altLang="en-US" sz="2400" b="1"/>
              <a:t>处收敛于</a:t>
            </a:r>
          </a:p>
        </p:txBody>
      </p:sp>
      <p:graphicFrame>
        <p:nvGraphicFramePr>
          <p:cNvPr id="741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089729"/>
              </p:ext>
            </p:extLst>
          </p:nvPr>
        </p:nvGraphicFramePr>
        <p:xfrm>
          <a:off x="6689228" y="452884"/>
          <a:ext cx="1121511" cy="557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7" name="Equation" r:id="rId5" imgW="444240" imgH="203040" progId="Equation.DSMT4">
                  <p:embed/>
                </p:oleObj>
              </mc:Choice>
              <mc:Fallback>
                <p:oleObj name="Equation" r:id="rId5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228" y="452884"/>
                        <a:ext cx="1121511" cy="557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83" name="Text Box 7"/>
          <p:cNvSpPr txBox="1">
            <a:spLocks noChangeArrowheads="1"/>
          </p:cNvSpPr>
          <p:nvPr/>
        </p:nvSpPr>
        <p:spPr bwMode="auto">
          <a:xfrm>
            <a:off x="1287561" y="1386309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上的表达式为</a:t>
            </a:r>
          </a:p>
        </p:txBody>
      </p:sp>
      <p:sp>
        <p:nvSpPr>
          <p:cNvPr id="741384" name="Line 8"/>
          <p:cNvSpPr>
            <a:spLocks noChangeShapeType="1"/>
          </p:cNvSpPr>
          <p:nvPr/>
        </p:nvSpPr>
        <p:spPr bwMode="auto">
          <a:xfrm>
            <a:off x="7704236" y="2988097"/>
            <a:ext cx="1524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sz="2400" b="1"/>
          </a:p>
        </p:txBody>
      </p:sp>
      <p:graphicFrame>
        <p:nvGraphicFramePr>
          <p:cNvPr id="741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236605"/>
              </p:ext>
            </p:extLst>
          </p:nvPr>
        </p:nvGraphicFramePr>
        <p:xfrm>
          <a:off x="2440756" y="4112483"/>
          <a:ext cx="2715332" cy="100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8" name="Equation" r:id="rId7" imgW="1155600" imgH="393480" progId="Equation.DSMT4">
                  <p:embed/>
                </p:oleObj>
              </mc:Choice>
              <mc:Fallback>
                <p:oleObj name="Equation" r:id="rId7" imgW="1155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756" y="4112483"/>
                        <a:ext cx="2715332" cy="1007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553027"/>
              </p:ext>
            </p:extLst>
          </p:nvPr>
        </p:nvGraphicFramePr>
        <p:xfrm>
          <a:off x="5109376" y="4112483"/>
          <a:ext cx="1492706" cy="100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9" name="Equation" r:id="rId9" imgW="634680" imgH="393480" progId="Equation.DSMT4">
                  <p:embed/>
                </p:oleObj>
              </mc:Choice>
              <mc:Fallback>
                <p:oleObj name="Equation" r:id="rId9" imgW="634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9376" y="4112483"/>
                        <a:ext cx="1492706" cy="1007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057543"/>
              </p:ext>
            </p:extLst>
          </p:nvPr>
        </p:nvGraphicFramePr>
        <p:xfrm>
          <a:off x="6565999" y="4112483"/>
          <a:ext cx="627285" cy="100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0" name="Equation" r:id="rId11" imgW="266400" imgH="393480" progId="Equation.DSMT4">
                  <p:embed/>
                </p:oleObj>
              </mc:Choice>
              <mc:Fallback>
                <p:oleObj name="Equation" r:id="rId11" imgW="266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99" y="4112483"/>
                        <a:ext cx="627285" cy="1007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003710"/>
              </p:ext>
            </p:extLst>
          </p:nvPr>
        </p:nvGraphicFramePr>
        <p:xfrm>
          <a:off x="6617220" y="2139804"/>
          <a:ext cx="390028" cy="109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Equation" r:id="rId13" imgW="152280" imgH="393480" progId="Equation.DSMT4">
                  <p:embed/>
                </p:oleObj>
              </mc:Choice>
              <mc:Fallback>
                <p:oleObj name="Equation" r:id="rId13" imgW="152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7220" y="2139804"/>
                        <a:ext cx="390028" cy="109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09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4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74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3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4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4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78" grpId="0" autoUpdateAnimBg="0"/>
      <p:bldP spid="741380" grpId="0" autoUpdateAnimBg="0"/>
      <p:bldP spid="741381" grpId="0" autoUpdateAnimBg="0"/>
      <p:bldP spid="741383" grpId="0" autoUpdateAnimBg="0"/>
      <p:bldP spid="74138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Text Box 2"/>
          <p:cNvSpPr txBox="1">
            <a:spLocks noChangeArrowheads="1"/>
          </p:cNvSpPr>
          <p:nvPr/>
        </p:nvSpPr>
        <p:spPr bwMode="auto">
          <a:xfrm>
            <a:off x="179512" y="476672"/>
            <a:ext cx="1423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16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、</a:t>
            </a:r>
            <a:r>
              <a:rPr lang="zh-CN" altLang="en-US" sz="2400" b="1" dirty="0" smtClean="0"/>
              <a:t>设</a:t>
            </a:r>
            <a:endParaRPr lang="zh-CN" altLang="en-US" sz="2400" b="1" dirty="0"/>
          </a:p>
        </p:txBody>
      </p:sp>
      <p:graphicFrame>
        <p:nvGraphicFramePr>
          <p:cNvPr id="7424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317468"/>
              </p:ext>
            </p:extLst>
          </p:nvPr>
        </p:nvGraphicFramePr>
        <p:xfrm>
          <a:off x="107504" y="1513152"/>
          <a:ext cx="1965201" cy="38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" name="Equation" r:id="rId3" imgW="927000" imgH="177480" progId="Equation.DSMT4">
                  <p:embed/>
                </p:oleObj>
              </mc:Choice>
              <mc:Fallback>
                <p:oleObj name="Equation" r:id="rId3" imgW="9270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513152"/>
                        <a:ext cx="1965201" cy="387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04" name="Text Box 4"/>
          <p:cNvSpPr txBox="1">
            <a:spLocks noChangeArrowheads="1"/>
          </p:cNvSpPr>
          <p:nvPr/>
        </p:nvSpPr>
        <p:spPr bwMode="auto">
          <a:xfrm>
            <a:off x="5364088" y="1447800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则</a:t>
            </a:r>
          </a:p>
        </p:txBody>
      </p:sp>
      <p:sp>
        <p:nvSpPr>
          <p:cNvPr id="742405" name="Text Box 5"/>
          <p:cNvSpPr txBox="1">
            <a:spLocks noChangeArrowheads="1"/>
          </p:cNvSpPr>
          <p:nvPr/>
        </p:nvSpPr>
        <p:spPr bwMode="auto">
          <a:xfrm>
            <a:off x="381000" y="2133600"/>
            <a:ext cx="3643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 若将 </a:t>
            </a:r>
            <a:r>
              <a:rPr lang="en-US" altLang="zh-CN" sz="2400" b="1" i="1" dirty="0"/>
              <a:t>f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作奇延拓至</a:t>
            </a:r>
          </a:p>
        </p:txBody>
      </p:sp>
      <p:graphicFrame>
        <p:nvGraphicFramePr>
          <p:cNvPr id="742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91547"/>
              </p:ext>
            </p:extLst>
          </p:nvPr>
        </p:nvGraphicFramePr>
        <p:xfrm>
          <a:off x="1623866" y="404664"/>
          <a:ext cx="3524464" cy="564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6"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866" y="404664"/>
                        <a:ext cx="3524464" cy="564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07" name="Text Box 7"/>
          <p:cNvSpPr txBox="1">
            <a:spLocks noChangeArrowheads="1"/>
          </p:cNvSpPr>
          <p:nvPr/>
        </p:nvSpPr>
        <p:spPr bwMode="auto">
          <a:xfrm>
            <a:off x="5029200" y="44132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而</a:t>
            </a:r>
          </a:p>
        </p:txBody>
      </p:sp>
      <p:graphicFrame>
        <p:nvGraphicFramePr>
          <p:cNvPr id="7424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228145"/>
              </p:ext>
            </p:extLst>
          </p:nvPr>
        </p:nvGraphicFramePr>
        <p:xfrm>
          <a:off x="3131840" y="4725144"/>
          <a:ext cx="3280514" cy="1086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7" name="Equation" r:id="rId7" imgW="1422360" imgH="431640" progId="Equation.DSMT4">
                  <p:embed/>
                </p:oleObj>
              </mc:Choice>
              <mc:Fallback>
                <p:oleObj name="Equation" r:id="rId7" imgW="1422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725144"/>
                        <a:ext cx="3280514" cy="1086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946830"/>
              </p:ext>
            </p:extLst>
          </p:nvPr>
        </p:nvGraphicFramePr>
        <p:xfrm>
          <a:off x="6341368" y="4815404"/>
          <a:ext cx="1323616" cy="98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8" name="Equation" r:id="rId9" imgW="571320" imgH="393480" progId="Equation.DSMT4">
                  <p:embed/>
                </p:oleObj>
              </mc:Choice>
              <mc:Fallback>
                <p:oleObj name="Equation" r:id="rId9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1368" y="4815404"/>
                        <a:ext cx="1323616" cy="98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699448"/>
              </p:ext>
            </p:extLst>
          </p:nvPr>
        </p:nvGraphicFramePr>
        <p:xfrm>
          <a:off x="7596336" y="4797152"/>
          <a:ext cx="850081" cy="98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9" name="Equation" r:id="rId11" imgW="368280" imgH="393480" progId="Equation.DSMT4">
                  <p:embed/>
                </p:oleObj>
              </mc:Choice>
              <mc:Fallback>
                <p:oleObj name="Equation" r:id="rId11" imgW="368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4797152"/>
                        <a:ext cx="850081" cy="98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347153"/>
              </p:ext>
            </p:extLst>
          </p:nvPr>
        </p:nvGraphicFramePr>
        <p:xfrm>
          <a:off x="5588335" y="181619"/>
          <a:ext cx="257403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" name="Equation" r:id="rId13" imgW="1231560" imgH="431640" progId="Equation.DSMT4">
                  <p:embed/>
                </p:oleObj>
              </mc:Choice>
              <mc:Fallback>
                <p:oleObj name="Equation" r:id="rId13" imgW="1231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335" y="181619"/>
                        <a:ext cx="257403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192388"/>
              </p:ext>
            </p:extLst>
          </p:nvPr>
        </p:nvGraphicFramePr>
        <p:xfrm>
          <a:off x="1907704" y="1268760"/>
          <a:ext cx="3681169" cy="820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1" name="Equation" r:id="rId15" imgW="1726920" imgH="355320" progId="Equation.DSMT4">
                  <p:embed/>
                </p:oleObj>
              </mc:Choice>
              <mc:Fallback>
                <p:oleObj name="Equation" r:id="rId15" imgW="1726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268760"/>
                        <a:ext cx="3681169" cy="820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150404"/>
              </p:ext>
            </p:extLst>
          </p:nvPr>
        </p:nvGraphicFramePr>
        <p:xfrm>
          <a:off x="5868144" y="1268760"/>
          <a:ext cx="2917639" cy="910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2" name="Equation" r:id="rId17" imgW="1371600" imgH="393480" progId="Equation.DSMT4">
                  <p:embed/>
                </p:oleObj>
              </mc:Choice>
              <mc:Fallback>
                <p:oleObj name="Equation" r:id="rId17" imgW="1371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268760"/>
                        <a:ext cx="2917639" cy="910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353334"/>
              </p:ext>
            </p:extLst>
          </p:nvPr>
        </p:nvGraphicFramePr>
        <p:xfrm>
          <a:off x="4024946" y="2075916"/>
          <a:ext cx="1666258" cy="577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" name="Equation" r:id="rId19" imgW="634680" imgH="203040" progId="Equation.DSMT4">
                  <p:embed/>
                </p:oleObj>
              </mc:Choice>
              <mc:Fallback>
                <p:oleObj name="Equation" r:id="rId19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946" y="2075916"/>
                        <a:ext cx="1666258" cy="577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15" name="Text Box 15"/>
          <p:cNvSpPr txBox="1">
            <a:spLocks noChangeArrowheads="1"/>
          </p:cNvSpPr>
          <p:nvPr/>
        </p:nvSpPr>
        <p:spPr bwMode="auto">
          <a:xfrm>
            <a:off x="1217613" y="2819400"/>
            <a:ext cx="44791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再以 </a:t>
            </a:r>
            <a:r>
              <a:rPr lang="en-US" altLang="zh-CN" sz="2400" b="1"/>
              <a:t>2 </a:t>
            </a:r>
            <a:r>
              <a:rPr lang="zh-CN" altLang="en-US" sz="2400" b="1"/>
              <a:t>为周期延拓至整个数轴，</a:t>
            </a:r>
          </a:p>
        </p:txBody>
      </p:sp>
      <p:sp>
        <p:nvSpPr>
          <p:cNvPr id="742416" name="Text Box 16"/>
          <p:cNvSpPr txBox="1">
            <a:spLocks noChangeArrowheads="1"/>
          </p:cNvSpPr>
          <p:nvPr/>
        </p:nvSpPr>
        <p:spPr bwMode="auto">
          <a:xfrm>
            <a:off x="304800" y="3435350"/>
            <a:ext cx="7653057" cy="1072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/>
              <a:t>则 </a:t>
            </a:r>
            <a:r>
              <a:rPr lang="en-US" altLang="zh-CN" sz="2400" b="1" i="1"/>
              <a:t>s</a:t>
            </a:r>
            <a:r>
              <a:rPr lang="en-US" altLang="zh-CN" sz="2400" b="1"/>
              <a:t> 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就是延拓后的函数在整个数轴上的傅里叶级数的</a:t>
            </a:r>
          </a:p>
          <a:p>
            <a:pPr>
              <a:lnSpc>
                <a:spcPct val="140000"/>
              </a:lnSpc>
            </a:pPr>
            <a:r>
              <a:rPr lang="zh-CN" altLang="en-US" sz="2400" b="1"/>
              <a:t>和函数。</a:t>
            </a:r>
          </a:p>
        </p:txBody>
      </p:sp>
      <p:sp>
        <p:nvSpPr>
          <p:cNvPr id="742417" name="Text Box 17"/>
          <p:cNvSpPr txBox="1">
            <a:spLocks noChangeArrowheads="1"/>
          </p:cNvSpPr>
          <p:nvPr/>
        </p:nvSpPr>
        <p:spPr bwMode="auto">
          <a:xfrm>
            <a:off x="1547664" y="4047455"/>
            <a:ext cx="36006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/>
              <a:t> </a:t>
            </a:r>
            <a:r>
              <a:rPr lang="en-US" altLang="zh-CN" sz="2400" b="1" i="1"/>
              <a:t>s</a:t>
            </a:r>
            <a:r>
              <a:rPr lang="en-US" altLang="zh-CN" sz="2400" b="1"/>
              <a:t> 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是一个奇函数，所以</a:t>
            </a:r>
          </a:p>
        </p:txBody>
      </p:sp>
      <p:graphicFrame>
        <p:nvGraphicFramePr>
          <p:cNvPr id="7424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203950"/>
              </p:ext>
            </p:extLst>
          </p:nvPr>
        </p:nvGraphicFramePr>
        <p:xfrm>
          <a:off x="539552" y="4797152"/>
          <a:ext cx="2610147" cy="987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4" name="Equation" r:id="rId21" imgW="1130040" imgH="393480" progId="Equation.DSMT4">
                  <p:embed/>
                </p:oleObj>
              </mc:Choice>
              <mc:Fallback>
                <p:oleObj name="Equation" r:id="rId21" imgW="1130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797152"/>
                        <a:ext cx="2610147" cy="987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00974"/>
              </p:ext>
            </p:extLst>
          </p:nvPr>
        </p:nvGraphicFramePr>
        <p:xfrm>
          <a:off x="7812583" y="1061393"/>
          <a:ext cx="503833" cy="85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5" name="Equation" r:id="rId23" imgW="253800" imgH="393480" progId="Equation.DSMT4">
                  <p:embed/>
                </p:oleObj>
              </mc:Choice>
              <mc:Fallback>
                <p:oleObj name="Equation" r:id="rId23" imgW="253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583" y="1061393"/>
                        <a:ext cx="503833" cy="850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37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4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7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7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74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5" grpId="0" autoUpdateAnimBg="0"/>
      <p:bldP spid="742415" grpId="0" autoUpdateAnimBg="0"/>
      <p:bldP spid="742416" grpId="0" autoUpdateAnimBg="0"/>
      <p:bldP spid="74241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ChangeAspect="1"/>
          </p:cNvGraphicFramePr>
          <p:nvPr/>
        </p:nvGraphicFramePr>
        <p:xfrm>
          <a:off x="762000" y="990600"/>
          <a:ext cx="78120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2" name="公式" r:id="rId3" imgW="7810200" imgH="1447560" progId="Equation.3">
                  <p:embed/>
                </p:oleObj>
              </mc:Choice>
              <mc:Fallback>
                <p:oleObj name="公式" r:id="rId3" imgW="781020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90600"/>
                        <a:ext cx="78120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762000" y="9032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17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762000" y="25908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1776413" y="2681288"/>
          <a:ext cx="60721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3" name="公式" r:id="rId5" imgW="6070320" imgH="444240" progId="Equation.3">
                  <p:embed/>
                </p:oleObj>
              </mc:Choice>
              <mc:Fallback>
                <p:oleObj name="公式" r:id="rId5" imgW="60703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2681288"/>
                        <a:ext cx="60721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1295400" y="3276600"/>
          <a:ext cx="306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4" name="公式" r:id="rId7" imgW="3060360" imgH="825480" progId="Equation.3">
                  <p:embed/>
                </p:oleObj>
              </mc:Choice>
              <mc:Fallback>
                <p:oleObj name="公式" r:id="rId7" imgW="3060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3060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4451350" y="3549650"/>
          <a:ext cx="5826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5" name="公式" r:id="rId9" imgW="583920" imgH="355320" progId="Equation.3">
                  <p:embed/>
                </p:oleObj>
              </mc:Choice>
              <mc:Fallback>
                <p:oleObj name="公式" r:id="rId9" imgW="5839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0" y="3549650"/>
                        <a:ext cx="5826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ChangeAspect="1"/>
          </p:cNvGraphicFramePr>
          <p:nvPr/>
        </p:nvGraphicFramePr>
        <p:xfrm>
          <a:off x="1346200" y="4337050"/>
          <a:ext cx="383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6" name="公式" r:id="rId11" imgW="3835080" imgH="838080" progId="Equation.3">
                  <p:embed/>
                </p:oleObj>
              </mc:Choice>
              <mc:Fallback>
                <p:oleObj name="公式" r:id="rId11" imgW="3835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337050"/>
                        <a:ext cx="383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10"/>
          <p:cNvGraphicFramePr>
            <a:graphicFrameLocks noChangeAspect="1"/>
          </p:cNvGraphicFramePr>
          <p:nvPr/>
        </p:nvGraphicFramePr>
        <p:xfrm>
          <a:off x="5207000" y="4406900"/>
          <a:ext cx="2527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7" name="公式" r:id="rId13" imgW="2527200" imgH="698400" progId="Equation.3">
                  <p:embed/>
                </p:oleObj>
              </mc:Choice>
              <mc:Fallback>
                <p:oleObj name="公式" r:id="rId13" imgW="2527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4406900"/>
                        <a:ext cx="2527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1752600" y="5257800"/>
          <a:ext cx="260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8" name="公式" r:id="rId15" imgW="2603160" imgH="838080" progId="Equation.3">
                  <p:embed/>
                </p:oleObj>
              </mc:Choice>
              <mc:Fallback>
                <p:oleObj name="公式" r:id="rId15" imgW="2603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57800"/>
                        <a:ext cx="260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4330700" y="5251450"/>
          <a:ext cx="254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89" name="公式" r:id="rId17" imgW="2539800" imgH="850680" progId="Equation.3">
                  <p:embed/>
                </p:oleObj>
              </mc:Choice>
              <mc:Fallback>
                <p:oleObj name="公式" r:id="rId17" imgW="25398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5251450"/>
                        <a:ext cx="254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671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1892300" y="984250"/>
          <a:ext cx="33655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0" name="公式" r:id="rId3" imgW="3365280" imgH="1269720" progId="Equation.3">
                  <p:embed/>
                </p:oleObj>
              </mc:Choice>
              <mc:Fallback>
                <p:oleObj name="公式" r:id="rId3" imgW="3365280" imgH="1269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984250"/>
                        <a:ext cx="33655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6007100" y="1371600"/>
          <a:ext cx="1689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1" name="公式" r:id="rId5" imgW="1688760" imgH="393480" progId="Equation.3">
                  <p:embed/>
                </p:oleObj>
              </mc:Choice>
              <mc:Fallback>
                <p:oleObj name="公式" r:id="rId5" imgW="1688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1371600"/>
                        <a:ext cx="16891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1333500" y="2590800"/>
          <a:ext cx="952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2" name="公式" r:id="rId7" imgW="952200" imgH="431640" progId="Equation.3">
                  <p:embed/>
                </p:oleObj>
              </mc:Choice>
              <mc:Fallback>
                <p:oleObj name="公式" r:id="rId7" imgW="952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2590800"/>
                        <a:ext cx="952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1230313" y="3022600"/>
          <a:ext cx="67706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3" name="公式" r:id="rId9" imgW="6769080" imgH="965160" progId="Equation.3">
                  <p:embed/>
                </p:oleObj>
              </mc:Choice>
              <mc:Fallback>
                <p:oleObj name="公式" r:id="rId9" imgW="67690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3022600"/>
                        <a:ext cx="67706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1371600" y="4318000"/>
          <a:ext cx="3822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4" name="公式" r:id="rId11" imgW="3822480" imgH="965160" progId="Equation.3">
                  <p:embed/>
                </p:oleObj>
              </mc:Choice>
              <mc:Fallback>
                <p:oleObj name="公式" r:id="rId11" imgW="38224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318000"/>
                        <a:ext cx="3822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6172200" y="4697413"/>
          <a:ext cx="1930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5" name="公式" r:id="rId13" imgW="1930320" imgH="393480" progId="Equation.3">
                  <p:embed/>
                </p:oleObj>
              </mc:Choice>
              <mc:Fallback>
                <p:oleObj name="公式" r:id="rId13" imgW="1930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697413"/>
                        <a:ext cx="19304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/>
        </p:nvGraphicFramePr>
        <p:xfrm>
          <a:off x="4813300" y="2557463"/>
          <a:ext cx="16478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公式" r:id="rId15" imgW="1714320" imgH="368280" progId="Equation.3">
                  <p:embed/>
                </p:oleObj>
              </mc:Choice>
              <mc:Fallback>
                <p:oleObj name="公式" r:id="rId15" imgW="17143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557463"/>
                        <a:ext cx="16478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482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1257300" y="1009650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4" name="公式" r:id="rId3" imgW="1307880" imgH="419040" progId="Equation.3">
                  <p:embed/>
                </p:oleObj>
              </mc:Choice>
              <mc:Fallback>
                <p:oleObj name="公式" r:id="rId3" imgW="1307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1009650"/>
                        <a:ext cx="1308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2781300" y="93345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由上式得</a:t>
            </a:r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4375150" y="812800"/>
          <a:ext cx="336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5" name="公式" r:id="rId5" imgW="3365280" imgH="965160" progId="Equation.3">
                  <p:embed/>
                </p:oleObj>
              </mc:Choice>
              <mc:Fallback>
                <p:oleObj name="公式" r:id="rId5" imgW="33652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812800"/>
                        <a:ext cx="336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1212850" y="1733550"/>
          <a:ext cx="317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6" name="Equation" r:id="rId7" imgW="3174840" imgH="977760" progId="Equation.DSMT4">
                  <p:embed/>
                </p:oleObj>
              </mc:Choice>
              <mc:Fallback>
                <p:oleObj name="Equation" r:id="rId7" imgW="317484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1733550"/>
                        <a:ext cx="317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1295400" y="2819400"/>
          <a:ext cx="486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7" name="公式" r:id="rId9" imgW="4863960" imgH="914400" progId="Equation.3">
                  <p:embed/>
                </p:oleObj>
              </mc:Choice>
              <mc:Fallback>
                <p:oleObj name="公式" r:id="rId9" imgW="48639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19400"/>
                        <a:ext cx="486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2613025" y="3962400"/>
          <a:ext cx="3467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8" name="公式" r:id="rId11" imgW="3466800" imgH="914400" progId="Equation.3">
                  <p:embed/>
                </p:oleObj>
              </mc:Choice>
              <mc:Fallback>
                <p:oleObj name="公式" r:id="rId11" imgW="3466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3962400"/>
                        <a:ext cx="3467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Object 8"/>
          <p:cNvGraphicFramePr>
            <a:graphicFrameLocks noChangeAspect="1"/>
          </p:cNvGraphicFramePr>
          <p:nvPr/>
        </p:nvGraphicFramePr>
        <p:xfrm>
          <a:off x="1447800" y="5029200"/>
          <a:ext cx="2514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9" name="公式" r:id="rId13" imgW="2514600" imgH="977760" progId="Equation.3">
                  <p:embed/>
                </p:oleObj>
              </mc:Choice>
              <mc:Fallback>
                <p:oleObj name="公式" r:id="rId13" imgW="25146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029200"/>
                        <a:ext cx="2514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7" name="Object 9"/>
          <p:cNvGraphicFramePr>
            <a:graphicFrameLocks noChangeAspect="1"/>
          </p:cNvGraphicFramePr>
          <p:nvPr/>
        </p:nvGraphicFramePr>
        <p:xfrm>
          <a:off x="4044950" y="5092700"/>
          <a:ext cx="8255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0" name="公式" r:id="rId15" imgW="825480" imgH="863280" progId="Equation.3">
                  <p:embed/>
                </p:oleObj>
              </mc:Choice>
              <mc:Fallback>
                <p:oleObj name="公式" r:id="rId15" imgW="8254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5092700"/>
                        <a:ext cx="8255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694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1806575" y="981075"/>
          <a:ext cx="38100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2" name="公式" r:id="rId3" imgW="3809880" imgH="1498320" progId="Equation.3">
                  <p:embed/>
                </p:oleObj>
              </mc:Choice>
              <mc:Fallback>
                <p:oleObj name="公式" r:id="rId3" imgW="3809880" imgH="1498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981075"/>
                        <a:ext cx="38100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743248" y="908720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18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762000" y="26050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66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1682750" y="2419350"/>
          <a:ext cx="2832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3" name="公式" r:id="rId5" imgW="2831760" imgH="888840" progId="Equation.3">
                  <p:embed/>
                </p:oleObj>
              </mc:Choice>
              <mc:Fallback>
                <p:oleObj name="公式" r:id="rId5" imgW="28317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419350"/>
                        <a:ext cx="2832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1695450" y="3490913"/>
          <a:ext cx="552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4" name="公式" r:id="rId7" imgW="5524200" imgH="419040" progId="Equation.3">
                  <p:embed/>
                </p:oleObj>
              </mc:Choice>
              <mc:Fallback>
                <p:oleObj name="公式" r:id="rId7" imgW="5524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3490913"/>
                        <a:ext cx="5524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1225550" y="4102100"/>
          <a:ext cx="309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5" name="公式" r:id="rId9" imgW="3098520" imgH="888840" progId="Equation.3">
                  <p:embed/>
                </p:oleObj>
              </mc:Choice>
              <mc:Fallback>
                <p:oleObj name="公式" r:id="rId9" imgW="30985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102100"/>
                        <a:ext cx="3098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8"/>
          <p:cNvGraphicFramePr>
            <a:graphicFrameLocks noChangeAspect="1"/>
          </p:cNvGraphicFramePr>
          <p:nvPr/>
        </p:nvGraphicFramePr>
        <p:xfrm>
          <a:off x="4400550" y="4140200"/>
          <a:ext cx="1930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6" name="公式" r:id="rId11" imgW="1930320" imgH="888840" progId="Equation.3">
                  <p:embed/>
                </p:oleObj>
              </mc:Choice>
              <mc:Fallback>
                <p:oleObj name="公式" r:id="rId11" imgW="19303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4140200"/>
                        <a:ext cx="1930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6477000" y="4151313"/>
          <a:ext cx="107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7" name="公式" r:id="rId13" imgW="1079280" imgH="888840" progId="Equation.3">
                  <p:embed/>
                </p:oleObj>
              </mc:Choice>
              <mc:Fallback>
                <p:oleObj name="公式" r:id="rId13" imgW="10792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151313"/>
                        <a:ext cx="107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1231900" y="5221288"/>
          <a:ext cx="403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8" name="公式" r:id="rId15" imgW="4038480" imgH="888840" progId="Equation.3">
                  <p:embed/>
                </p:oleObj>
              </mc:Choice>
              <mc:Fallback>
                <p:oleObj name="公式" r:id="rId15" imgW="40384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5221288"/>
                        <a:ext cx="403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656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1236663" y="1003300"/>
          <a:ext cx="64912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2" name="公式" r:id="rId3" imgW="6489360" imgH="888840" progId="Equation.3">
                  <p:embed/>
                </p:oleObj>
              </mc:Choice>
              <mc:Fallback>
                <p:oleObj name="公式" r:id="rId3" imgW="64893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1003300"/>
                        <a:ext cx="64912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1219200" y="2286000"/>
          <a:ext cx="3467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3" name="公式" r:id="rId5" imgW="3466800" imgH="850680" progId="Equation.3">
                  <p:embed/>
                </p:oleObj>
              </mc:Choice>
              <mc:Fallback>
                <p:oleObj name="公式" r:id="rId5" imgW="346680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0"/>
                        <a:ext cx="3467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5"/>
          <p:cNvGraphicFramePr>
            <a:graphicFrameLocks noChangeAspect="1"/>
          </p:cNvGraphicFramePr>
          <p:nvPr/>
        </p:nvGraphicFramePr>
        <p:xfrm>
          <a:off x="4800600" y="2286000"/>
          <a:ext cx="1282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4" name="公式" r:id="rId7" imgW="1282680" imgH="850680" progId="Equation.3">
                  <p:embed/>
                </p:oleObj>
              </mc:Choice>
              <mc:Fallback>
                <p:oleObj name="公式" r:id="rId7" imgW="12826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286000"/>
                        <a:ext cx="1282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6"/>
          <p:cNvGraphicFramePr>
            <a:graphicFrameLocks noChangeAspect="1"/>
          </p:cNvGraphicFramePr>
          <p:nvPr/>
        </p:nvGraphicFramePr>
        <p:xfrm>
          <a:off x="6172200" y="2286000"/>
          <a:ext cx="8112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5" name="Equation" r:id="rId9" imgW="812520" imgH="850680" progId="Equation.DSMT4">
                  <p:embed/>
                </p:oleObj>
              </mc:Choice>
              <mc:Fallback>
                <p:oleObj name="Equation" r:id="rId9" imgW="81252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286000"/>
                        <a:ext cx="8112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5" name="Object 9"/>
          <p:cNvGraphicFramePr>
            <a:graphicFrameLocks noChangeAspect="1"/>
          </p:cNvGraphicFramePr>
          <p:nvPr/>
        </p:nvGraphicFramePr>
        <p:xfrm>
          <a:off x="1217613" y="3543300"/>
          <a:ext cx="67071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6" name="公式" r:id="rId11" imgW="6705360" imgH="977760" progId="Equation.3">
                  <p:embed/>
                </p:oleObj>
              </mc:Choice>
              <mc:Fallback>
                <p:oleObj name="公式" r:id="rId11" imgW="670536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3543300"/>
                        <a:ext cx="67071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0"/>
          <p:cNvGraphicFramePr>
            <a:graphicFrameLocks noChangeAspect="1"/>
          </p:cNvGraphicFramePr>
          <p:nvPr/>
        </p:nvGraphicFramePr>
        <p:xfrm>
          <a:off x="1295400" y="4851400"/>
          <a:ext cx="4394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7" name="Equation" r:id="rId13" imgW="4394160" imgH="977760" progId="Equation.DSMT4">
                  <p:embed/>
                </p:oleObj>
              </mc:Choice>
              <mc:Fallback>
                <p:oleObj name="Equation" r:id="rId13" imgW="439416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51400"/>
                        <a:ext cx="4394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91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7" name="Text Box 3"/>
          <p:cNvSpPr txBox="1">
            <a:spLocks noChangeArrowheads="1"/>
          </p:cNvSpPr>
          <p:nvPr/>
        </p:nvSpPr>
        <p:spPr bwMode="auto">
          <a:xfrm>
            <a:off x="609600" y="533400"/>
            <a:ext cx="2531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、已知</a:t>
            </a:r>
            <a:endParaRPr lang="zh-CN" altLang="en-US" sz="2800" b="1" dirty="0"/>
          </a:p>
        </p:txBody>
      </p:sp>
      <p:graphicFrame>
        <p:nvGraphicFramePr>
          <p:cNvPr id="738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776649"/>
              </p:ext>
            </p:extLst>
          </p:nvPr>
        </p:nvGraphicFramePr>
        <p:xfrm>
          <a:off x="2939472" y="340370"/>
          <a:ext cx="1920560" cy="92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8" name="Equation" r:id="rId3" imgW="952200" imgH="444240" progId="Equation.DSMT4">
                  <p:embed/>
                </p:oleObj>
              </mc:Choice>
              <mc:Fallback>
                <p:oleObj name="Equation" r:id="rId3" imgW="952200" imgH="444240" progId="Equation.DSMT4">
                  <p:embed/>
                  <p:pic>
                    <p:nvPicPr>
                      <p:cNvPr id="7383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472" y="340370"/>
                        <a:ext cx="1920560" cy="92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09" name="Text Box 5"/>
          <p:cNvSpPr txBox="1">
            <a:spLocks noChangeArrowheads="1"/>
          </p:cNvSpPr>
          <p:nvPr/>
        </p:nvSpPr>
        <p:spPr bwMode="auto">
          <a:xfrm>
            <a:off x="4336856" y="609600"/>
            <a:ext cx="3403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的收敛半径为 </a:t>
            </a:r>
            <a:r>
              <a:rPr lang="en-US" altLang="zh-CN" sz="2800" b="1"/>
              <a:t>3 </a:t>
            </a:r>
            <a:r>
              <a:rPr lang="zh-CN" altLang="en-US" sz="2800" b="1"/>
              <a:t>，则</a:t>
            </a:r>
          </a:p>
        </p:txBody>
      </p:sp>
      <p:sp>
        <p:nvSpPr>
          <p:cNvPr id="738310" name="Text Box 6"/>
          <p:cNvSpPr txBox="1">
            <a:spLocks noChangeArrowheads="1"/>
          </p:cNvSpPr>
          <p:nvPr/>
        </p:nvSpPr>
        <p:spPr bwMode="auto">
          <a:xfrm>
            <a:off x="3810000" y="1752600"/>
            <a:ext cx="45752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itchFamily="2" charset="-122"/>
              </a:rPr>
              <a:t>的收敛区间为（        ）</a:t>
            </a:r>
            <a:r>
              <a:rPr lang="zh-CN" altLang="en-US" sz="2800" b="1"/>
              <a:t> </a:t>
            </a:r>
          </a:p>
        </p:txBody>
      </p:sp>
      <p:sp>
        <p:nvSpPr>
          <p:cNvPr id="738313" name="Text Box 9"/>
          <p:cNvSpPr txBox="1">
            <a:spLocks noChangeArrowheads="1"/>
          </p:cNvSpPr>
          <p:nvPr/>
        </p:nvSpPr>
        <p:spPr bwMode="auto">
          <a:xfrm>
            <a:off x="818308" y="3048000"/>
            <a:ext cx="14494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、</a:t>
            </a:r>
            <a:r>
              <a:rPr lang="zh-CN" altLang="en-US" sz="2800" b="1" dirty="0" smtClean="0"/>
              <a:t>级数</a:t>
            </a:r>
            <a:endParaRPr lang="zh-CN" altLang="en-US" sz="2800" b="1" dirty="0"/>
          </a:p>
        </p:txBody>
      </p:sp>
      <p:graphicFrame>
        <p:nvGraphicFramePr>
          <p:cNvPr id="738314" name="Object 10"/>
          <p:cNvGraphicFramePr>
            <a:graphicFrameLocks noChangeAspect="1"/>
          </p:cNvGraphicFramePr>
          <p:nvPr>
            <p:extLst/>
          </p:nvPr>
        </p:nvGraphicFramePr>
        <p:xfrm>
          <a:off x="2483768" y="2852936"/>
          <a:ext cx="1902147" cy="86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9" name="Equation" r:id="rId5" imgW="1041120" imgH="457200" progId="Equation.DSMT4">
                  <p:embed/>
                </p:oleObj>
              </mc:Choice>
              <mc:Fallback>
                <p:oleObj name="Equation" r:id="rId5" imgW="1041120" imgH="457200" progId="Equation.DSMT4">
                  <p:embed/>
                  <p:pic>
                    <p:nvPicPr>
                      <p:cNvPr id="7383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852936"/>
                        <a:ext cx="1902147" cy="864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15" name="Text Box 11"/>
          <p:cNvSpPr txBox="1">
            <a:spLocks noChangeArrowheads="1"/>
          </p:cNvSpPr>
          <p:nvPr/>
        </p:nvSpPr>
        <p:spPr bwMode="auto">
          <a:xfrm>
            <a:off x="4419600" y="3048000"/>
            <a:ext cx="19159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当（        ）</a:t>
            </a:r>
          </a:p>
        </p:txBody>
      </p:sp>
      <p:sp>
        <p:nvSpPr>
          <p:cNvPr id="738316" name="Text Box 12"/>
          <p:cNvSpPr txBox="1">
            <a:spLocks noChangeArrowheads="1"/>
          </p:cNvSpPr>
          <p:nvPr/>
        </p:nvSpPr>
        <p:spPr bwMode="auto">
          <a:xfrm>
            <a:off x="228600" y="4114800"/>
            <a:ext cx="40575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A</a:t>
            </a:r>
            <a:r>
              <a:rPr lang="zh-CN" altLang="en-US" sz="2800" b="1"/>
              <a:t>）</a:t>
            </a:r>
            <a:r>
              <a:rPr lang="en-US" altLang="zh-CN" sz="2800" b="1" i="1"/>
              <a:t>p</a:t>
            </a:r>
            <a:r>
              <a:rPr lang="en-US" altLang="zh-CN" sz="2800" b="1"/>
              <a:t> &gt; 1 </a:t>
            </a:r>
            <a:r>
              <a:rPr lang="zh-CN" altLang="en-US" sz="2800" b="1"/>
              <a:t>时条件收敛，</a:t>
            </a:r>
          </a:p>
        </p:txBody>
      </p:sp>
      <p:graphicFrame>
        <p:nvGraphicFramePr>
          <p:cNvPr id="738320" name="Object 16"/>
          <p:cNvGraphicFramePr>
            <a:graphicFrameLocks noChangeAspect="1"/>
          </p:cNvGraphicFramePr>
          <p:nvPr>
            <p:extLst/>
          </p:nvPr>
        </p:nvGraphicFramePr>
        <p:xfrm>
          <a:off x="986295" y="1500609"/>
          <a:ext cx="2793617" cy="920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" name="Equation" r:id="rId7" imgW="1396800" imgH="444240" progId="Equation.DSMT4">
                  <p:embed/>
                </p:oleObj>
              </mc:Choice>
              <mc:Fallback>
                <p:oleObj name="Equation" r:id="rId7" imgW="1396800" imgH="444240" progId="Equation.DSMT4">
                  <p:embed/>
                  <p:pic>
                    <p:nvPicPr>
                      <p:cNvPr id="7383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295" y="1500609"/>
                        <a:ext cx="2793617" cy="920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1" name="Object 17"/>
          <p:cNvGraphicFramePr>
            <a:graphicFrameLocks noChangeAspect="1"/>
          </p:cNvGraphicFramePr>
          <p:nvPr>
            <p:extLst/>
          </p:nvPr>
        </p:nvGraphicFramePr>
        <p:xfrm>
          <a:off x="6444208" y="1772816"/>
          <a:ext cx="1369321" cy="52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" name="Equation" r:id="rId9" imgW="545760" imgH="203040" progId="Equation.DSMT4">
                  <p:embed/>
                </p:oleObj>
              </mc:Choice>
              <mc:Fallback>
                <p:oleObj name="Equation" r:id="rId9" imgW="545760" imgH="203040" progId="Equation.DSMT4">
                  <p:embed/>
                  <p:pic>
                    <p:nvPicPr>
                      <p:cNvPr id="7383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1772816"/>
                        <a:ext cx="1369321" cy="525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2" name="Text Box 18"/>
          <p:cNvSpPr txBox="1">
            <a:spLocks noChangeArrowheads="1"/>
          </p:cNvSpPr>
          <p:nvPr/>
        </p:nvSpPr>
        <p:spPr bwMode="auto">
          <a:xfrm>
            <a:off x="3962400" y="4106863"/>
            <a:ext cx="45063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B</a:t>
            </a:r>
            <a:r>
              <a:rPr lang="zh-CN" altLang="en-US" sz="2800" b="1"/>
              <a:t>）</a:t>
            </a:r>
            <a:r>
              <a:rPr lang="en-US" altLang="zh-CN" sz="2800" b="1"/>
              <a:t>0&lt; </a:t>
            </a:r>
            <a:r>
              <a:rPr lang="en-US" altLang="zh-CN" sz="2800" b="1" i="1"/>
              <a:t>p</a:t>
            </a:r>
            <a:r>
              <a:rPr lang="en-US" altLang="zh-CN" sz="2800" b="1"/>
              <a:t> 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/>
              <a:t> 1 </a:t>
            </a:r>
            <a:r>
              <a:rPr lang="zh-CN" altLang="en-US" sz="2800" b="1"/>
              <a:t>时绝对收敛，</a:t>
            </a:r>
          </a:p>
        </p:txBody>
      </p:sp>
      <p:sp>
        <p:nvSpPr>
          <p:cNvPr id="738324" name="Text Box 20"/>
          <p:cNvSpPr txBox="1">
            <a:spLocks noChangeArrowheads="1"/>
          </p:cNvSpPr>
          <p:nvPr/>
        </p:nvSpPr>
        <p:spPr bwMode="auto">
          <a:xfrm>
            <a:off x="157163" y="4876800"/>
            <a:ext cx="45015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C</a:t>
            </a:r>
            <a:r>
              <a:rPr lang="zh-CN" altLang="en-US" sz="2800" b="1"/>
              <a:t>）</a:t>
            </a:r>
            <a:r>
              <a:rPr lang="en-US" altLang="zh-CN" sz="2800" b="1"/>
              <a:t>0&lt; </a:t>
            </a:r>
            <a:r>
              <a:rPr lang="en-US" altLang="zh-CN" sz="2800" b="1" i="1"/>
              <a:t>p</a:t>
            </a:r>
            <a:r>
              <a:rPr lang="en-US" altLang="zh-CN" sz="2800" b="1"/>
              <a:t> 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/>
              <a:t> 1 </a:t>
            </a:r>
            <a:r>
              <a:rPr lang="zh-CN" altLang="en-US" sz="2800" b="1"/>
              <a:t>时条件收敛，</a:t>
            </a:r>
          </a:p>
        </p:txBody>
      </p:sp>
      <p:sp>
        <p:nvSpPr>
          <p:cNvPr id="738325" name="Text Box 21"/>
          <p:cNvSpPr txBox="1">
            <a:spLocks noChangeArrowheads="1"/>
          </p:cNvSpPr>
          <p:nvPr/>
        </p:nvSpPr>
        <p:spPr bwMode="auto">
          <a:xfrm>
            <a:off x="228600" y="5638800"/>
            <a:ext cx="38138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（</a:t>
            </a:r>
            <a:r>
              <a:rPr lang="en-US" altLang="zh-CN" sz="2800" b="1"/>
              <a:t>D</a:t>
            </a:r>
            <a:r>
              <a:rPr lang="zh-CN" altLang="en-US" sz="2800" b="1"/>
              <a:t>）</a:t>
            </a:r>
            <a:r>
              <a:rPr lang="en-US" altLang="zh-CN" sz="2800" b="1"/>
              <a:t>0&lt; </a:t>
            </a:r>
            <a:r>
              <a:rPr lang="en-US" altLang="zh-CN" sz="2800" b="1" i="1"/>
              <a:t>p</a:t>
            </a:r>
            <a:r>
              <a:rPr lang="en-US" altLang="zh-CN" sz="2800" b="1"/>
              <a:t> 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/>
              <a:t> 1 </a:t>
            </a:r>
            <a:r>
              <a:rPr lang="zh-CN" altLang="en-US" sz="2800" b="1"/>
              <a:t>时发散。</a:t>
            </a:r>
          </a:p>
        </p:txBody>
      </p:sp>
      <p:sp>
        <p:nvSpPr>
          <p:cNvPr id="738326" name="Text Box 22"/>
          <p:cNvSpPr txBox="1">
            <a:spLocks noChangeArrowheads="1"/>
          </p:cNvSpPr>
          <p:nvPr/>
        </p:nvSpPr>
        <p:spPr bwMode="auto">
          <a:xfrm>
            <a:off x="5394325" y="3046413"/>
            <a:ext cx="3754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8742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73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73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73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73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73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73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73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"/>
                                        <p:tgtEl>
                                          <p:spTgt spid="73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73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7" grpId="0" autoUpdateAnimBg="0"/>
      <p:bldP spid="738309" grpId="0" autoUpdateAnimBg="0"/>
      <p:bldP spid="738310" grpId="0" autoUpdateAnimBg="0"/>
      <p:bldP spid="738313" grpId="0" autoUpdateAnimBg="0"/>
      <p:bldP spid="738315" grpId="0" autoUpdateAnimBg="0"/>
      <p:bldP spid="738316" grpId="0" autoUpdateAnimBg="0"/>
      <p:bldP spid="738322" grpId="0" autoUpdateAnimBg="0"/>
      <p:bldP spid="738324" grpId="0" autoUpdateAnimBg="0"/>
      <p:bldP spid="738325" grpId="0" autoUpdateAnimBg="0"/>
      <p:bldP spid="73832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214654"/>
              </p:ext>
            </p:extLst>
          </p:nvPr>
        </p:nvGraphicFramePr>
        <p:xfrm>
          <a:off x="1115616" y="693738"/>
          <a:ext cx="189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2" name="Equation" r:id="rId3" imgW="927000" imgH="431640" progId="Equation.DSMT4">
                  <p:embed/>
                </p:oleObj>
              </mc:Choice>
              <mc:Fallback>
                <p:oleObj name="Equation" r:id="rId3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693738"/>
                        <a:ext cx="18923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2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619687"/>
              </p:ext>
            </p:extLst>
          </p:nvPr>
        </p:nvGraphicFramePr>
        <p:xfrm>
          <a:off x="3007916" y="709613"/>
          <a:ext cx="185578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3" name="Equation" r:id="rId5" imgW="901440" imgH="431640" progId="Equation.DSMT4">
                  <p:embed/>
                </p:oleObj>
              </mc:Choice>
              <mc:Fallback>
                <p:oleObj name="Equation" r:id="rId5" imgW="901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916" y="709613"/>
                        <a:ext cx="1855788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032967"/>
              </p:ext>
            </p:extLst>
          </p:nvPr>
        </p:nvGraphicFramePr>
        <p:xfrm>
          <a:off x="4797029" y="1006475"/>
          <a:ext cx="1554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4" name="Equation" r:id="rId7" imgW="723600" imgH="203040" progId="Equation.DSMT4">
                  <p:embed/>
                </p:oleObj>
              </mc:Choice>
              <mc:Fallback>
                <p:oleObj name="Equation" r:id="rId7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029" y="1006475"/>
                        <a:ext cx="15541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24" name="Object 28"/>
          <p:cNvGraphicFramePr>
            <a:graphicFrameLocks noChangeAspect="1"/>
          </p:cNvGraphicFramePr>
          <p:nvPr/>
        </p:nvGraphicFramePr>
        <p:xfrm>
          <a:off x="1654175" y="2176463"/>
          <a:ext cx="7572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5" name="Equation" r:id="rId9" imgW="380880" imgH="431640" progId="Equation.DSMT4">
                  <p:embed/>
                </p:oleObj>
              </mc:Choice>
              <mc:Fallback>
                <p:oleObj name="Equation" r:id="rId9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176463"/>
                        <a:ext cx="757238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25" name="Object 29"/>
          <p:cNvGraphicFramePr>
            <a:graphicFrameLocks noChangeAspect="1"/>
          </p:cNvGraphicFramePr>
          <p:nvPr/>
        </p:nvGraphicFramePr>
        <p:xfrm>
          <a:off x="4467225" y="2151063"/>
          <a:ext cx="16779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6" name="Equation" r:id="rId11" imgW="850680" imgH="431640" progId="Equation.DSMT4">
                  <p:embed/>
                </p:oleObj>
              </mc:Choice>
              <mc:Fallback>
                <p:oleObj name="Equation" r:id="rId11" imgW="850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2151063"/>
                        <a:ext cx="1677988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26" name="Rectangle 30"/>
          <p:cNvSpPr>
            <a:spLocks noChangeArrowheads="1"/>
          </p:cNvSpPr>
          <p:nvPr/>
        </p:nvSpPr>
        <p:spPr bwMode="auto">
          <a:xfrm>
            <a:off x="179388" y="917109"/>
            <a:ext cx="1085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3</a:t>
            </a:r>
            <a:r>
              <a:rPr kumimoji="1" lang="zh-CN" altLang="en-US" sz="2800" b="1" dirty="0" smtClean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、设</a:t>
            </a:r>
            <a:endParaRPr kumimoji="1" lang="zh-CN" altLang="en-US" sz="2800" b="1" dirty="0">
              <a:latin typeface="Times New Roman" pitchFamily="18" charset="0"/>
              <a:ea typeface="新宋体" pitchFamily="49" charset="-122"/>
              <a:cs typeface="Times New Roman" pitchFamily="18" charset="0"/>
            </a:endParaRPr>
          </a:p>
        </p:txBody>
      </p:sp>
      <p:sp>
        <p:nvSpPr>
          <p:cNvPr id="132127" name="Rectangle 31"/>
          <p:cNvSpPr>
            <a:spLocks noChangeArrowheads="1"/>
          </p:cNvSpPr>
          <p:nvPr/>
        </p:nvSpPr>
        <p:spPr bwMode="auto">
          <a:xfrm>
            <a:off x="334963" y="1592263"/>
            <a:ext cx="5245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000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zh-CN" altLang="en-US" sz="2800" b="1">
                <a:ea typeface="新宋体" pitchFamily="49" charset="-122"/>
                <a:cs typeface="Times New Roman" pitchFamily="18" charset="0"/>
              </a:rPr>
              <a:t>则下列命题正确的是</a:t>
            </a:r>
            <a:r>
              <a:rPr lang="en-US" altLang="zh-CN" sz="2800" b="1">
                <a:ea typeface="新宋体" pitchFamily="49" charset="-122"/>
                <a:cs typeface="Times New Roman" pitchFamily="18" charset="0"/>
              </a:rPr>
              <a:t>(    )</a:t>
            </a:r>
          </a:p>
        </p:txBody>
      </p:sp>
      <p:sp>
        <p:nvSpPr>
          <p:cNvPr id="132128" name="Rectangle 32"/>
          <p:cNvSpPr>
            <a:spLocks noChangeArrowheads="1"/>
          </p:cNvSpPr>
          <p:nvPr/>
        </p:nvSpPr>
        <p:spPr bwMode="auto">
          <a:xfrm>
            <a:off x="2209800" y="2333625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条件收敛，则</a:t>
            </a:r>
          </a:p>
        </p:txBody>
      </p:sp>
      <p:sp>
        <p:nvSpPr>
          <p:cNvPr id="132129" name="Rectangle 33"/>
          <p:cNvSpPr>
            <a:spLocks noChangeArrowheads="1"/>
          </p:cNvSpPr>
          <p:nvPr/>
        </p:nvSpPr>
        <p:spPr bwMode="auto">
          <a:xfrm>
            <a:off x="2195513" y="3209925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绝对收敛，则</a:t>
            </a:r>
          </a:p>
        </p:txBody>
      </p:sp>
      <p:sp>
        <p:nvSpPr>
          <p:cNvPr id="132130" name="Rectangle 34"/>
          <p:cNvSpPr>
            <a:spLocks noChangeArrowheads="1"/>
          </p:cNvSpPr>
          <p:nvPr/>
        </p:nvSpPr>
        <p:spPr bwMode="auto">
          <a:xfrm>
            <a:off x="2193925" y="409575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条件收敛，则</a:t>
            </a:r>
          </a:p>
        </p:txBody>
      </p:sp>
      <p:sp>
        <p:nvSpPr>
          <p:cNvPr id="132131" name="Rectangle 35"/>
          <p:cNvSpPr>
            <a:spLocks noChangeArrowheads="1"/>
          </p:cNvSpPr>
          <p:nvPr/>
        </p:nvSpPr>
        <p:spPr bwMode="auto">
          <a:xfrm>
            <a:off x="5651500" y="4116388"/>
            <a:ext cx="2816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000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zh-CN" altLang="en-US" sz="2800" b="1">
                <a:ea typeface="新宋体" pitchFamily="49" charset="-122"/>
                <a:cs typeface="Times New Roman" pitchFamily="18" charset="0"/>
              </a:rPr>
              <a:t>敛散性都不定</a:t>
            </a:r>
            <a:r>
              <a:rPr lang="en-US" altLang="zh-CN" sz="2800" b="1">
                <a:ea typeface="新宋体" pitchFamily="49" charset="-122"/>
                <a:cs typeface="Times New Roman" pitchFamily="18" charset="0"/>
              </a:rPr>
              <a:t>.</a:t>
            </a:r>
          </a:p>
        </p:txBody>
      </p:sp>
      <p:sp>
        <p:nvSpPr>
          <p:cNvPr id="132132" name="Rectangle 36"/>
          <p:cNvSpPr>
            <a:spLocks noChangeArrowheads="1"/>
          </p:cNvSpPr>
          <p:nvPr/>
        </p:nvSpPr>
        <p:spPr bwMode="auto">
          <a:xfrm>
            <a:off x="2225675" y="502761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绝对收敛，则</a:t>
            </a:r>
          </a:p>
        </p:txBody>
      </p:sp>
      <p:sp>
        <p:nvSpPr>
          <p:cNvPr id="132133" name="Rectangle 37"/>
          <p:cNvSpPr>
            <a:spLocks noChangeArrowheads="1"/>
          </p:cNvSpPr>
          <p:nvPr/>
        </p:nvSpPr>
        <p:spPr bwMode="auto">
          <a:xfrm>
            <a:off x="642938" y="2333625"/>
            <a:ext cx="1103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(</a:t>
            </a:r>
            <a:r>
              <a:rPr kumimoji="1" lang="en-US" altLang="zh-CN" sz="2800" b="1" i="1">
                <a:latin typeface="Times New Roman" pitchFamily="18" charset="0"/>
                <a:ea typeface="新宋体" pitchFamily="49" charset="-122"/>
              </a:rPr>
              <a:t>A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) 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若</a:t>
            </a:r>
          </a:p>
        </p:txBody>
      </p:sp>
      <p:sp>
        <p:nvSpPr>
          <p:cNvPr id="132134" name="Rectangle 38"/>
          <p:cNvSpPr>
            <a:spLocks noChangeArrowheads="1"/>
          </p:cNvSpPr>
          <p:nvPr/>
        </p:nvSpPr>
        <p:spPr bwMode="auto">
          <a:xfrm>
            <a:off x="642938" y="3195638"/>
            <a:ext cx="1104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(</a:t>
            </a:r>
            <a:r>
              <a:rPr kumimoji="1" lang="en-US" altLang="zh-CN" sz="2800" b="1" i="1">
                <a:latin typeface="Times New Roman" pitchFamily="18" charset="0"/>
                <a:ea typeface="新宋体" pitchFamily="49" charset="-122"/>
              </a:rPr>
              <a:t>B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) 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若</a:t>
            </a:r>
          </a:p>
        </p:txBody>
      </p:sp>
      <p:sp>
        <p:nvSpPr>
          <p:cNvPr id="132135" name="Rectangle 39"/>
          <p:cNvSpPr>
            <a:spLocks noChangeArrowheads="1"/>
          </p:cNvSpPr>
          <p:nvPr/>
        </p:nvSpPr>
        <p:spPr bwMode="auto">
          <a:xfrm>
            <a:off x="642938" y="4106863"/>
            <a:ext cx="1103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(</a:t>
            </a:r>
            <a:r>
              <a:rPr kumimoji="1" lang="en-US" altLang="zh-CN" sz="2800" b="1" i="1">
                <a:latin typeface="Times New Roman" pitchFamily="18" charset="0"/>
                <a:ea typeface="新宋体" pitchFamily="49" charset="-122"/>
              </a:rPr>
              <a:t>C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) 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若</a:t>
            </a:r>
          </a:p>
        </p:txBody>
      </p:sp>
      <p:sp>
        <p:nvSpPr>
          <p:cNvPr id="132136" name="Rectangle 40"/>
          <p:cNvSpPr>
            <a:spLocks noChangeArrowheads="1"/>
          </p:cNvSpPr>
          <p:nvPr/>
        </p:nvSpPr>
        <p:spPr bwMode="auto">
          <a:xfrm>
            <a:off x="642938" y="5046663"/>
            <a:ext cx="1123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(</a:t>
            </a:r>
            <a:r>
              <a:rPr kumimoji="1" lang="en-US" altLang="zh-CN" sz="2800" b="1" i="1">
                <a:latin typeface="Times New Roman" pitchFamily="18" charset="0"/>
                <a:ea typeface="新宋体" pitchFamily="49" charset="-122"/>
              </a:rPr>
              <a:t>D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</a:rPr>
              <a:t>) </a:t>
            </a:r>
            <a:r>
              <a:rPr kumimoji="1" lang="zh-CN" altLang="en-US" sz="2800" b="1">
                <a:latin typeface="Times New Roman" pitchFamily="18" charset="0"/>
                <a:ea typeface="新宋体" pitchFamily="49" charset="-122"/>
              </a:rPr>
              <a:t>若</a:t>
            </a:r>
          </a:p>
        </p:txBody>
      </p:sp>
      <p:sp>
        <p:nvSpPr>
          <p:cNvPr id="132137" name="Rectangle 41"/>
          <p:cNvSpPr>
            <a:spLocks noChangeArrowheads="1"/>
          </p:cNvSpPr>
          <p:nvPr/>
        </p:nvSpPr>
        <p:spPr bwMode="auto">
          <a:xfrm>
            <a:off x="6034088" y="2341563"/>
            <a:ext cx="1344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都收敛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32138" name="Object 42"/>
          <p:cNvGraphicFramePr>
            <a:graphicFrameLocks noChangeAspect="1"/>
          </p:cNvGraphicFramePr>
          <p:nvPr/>
        </p:nvGraphicFramePr>
        <p:xfrm>
          <a:off x="1582738" y="3044825"/>
          <a:ext cx="7572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7" name="Equation" r:id="rId13" imgW="380880" imgH="431640" progId="Equation.DSMT4">
                  <p:embed/>
                </p:oleObj>
              </mc:Choice>
              <mc:Fallback>
                <p:oleObj name="Equation" r:id="rId13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3044825"/>
                        <a:ext cx="757237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39" name="Object 43"/>
          <p:cNvGraphicFramePr>
            <a:graphicFrameLocks noChangeAspect="1"/>
          </p:cNvGraphicFramePr>
          <p:nvPr/>
        </p:nvGraphicFramePr>
        <p:xfrm>
          <a:off x="4427538" y="3065463"/>
          <a:ext cx="16779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8" name="Equation" r:id="rId14" imgW="850680" imgH="431640" progId="Equation.DSMT4">
                  <p:embed/>
                </p:oleObj>
              </mc:Choice>
              <mc:Fallback>
                <p:oleObj name="Equation" r:id="rId14" imgW="850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065463"/>
                        <a:ext cx="1677987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40" name="Rectangle 44"/>
          <p:cNvSpPr>
            <a:spLocks noChangeArrowheads="1"/>
          </p:cNvSpPr>
          <p:nvPr/>
        </p:nvSpPr>
        <p:spPr bwMode="auto">
          <a:xfrm>
            <a:off x="6011863" y="3219450"/>
            <a:ext cx="1344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都收敛</a:t>
            </a:r>
            <a:r>
              <a:rPr kumimoji="1" lang="en-US" altLang="zh-CN" sz="2800" b="1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32141" name="Object 45"/>
          <p:cNvGraphicFramePr>
            <a:graphicFrameLocks noChangeAspect="1"/>
          </p:cNvGraphicFramePr>
          <p:nvPr/>
        </p:nvGraphicFramePr>
        <p:xfrm>
          <a:off x="1654175" y="3949700"/>
          <a:ext cx="7572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9" name="Equation" r:id="rId16" imgW="380880" imgH="431640" progId="Equation.DSMT4">
                  <p:embed/>
                </p:oleObj>
              </mc:Choice>
              <mc:Fallback>
                <p:oleObj name="Equation" r:id="rId16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3949700"/>
                        <a:ext cx="757238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42" name="Object 46"/>
          <p:cNvGraphicFramePr>
            <a:graphicFrameLocks noChangeAspect="1"/>
          </p:cNvGraphicFramePr>
          <p:nvPr/>
        </p:nvGraphicFramePr>
        <p:xfrm>
          <a:off x="4454525" y="3949700"/>
          <a:ext cx="17018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0" name="Equation" r:id="rId17" imgW="863280" imgH="431640" progId="Equation.DSMT4">
                  <p:embed/>
                </p:oleObj>
              </mc:Choice>
              <mc:Fallback>
                <p:oleObj name="Equation" r:id="rId17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3949700"/>
                        <a:ext cx="1701800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43" name="Object 47"/>
          <p:cNvGraphicFramePr>
            <a:graphicFrameLocks noChangeAspect="1"/>
          </p:cNvGraphicFramePr>
          <p:nvPr/>
        </p:nvGraphicFramePr>
        <p:xfrm>
          <a:off x="1652588" y="4884738"/>
          <a:ext cx="7588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1" name="Equation" r:id="rId19" imgW="380880" imgH="431640" progId="Equation.DSMT4">
                  <p:embed/>
                </p:oleObj>
              </mc:Choice>
              <mc:Fallback>
                <p:oleObj name="Equation" r:id="rId19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4884738"/>
                        <a:ext cx="758825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44" name="Rectangle 48"/>
          <p:cNvSpPr>
            <a:spLocks noChangeArrowheads="1"/>
          </p:cNvSpPr>
          <p:nvPr/>
        </p:nvSpPr>
        <p:spPr bwMode="auto">
          <a:xfrm>
            <a:off x="5651500" y="5046663"/>
            <a:ext cx="2816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000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zh-CN" altLang="en-US" sz="2800" b="1">
                <a:ea typeface="新宋体" pitchFamily="49" charset="-122"/>
                <a:cs typeface="Times New Roman" pitchFamily="18" charset="0"/>
              </a:rPr>
              <a:t>敛散性都不定</a:t>
            </a:r>
            <a:r>
              <a:rPr lang="en-US" altLang="zh-CN" sz="2800" b="1">
                <a:ea typeface="新宋体" pitchFamily="49" charset="-122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32145" name="Object 49"/>
          <p:cNvGraphicFramePr>
            <a:graphicFrameLocks noChangeAspect="1"/>
          </p:cNvGraphicFramePr>
          <p:nvPr/>
        </p:nvGraphicFramePr>
        <p:xfrm>
          <a:off x="4452938" y="4876800"/>
          <a:ext cx="17033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2" name="Equation" r:id="rId20" imgW="863280" imgH="431640" progId="Equation.DSMT4">
                  <p:embed/>
                </p:oleObj>
              </mc:Choice>
              <mc:Fallback>
                <p:oleObj name="Equation" r:id="rId20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4876800"/>
                        <a:ext cx="1703387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46" name="Object 50"/>
          <p:cNvGraphicFramePr>
            <a:graphicFrameLocks noChangeAspect="1"/>
          </p:cNvGraphicFramePr>
          <p:nvPr/>
        </p:nvGraphicFramePr>
        <p:xfrm>
          <a:off x="4140200" y="1638300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3" name="Equation" r:id="rId22" imgW="164880" imgH="164880" progId="Equation.DSMT4">
                  <p:embed/>
                </p:oleObj>
              </mc:Choice>
              <mc:Fallback>
                <p:oleObj name="Equation" r:id="rId22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638300"/>
                        <a:ext cx="44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47" name="Rectangle 51"/>
          <p:cNvSpPr>
            <a:spLocks noChangeArrowheads="1"/>
          </p:cNvSpPr>
          <p:nvPr/>
        </p:nvSpPr>
        <p:spPr bwMode="auto">
          <a:xfrm>
            <a:off x="395288" y="188913"/>
            <a:ext cx="316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练习</a:t>
            </a:r>
            <a:r>
              <a:rPr kumimoji="1"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：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18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628" name="Object 4"/>
          <p:cNvGraphicFramePr>
            <a:graphicFrameLocks noChangeAspect="1"/>
          </p:cNvGraphicFramePr>
          <p:nvPr/>
        </p:nvGraphicFramePr>
        <p:xfrm>
          <a:off x="1406525" y="852488"/>
          <a:ext cx="9413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6" name="Equation" r:id="rId3" imgW="431640" imgH="431640" progId="Equation.DSMT4">
                  <p:embed/>
                </p:oleObj>
              </mc:Choice>
              <mc:Fallback>
                <p:oleObj name="Equation" r:id="rId3" imgW="431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852488"/>
                        <a:ext cx="941388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9" name="Object 5"/>
          <p:cNvGraphicFramePr>
            <a:graphicFrameLocks noChangeAspect="1"/>
          </p:cNvGraphicFramePr>
          <p:nvPr/>
        </p:nvGraphicFramePr>
        <p:xfrm>
          <a:off x="4430713" y="836613"/>
          <a:ext cx="15430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7" name="Equation" r:id="rId5" imgW="711000" imgH="431640" progId="Equation.DSMT4">
                  <p:embed/>
                </p:oleObj>
              </mc:Choice>
              <mc:Fallback>
                <p:oleObj name="Equation" r:id="rId5" imgW="711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836613"/>
                        <a:ext cx="1543050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1231900" y="1766888"/>
          <a:ext cx="14033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8" name="Equation" r:id="rId7" imgW="596880" imgH="431640" progId="Equation.DSMT4">
                  <p:embed/>
                </p:oleObj>
              </mc:Choice>
              <mc:Fallback>
                <p:oleObj name="Equation" r:id="rId7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1766888"/>
                        <a:ext cx="140335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4359275" y="1719263"/>
          <a:ext cx="18907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9" name="Equation" r:id="rId9" imgW="787320" imgH="431640" progId="Equation.DSMT4">
                  <p:embed/>
                </p:oleObj>
              </mc:Choice>
              <mc:Fallback>
                <p:oleObj name="Equation" r:id="rId9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1719263"/>
                        <a:ext cx="189071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252413" y="244009"/>
            <a:ext cx="1806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4</a:t>
            </a:r>
            <a:r>
              <a:rPr kumimoji="1" lang="zh-CN" altLang="en-US" sz="2800" b="1" dirty="0" smtClean="0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、若</a:t>
            </a:r>
            <a:r>
              <a:rPr kumimoji="1" lang="zh-CN" altLang="en-US" sz="2800" b="1" dirty="0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级数</a:t>
            </a: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2529061" y="247650"/>
            <a:ext cx="326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zh-CN" altLang="en-US" sz="2800" b="1" dirty="0">
                <a:ea typeface="新宋体-18030" pitchFamily="49" charset="-122"/>
                <a:cs typeface="Times New Roman" pitchFamily="18" charset="0"/>
              </a:rPr>
              <a:t>收敛，则级数</a:t>
            </a:r>
            <a:r>
              <a:rPr lang="en-US" altLang="zh-CN" sz="2800" b="1" dirty="0">
                <a:ea typeface="新宋体-18030" pitchFamily="49" charset="-122"/>
                <a:cs typeface="Times New Roman" pitchFamily="18" charset="0"/>
              </a:rPr>
              <a:t>(     )</a:t>
            </a:r>
          </a:p>
        </p:txBody>
      </p:sp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2343150" y="1089025"/>
            <a:ext cx="151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收敛 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. 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　　　　　　</a:t>
            </a:r>
          </a:p>
        </p:txBody>
      </p:sp>
      <p:sp>
        <p:nvSpPr>
          <p:cNvPr id="154635" name="Rectangle 11"/>
          <p:cNvSpPr>
            <a:spLocks noChangeArrowheads="1"/>
          </p:cNvSpPr>
          <p:nvPr/>
        </p:nvSpPr>
        <p:spPr bwMode="auto">
          <a:xfrm>
            <a:off x="5583238" y="1022350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zh-CN" altLang="en-US" sz="2800" b="1">
                <a:ea typeface="新宋体-18030" pitchFamily="49" charset="-122"/>
                <a:cs typeface="Times New Roman" pitchFamily="18" charset="0"/>
              </a:rPr>
              <a:t>收敛</a:t>
            </a:r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.</a:t>
            </a:r>
          </a:p>
        </p:txBody>
      </p:sp>
      <p:sp>
        <p:nvSpPr>
          <p:cNvPr id="154636" name="Rectangle 12"/>
          <p:cNvSpPr>
            <a:spLocks noChangeArrowheads="1"/>
          </p:cNvSpPr>
          <p:nvPr/>
        </p:nvSpPr>
        <p:spPr bwMode="auto">
          <a:xfrm>
            <a:off x="2559050" y="2030413"/>
            <a:ext cx="172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收敛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.    </a:t>
            </a:r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　　　　　</a:t>
            </a:r>
          </a:p>
        </p:txBody>
      </p:sp>
      <p:sp>
        <p:nvSpPr>
          <p:cNvPr id="154637" name="Rectangle 13"/>
          <p:cNvSpPr>
            <a:spLocks noChangeArrowheads="1"/>
          </p:cNvSpPr>
          <p:nvPr/>
        </p:nvSpPr>
        <p:spPr bwMode="auto">
          <a:xfrm>
            <a:off x="6159500" y="1933575"/>
            <a:ext cx="1220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收敛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.               </a:t>
            </a:r>
          </a:p>
        </p:txBody>
      </p:sp>
      <p:graphicFrame>
        <p:nvGraphicFramePr>
          <p:cNvPr id="154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149260"/>
              </p:ext>
            </p:extLst>
          </p:nvPr>
        </p:nvGraphicFramePr>
        <p:xfrm>
          <a:off x="2010370" y="44450"/>
          <a:ext cx="8334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0" name="Equation" r:id="rId11" imgW="380880" imgH="431640" progId="Equation.DSMT4">
                  <p:embed/>
                </p:oleObj>
              </mc:Choice>
              <mc:Fallback>
                <p:oleObj name="Equation" r:id="rId11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370" y="44450"/>
                        <a:ext cx="83343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9" name="Rectangle 15"/>
          <p:cNvSpPr>
            <a:spLocks noChangeArrowheads="1"/>
          </p:cNvSpPr>
          <p:nvPr/>
        </p:nvSpPr>
        <p:spPr bwMode="auto">
          <a:xfrm>
            <a:off x="608013" y="1035050"/>
            <a:ext cx="925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( 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A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 ) </a:t>
            </a:r>
          </a:p>
        </p:txBody>
      </p:sp>
      <p:sp>
        <p:nvSpPr>
          <p:cNvPr id="154640" name="Rectangle 16"/>
          <p:cNvSpPr>
            <a:spLocks noChangeArrowheads="1"/>
          </p:cNvSpPr>
          <p:nvPr/>
        </p:nvSpPr>
        <p:spPr bwMode="auto">
          <a:xfrm>
            <a:off x="3351213" y="1020763"/>
            <a:ext cx="1192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　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( 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B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 )</a:t>
            </a:r>
          </a:p>
        </p:txBody>
      </p:sp>
      <p:sp>
        <p:nvSpPr>
          <p:cNvPr id="154641" name="Rectangle 17"/>
          <p:cNvSpPr>
            <a:spLocks noChangeArrowheads="1"/>
          </p:cNvSpPr>
          <p:nvPr/>
        </p:nvSpPr>
        <p:spPr bwMode="auto">
          <a:xfrm>
            <a:off x="542925" y="1979613"/>
            <a:ext cx="836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( 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C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 )</a:t>
            </a:r>
          </a:p>
        </p:txBody>
      </p:sp>
      <p:sp>
        <p:nvSpPr>
          <p:cNvPr id="154642" name="Rectangle 18"/>
          <p:cNvSpPr>
            <a:spLocks noChangeArrowheads="1"/>
          </p:cNvSpPr>
          <p:nvPr/>
        </p:nvSpPr>
        <p:spPr bwMode="auto">
          <a:xfrm>
            <a:off x="3695700" y="1931988"/>
            <a:ext cx="103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( </a:t>
            </a:r>
            <a:r>
              <a:rPr kumimoji="1" lang="en-US" altLang="zh-CN" sz="2800" b="1" i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 )  </a:t>
            </a:r>
          </a:p>
        </p:txBody>
      </p:sp>
      <p:sp>
        <p:nvSpPr>
          <p:cNvPr id="154643" name="Rectangle 19"/>
          <p:cNvSpPr>
            <a:spLocks noChangeArrowheads="1"/>
          </p:cNvSpPr>
          <p:nvPr/>
        </p:nvSpPr>
        <p:spPr bwMode="auto">
          <a:xfrm>
            <a:off x="5032995" y="266700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 </a:t>
            </a:r>
            <a:r>
              <a:rPr kumimoji="1" lang="zh-CN" altLang="zh-CN" sz="2800" b="1" i="1" dirty="0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D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154644" name="Object 20"/>
          <p:cNvGraphicFramePr>
            <a:graphicFrameLocks noChangeAspect="1"/>
          </p:cNvGraphicFramePr>
          <p:nvPr/>
        </p:nvGraphicFramePr>
        <p:xfrm>
          <a:off x="2987675" y="2622550"/>
          <a:ext cx="20399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Equation" r:id="rId13" imgW="863280" imgH="406080" progId="Equation.DSMT4">
                  <p:embed/>
                </p:oleObj>
              </mc:Choice>
              <mc:Fallback>
                <p:oleObj name="Equation" r:id="rId13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622550"/>
                        <a:ext cx="20399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5" name="Object 21"/>
          <p:cNvGraphicFramePr>
            <a:graphicFrameLocks noChangeAspect="1"/>
          </p:cNvGraphicFramePr>
          <p:nvPr/>
        </p:nvGraphicFramePr>
        <p:xfrm>
          <a:off x="1331913" y="3429000"/>
          <a:ext cx="23114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Equation" r:id="rId15" imgW="977760" imgH="431640" progId="Equation.DSMT4">
                  <p:embed/>
                </p:oleObj>
              </mc:Choice>
              <mc:Fallback>
                <p:oleObj name="Equation" r:id="rId15" imgW="977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429000"/>
                        <a:ext cx="23114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6" name="Object 22"/>
          <p:cNvGraphicFramePr>
            <a:graphicFrameLocks noChangeAspect="1"/>
          </p:cNvGraphicFramePr>
          <p:nvPr/>
        </p:nvGraphicFramePr>
        <p:xfrm>
          <a:off x="323850" y="2878138"/>
          <a:ext cx="25193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Equation" r:id="rId17" imgW="1168200" imgH="203040" progId="Equation.DSMT4">
                  <p:embed/>
                </p:oleObj>
              </mc:Choice>
              <mc:Fallback>
                <p:oleObj name="Equation" r:id="rId17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878138"/>
                        <a:ext cx="25193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7" name="Object 23"/>
          <p:cNvGraphicFramePr>
            <a:graphicFrameLocks noChangeAspect="1"/>
          </p:cNvGraphicFramePr>
          <p:nvPr/>
        </p:nvGraphicFramePr>
        <p:xfrm>
          <a:off x="5022850" y="2930525"/>
          <a:ext cx="21018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4" name="Equation" r:id="rId19" imgW="888840" imgH="215640" progId="Equation.DSMT4">
                  <p:embed/>
                </p:oleObj>
              </mc:Choice>
              <mc:Fallback>
                <p:oleObj name="Equation" r:id="rId19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2930525"/>
                        <a:ext cx="21018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8" name="Object 24"/>
          <p:cNvGraphicFramePr>
            <a:graphicFrameLocks noChangeAspect="1"/>
          </p:cNvGraphicFramePr>
          <p:nvPr/>
        </p:nvGraphicFramePr>
        <p:xfrm>
          <a:off x="3651250" y="3717925"/>
          <a:ext cx="15303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Equation" r:id="rId21" imgW="647640" imgH="215640" progId="Equation.DSMT4">
                  <p:embed/>
                </p:oleObj>
              </mc:Choice>
              <mc:Fallback>
                <p:oleObj name="Equation" r:id="rId21" imgW="647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3717925"/>
                        <a:ext cx="15303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9" name="Object 25"/>
          <p:cNvGraphicFramePr>
            <a:graphicFrameLocks noChangeAspect="1"/>
          </p:cNvGraphicFramePr>
          <p:nvPr/>
        </p:nvGraphicFramePr>
        <p:xfrm>
          <a:off x="395288" y="4541838"/>
          <a:ext cx="408463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Equation" r:id="rId23" imgW="1777680" imgH="393480" progId="Equation.DSMT4">
                  <p:embed/>
                </p:oleObj>
              </mc:Choice>
              <mc:Fallback>
                <p:oleObj name="Equation" r:id="rId23" imgW="1777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41838"/>
                        <a:ext cx="4084637" cy="9032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53" name="Object 29"/>
          <p:cNvGraphicFramePr>
            <a:graphicFrameLocks noChangeAspect="1"/>
          </p:cNvGraphicFramePr>
          <p:nvPr/>
        </p:nvGraphicFramePr>
        <p:xfrm>
          <a:off x="4757738" y="4541838"/>
          <a:ext cx="39179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7" name="Equation" r:id="rId25" imgW="1815840" imgH="431640" progId="Equation.DSMT4">
                  <p:embed/>
                </p:oleObj>
              </mc:Choice>
              <mc:Fallback>
                <p:oleObj name="Equation" r:id="rId25" imgW="1815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4541838"/>
                        <a:ext cx="3917950" cy="9302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70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301625" y="4581525"/>
            <a:ext cx="7297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(</a:t>
            </a:r>
            <a:r>
              <a:rPr lang="en-US" altLang="zh-CN" sz="2800" b="1" i="1">
                <a:ea typeface="新宋体-18030" pitchFamily="49" charset="-122"/>
                <a:cs typeface="Times New Roman" pitchFamily="18" charset="0"/>
              </a:rPr>
              <a:t>A</a:t>
            </a:r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) (1) (2).  (</a:t>
            </a:r>
            <a:r>
              <a:rPr lang="en-US" altLang="zh-CN" sz="2800" b="1" i="1">
                <a:ea typeface="新宋体-18030" pitchFamily="49" charset="-122"/>
                <a:cs typeface="Times New Roman" pitchFamily="18" charset="0"/>
              </a:rPr>
              <a:t>B</a:t>
            </a:r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) (2) (3).  (</a:t>
            </a:r>
            <a:r>
              <a:rPr lang="en-US" altLang="zh-CN" sz="2800" b="1" i="1">
                <a:ea typeface="新宋体-18030" pitchFamily="49" charset="-122"/>
                <a:cs typeface="Times New Roman" pitchFamily="18" charset="0"/>
              </a:rPr>
              <a:t>C</a:t>
            </a:r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) (3) (4).  (</a:t>
            </a:r>
            <a:r>
              <a:rPr lang="en-US" altLang="zh-CN" sz="2800" b="1" i="1">
                <a:ea typeface="新宋体-18030" pitchFamily="49" charset="-122"/>
                <a:cs typeface="Times New Roman" pitchFamily="18" charset="0"/>
              </a:rPr>
              <a:t>D</a:t>
            </a:r>
            <a:r>
              <a:rPr lang="en-US" altLang="zh-CN" sz="2800" b="1">
                <a:ea typeface="新宋体-18030" pitchFamily="49" charset="-122"/>
                <a:cs typeface="Times New Roman" pitchFamily="18" charset="0"/>
              </a:rPr>
              <a:t>) (1) (4).</a:t>
            </a:r>
          </a:p>
        </p:txBody>
      </p:sp>
      <p:graphicFrame>
        <p:nvGraphicFramePr>
          <p:cNvPr id="156677" name="Object 5"/>
          <p:cNvGraphicFramePr>
            <a:graphicFrameLocks noChangeAspect="1"/>
          </p:cNvGraphicFramePr>
          <p:nvPr/>
        </p:nvGraphicFramePr>
        <p:xfrm>
          <a:off x="876300" y="549275"/>
          <a:ext cx="53514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6" name="Equation" r:id="rId3" imgW="2450880" imgH="431640" progId="Equation.DSMT4">
                  <p:embed/>
                </p:oleObj>
              </mc:Choice>
              <mc:Fallback>
                <p:oleObj name="Equation" r:id="rId3" imgW="245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549275"/>
                        <a:ext cx="5351463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179388" y="113834"/>
            <a:ext cx="32496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5</a:t>
            </a:r>
            <a:r>
              <a:rPr kumimoji="1" lang="zh-CN" altLang="en-US" sz="2800" b="1" dirty="0" smtClean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、设有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  <a:cs typeface="Times New Roman" pitchFamily="18" charset="0"/>
              </a:rPr>
              <a:t>下列命题：</a:t>
            </a:r>
          </a:p>
        </p:txBody>
      </p:sp>
      <p:sp>
        <p:nvSpPr>
          <p:cNvPr id="156679" name="Rectangle 7"/>
          <p:cNvSpPr>
            <a:spLocks noChangeArrowheads="1"/>
          </p:cNvSpPr>
          <p:nvPr/>
        </p:nvSpPr>
        <p:spPr bwMode="auto">
          <a:xfrm>
            <a:off x="395288" y="1490663"/>
            <a:ext cx="688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(2) </a:t>
            </a:r>
          </a:p>
        </p:txBody>
      </p:sp>
      <p:graphicFrame>
        <p:nvGraphicFramePr>
          <p:cNvPr id="156680" name="Object 8"/>
          <p:cNvGraphicFramePr>
            <a:graphicFrameLocks noChangeAspect="1"/>
          </p:cNvGraphicFramePr>
          <p:nvPr/>
        </p:nvGraphicFramePr>
        <p:xfrm>
          <a:off x="901700" y="2173288"/>
          <a:ext cx="44624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7" name="Equation" r:id="rId5" imgW="1981080" imgH="444240" progId="Equation.DSMT4">
                  <p:embed/>
                </p:oleObj>
              </mc:Choice>
              <mc:Fallback>
                <p:oleObj name="Equation" r:id="rId5" imgW="1981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2173288"/>
                        <a:ext cx="4462463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1" name="Object 9"/>
          <p:cNvGraphicFramePr>
            <a:graphicFrameLocks noChangeAspect="1"/>
          </p:cNvGraphicFramePr>
          <p:nvPr/>
        </p:nvGraphicFramePr>
        <p:xfrm>
          <a:off x="900113" y="3067050"/>
          <a:ext cx="612616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8" name="Equation" r:id="rId7" imgW="2831760" imgH="431640" progId="Equation.DSMT4">
                  <p:embed/>
                </p:oleObj>
              </mc:Choice>
              <mc:Fallback>
                <p:oleObj name="Equation" r:id="rId7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067050"/>
                        <a:ext cx="6126162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2" name="Rectangle 10"/>
          <p:cNvSpPr>
            <a:spLocks noChangeArrowheads="1"/>
          </p:cNvSpPr>
          <p:nvPr/>
        </p:nvSpPr>
        <p:spPr bwMode="auto">
          <a:xfrm>
            <a:off x="395288" y="2308225"/>
            <a:ext cx="688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(3) </a:t>
            </a:r>
          </a:p>
        </p:txBody>
      </p:sp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395288" y="3198813"/>
            <a:ext cx="688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(4) </a:t>
            </a:r>
          </a:p>
        </p:txBody>
      </p:sp>
      <p:sp>
        <p:nvSpPr>
          <p:cNvPr id="156684" name="Rectangle 12"/>
          <p:cNvSpPr>
            <a:spLocks noChangeArrowheads="1"/>
          </p:cNvSpPr>
          <p:nvPr/>
        </p:nvSpPr>
        <p:spPr bwMode="auto">
          <a:xfrm>
            <a:off x="395288" y="712788"/>
            <a:ext cx="688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</a:rPr>
              <a:t>(1) </a:t>
            </a:r>
          </a:p>
        </p:txBody>
      </p:sp>
      <p:graphicFrame>
        <p:nvGraphicFramePr>
          <p:cNvPr id="156685" name="Object 13"/>
          <p:cNvGraphicFramePr>
            <a:graphicFrameLocks noChangeAspect="1"/>
          </p:cNvGraphicFramePr>
          <p:nvPr/>
        </p:nvGraphicFramePr>
        <p:xfrm>
          <a:off x="898525" y="1341438"/>
          <a:ext cx="453707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Equation" r:id="rId9" imgW="2095200" imgH="431640" progId="Equation.DSMT4">
                  <p:embed/>
                </p:oleObj>
              </mc:Choice>
              <mc:Fallback>
                <p:oleObj name="Equation" r:id="rId9" imgW="2095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1341438"/>
                        <a:ext cx="4537075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6" name="Rectangle 14"/>
          <p:cNvSpPr>
            <a:spLocks noChangeArrowheads="1"/>
          </p:cNvSpPr>
          <p:nvPr/>
        </p:nvSpPr>
        <p:spPr bwMode="auto">
          <a:xfrm>
            <a:off x="107950" y="4027488"/>
            <a:ext cx="433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则以上命题中正确的是</a:t>
            </a:r>
            <a:r>
              <a:rPr kumimoji="1" lang="en-US" altLang="zh-CN" sz="2800" b="1"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(    )</a:t>
            </a:r>
          </a:p>
        </p:txBody>
      </p:sp>
      <p:sp>
        <p:nvSpPr>
          <p:cNvPr id="156687" name="Rectangle 15"/>
          <p:cNvSpPr>
            <a:spLocks noChangeArrowheads="1"/>
          </p:cNvSpPr>
          <p:nvPr/>
        </p:nvSpPr>
        <p:spPr bwMode="auto">
          <a:xfrm>
            <a:off x="3832225" y="4048125"/>
            <a:ext cx="42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solidFill>
                  <a:srgbClr val="FF0000"/>
                </a:solidFill>
                <a:latin typeface="Times New Roman" pitchFamily="18" charset="0"/>
                <a:ea typeface="新宋体-18030" pitchFamily="49" charset="-122"/>
                <a:cs typeface="Times New Roman" pitchFamily="18" charset="0"/>
              </a:rPr>
              <a:t>B</a:t>
            </a:r>
          </a:p>
        </p:txBody>
      </p:sp>
      <p:grpSp>
        <p:nvGrpSpPr>
          <p:cNvPr id="156689" name="Group 17"/>
          <p:cNvGrpSpPr>
            <a:grpSpLocks/>
          </p:cNvGrpSpPr>
          <p:nvPr/>
        </p:nvGrpSpPr>
        <p:grpSpPr bwMode="auto">
          <a:xfrm>
            <a:off x="827088" y="6078538"/>
            <a:ext cx="4214812" cy="590550"/>
            <a:chOff x="2351" y="3648"/>
            <a:chExt cx="2655" cy="372"/>
          </a:xfrm>
        </p:grpSpPr>
        <p:sp>
          <p:nvSpPr>
            <p:cNvPr id="156690" name="Text Box 18"/>
            <p:cNvSpPr txBox="1">
              <a:spLocks noChangeArrowheads="1"/>
            </p:cNvSpPr>
            <p:nvPr/>
          </p:nvSpPr>
          <p:spPr bwMode="auto">
            <a:xfrm>
              <a:off x="2351" y="3648"/>
              <a:ext cx="1047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9985" tIns="69992" rIns="139985" bIns="69992">
              <a:spAutoFit/>
            </a:bodyPr>
            <a:lstStyle>
              <a:lvl1pPr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98475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995363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493838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990725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4479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051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3623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195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0" hangingPunct="0"/>
              <a:r>
                <a:rPr kumimoji="0" lang="en-US" altLang="zh-CN" sz="2800">
                  <a:solidFill>
                    <a:srgbClr val="FF0000"/>
                  </a:solidFill>
                  <a:ea typeface="新宋体" pitchFamily="49" charset="-122"/>
                </a:rPr>
                <a:t> </a:t>
              </a:r>
              <a:r>
                <a:rPr kumimoji="0" lang="zh-CN" altLang="en-US" sz="2800" b="1">
                  <a:solidFill>
                    <a:srgbClr val="FF0000"/>
                  </a:solidFill>
                  <a:ea typeface="新宋体" pitchFamily="49" charset="-122"/>
                </a:rPr>
                <a:t>收敛</a:t>
              </a:r>
              <a:endParaRPr kumimoji="0" lang="zh-CN" altLang="en-US" sz="2800">
                <a:solidFill>
                  <a:srgbClr val="FF0000"/>
                </a:solidFill>
                <a:ea typeface="新宋体" pitchFamily="49" charset="-122"/>
              </a:endParaRPr>
            </a:p>
          </p:txBody>
        </p:sp>
        <p:sp>
          <p:nvSpPr>
            <p:cNvPr id="156691" name="Text Box 19"/>
            <p:cNvSpPr txBox="1">
              <a:spLocks noChangeArrowheads="1"/>
            </p:cNvSpPr>
            <p:nvPr/>
          </p:nvSpPr>
          <p:spPr bwMode="auto">
            <a:xfrm>
              <a:off x="3424" y="3663"/>
              <a:ext cx="1582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39985" tIns="69992" rIns="139985" bIns="69992">
              <a:spAutoFit/>
            </a:bodyPr>
            <a:lstStyle>
              <a:lvl1pPr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98475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995363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493838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990725" defTabSz="99536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4479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051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3623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19525" defTabSz="9953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0" hangingPunct="0"/>
              <a:r>
                <a:rPr kumimoji="0" lang="zh-CN" altLang="en-US" sz="2800" b="1">
                  <a:solidFill>
                    <a:srgbClr val="0000FF"/>
                  </a:solidFill>
                  <a:ea typeface="新宋体" pitchFamily="49" charset="-122"/>
                </a:rPr>
                <a:t>加括号后</a:t>
              </a:r>
              <a:r>
                <a:rPr kumimoji="0" lang="zh-CN" altLang="en-US" sz="2800" b="1">
                  <a:solidFill>
                    <a:srgbClr val="FF0000"/>
                  </a:solidFill>
                  <a:ea typeface="新宋体" pitchFamily="49" charset="-122"/>
                </a:rPr>
                <a:t>收敛</a:t>
              </a:r>
              <a:r>
                <a:rPr kumimoji="0" lang="en-US" altLang="zh-CN" sz="2800" b="1">
                  <a:solidFill>
                    <a:srgbClr val="FF0000"/>
                  </a:solidFill>
                  <a:ea typeface="新宋体" pitchFamily="49" charset="-122"/>
                </a:rPr>
                <a:t>.</a:t>
              </a:r>
              <a:endParaRPr kumimoji="0" lang="en-US" altLang="zh-CN" sz="2800">
                <a:solidFill>
                  <a:srgbClr val="FF0000"/>
                </a:solidFill>
                <a:ea typeface="新宋体" pitchFamily="49" charset="-122"/>
              </a:endParaRPr>
            </a:p>
          </p:txBody>
        </p:sp>
        <p:sp>
          <p:nvSpPr>
            <p:cNvPr id="156692" name="AutoShape 20"/>
            <p:cNvSpPr>
              <a:spLocks noChangeArrowheads="1"/>
            </p:cNvSpPr>
            <p:nvPr/>
          </p:nvSpPr>
          <p:spPr bwMode="auto">
            <a:xfrm>
              <a:off x="3012" y="3763"/>
              <a:ext cx="458" cy="152"/>
            </a:xfrm>
            <a:prstGeom prst="rightArrow">
              <a:avLst>
                <a:gd name="adj1" fmla="val 50000"/>
                <a:gd name="adj2" fmla="val 75329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9985" tIns="69992" rIns="139985" bIns="69992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56693" name="Object 21"/>
          <p:cNvGraphicFramePr>
            <a:graphicFrameLocks noChangeAspect="1"/>
          </p:cNvGraphicFramePr>
          <p:nvPr/>
        </p:nvGraphicFramePr>
        <p:xfrm>
          <a:off x="238125" y="5160963"/>
          <a:ext cx="78787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Equation" r:id="rId11" imgW="3657600" imgH="431640" progId="Equation.DSMT4">
                  <p:embed/>
                </p:oleObj>
              </mc:Choice>
              <mc:Fallback>
                <p:oleObj name="Equation" r:id="rId11" imgW="3657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" y="5160963"/>
                        <a:ext cx="7878763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0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23299"/>
              </p:ext>
            </p:extLst>
          </p:nvPr>
        </p:nvGraphicFramePr>
        <p:xfrm>
          <a:off x="139700" y="198438"/>
          <a:ext cx="627221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0" name="Equation" r:id="rId3" imgW="2869920" imgH="228600" progId="Equation.DSMT4">
                  <p:embed/>
                </p:oleObj>
              </mc:Choice>
              <mc:Fallback>
                <p:oleObj name="Equation" r:id="rId3" imgW="286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198438"/>
                        <a:ext cx="6272213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2" name="Object 6"/>
          <p:cNvGraphicFramePr>
            <a:graphicFrameLocks noChangeAspect="1"/>
          </p:cNvGraphicFramePr>
          <p:nvPr/>
        </p:nvGraphicFramePr>
        <p:xfrm>
          <a:off x="611188" y="673100"/>
          <a:ext cx="5616575" cy="386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1" name="Equation" r:id="rId5" imgW="2577960" imgH="1777680" progId="Equation.DSMT4">
                  <p:embed/>
                </p:oleObj>
              </mc:Choice>
              <mc:Fallback>
                <p:oleObj name="Equation" r:id="rId5" imgW="2577960" imgH="1777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673100"/>
                        <a:ext cx="5616575" cy="386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556558"/>
              </p:ext>
            </p:extLst>
          </p:nvPr>
        </p:nvGraphicFramePr>
        <p:xfrm>
          <a:off x="5858297" y="227013"/>
          <a:ext cx="3698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2"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297" y="227013"/>
                        <a:ext cx="3698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4" name="Object 8"/>
          <p:cNvGraphicFramePr>
            <a:graphicFrameLocks noChangeAspect="1"/>
          </p:cNvGraphicFramePr>
          <p:nvPr/>
        </p:nvGraphicFramePr>
        <p:xfrm>
          <a:off x="5078413" y="5969000"/>
          <a:ext cx="22812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3" name="Equation" r:id="rId9" imgW="965160" imgH="228600" progId="Equation.DSMT4">
                  <p:embed/>
                </p:oleObj>
              </mc:Choice>
              <mc:Fallback>
                <p:oleObj name="Equation" r:id="rId9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5969000"/>
                        <a:ext cx="22812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5" name="Object 9"/>
          <p:cNvGraphicFramePr>
            <a:graphicFrameLocks noChangeAspect="1"/>
          </p:cNvGraphicFramePr>
          <p:nvPr/>
        </p:nvGraphicFramePr>
        <p:xfrm>
          <a:off x="611188" y="5680075"/>
          <a:ext cx="42021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4" name="Equation" r:id="rId11" imgW="1777680" imgH="419040" progId="Equation.DSMT4">
                  <p:embed/>
                </p:oleObj>
              </mc:Choice>
              <mc:Fallback>
                <p:oleObj name="Equation" r:id="rId11" imgW="1777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680075"/>
                        <a:ext cx="42021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50825" y="4552950"/>
            <a:ext cx="7780338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9985" tIns="69992" rIns="139985" bIns="69992">
            <a:spAutoFit/>
          </a:bodyPr>
          <a:lstStyle>
            <a:lvl1pPr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98475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95363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93838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90725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479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051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623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195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kumimoji="0" lang="zh-CN" altLang="en-US" sz="2800" b="1">
                <a:solidFill>
                  <a:srgbClr val="FF0000"/>
                </a:solidFill>
                <a:ea typeface="新宋体" pitchFamily="49" charset="-122"/>
              </a:rPr>
              <a:t>性质：</a:t>
            </a:r>
            <a:r>
              <a:rPr kumimoji="0" lang="zh-CN" altLang="en-US" sz="2800" b="1">
                <a:solidFill>
                  <a:srgbClr val="0000FF"/>
                </a:solidFill>
                <a:ea typeface="新宋体" pitchFamily="49" charset="-122"/>
              </a:rPr>
              <a:t>收敛级数</a:t>
            </a:r>
            <a:r>
              <a:rPr kumimoji="0" lang="zh-CN" altLang="en-US" sz="2800" b="1">
                <a:solidFill>
                  <a:srgbClr val="FF00FF"/>
                </a:solidFill>
                <a:ea typeface="新宋体" pitchFamily="49" charset="-122"/>
              </a:rPr>
              <a:t>加括号后所成的级数</a:t>
            </a:r>
            <a:r>
              <a:rPr kumimoji="0" lang="zh-CN" altLang="en-US" sz="2800" b="1">
                <a:solidFill>
                  <a:srgbClr val="0000FF"/>
                </a:solidFill>
                <a:ea typeface="新宋体" pitchFamily="49" charset="-122"/>
              </a:rPr>
              <a:t>仍然收敛；</a:t>
            </a:r>
            <a:endParaRPr kumimoji="0" lang="zh-CN" altLang="en-US" sz="2800" b="1">
              <a:ea typeface="新宋体" pitchFamily="49" charset="-122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1312863" y="5167313"/>
            <a:ext cx="6408737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9985" tIns="69992" rIns="139985" bIns="69992">
            <a:spAutoFit/>
          </a:bodyPr>
          <a:lstStyle>
            <a:lvl1pPr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98475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95363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93838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90725" defTabSz="9953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479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051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623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19525" defTabSz="9953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/>
            <a:r>
              <a:rPr kumimoji="0" lang="zh-CN" altLang="en-US" sz="2800" b="1">
                <a:ea typeface="新宋体" pitchFamily="49" charset="-122"/>
              </a:rPr>
              <a:t>发散级数去括号后</a:t>
            </a:r>
            <a:r>
              <a:rPr kumimoji="0" lang="zh-CN" altLang="en-US" sz="2800" b="1">
                <a:solidFill>
                  <a:srgbClr val="FF00FF"/>
                </a:solidFill>
                <a:ea typeface="新宋体" pitchFamily="49" charset="-122"/>
              </a:rPr>
              <a:t>所成的级数</a:t>
            </a:r>
            <a:r>
              <a:rPr kumimoji="0" lang="zh-CN" altLang="en-US" sz="2800" b="1">
                <a:ea typeface="新宋体" pitchFamily="49" charset="-122"/>
              </a:rPr>
              <a:t>仍发散</a:t>
            </a:r>
            <a:r>
              <a:rPr kumimoji="0" lang="en-US" altLang="zh-CN" sz="2800" b="1">
                <a:ea typeface="新宋体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89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6" grpId="0"/>
      <p:bldP spid="15770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599435"/>
              </p:ext>
            </p:extLst>
          </p:nvPr>
        </p:nvGraphicFramePr>
        <p:xfrm>
          <a:off x="157163" y="236538"/>
          <a:ext cx="64547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2" name="Equation" r:id="rId3" imgW="3035160" imgH="279360" progId="Equation.DSMT4">
                  <p:embed/>
                </p:oleObj>
              </mc:Choice>
              <mc:Fallback>
                <p:oleObj name="Equation" r:id="rId3" imgW="3035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236538"/>
                        <a:ext cx="64547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5"/>
          <p:cNvGraphicFramePr>
            <a:graphicFrameLocks noChangeAspect="1"/>
          </p:cNvGraphicFramePr>
          <p:nvPr/>
        </p:nvGraphicFramePr>
        <p:xfrm>
          <a:off x="323850" y="749300"/>
          <a:ext cx="85185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3" name="Equation" r:id="rId5" imgW="4178160" imgH="431640" progId="Equation.DSMT4">
                  <p:embed/>
                </p:oleObj>
              </mc:Choice>
              <mc:Fallback>
                <p:oleObj name="Equation" r:id="rId5" imgW="417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749300"/>
                        <a:ext cx="85185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6"/>
          <p:cNvGraphicFramePr>
            <a:graphicFrameLocks noChangeAspect="1"/>
          </p:cNvGraphicFramePr>
          <p:nvPr/>
        </p:nvGraphicFramePr>
        <p:xfrm>
          <a:off x="273050" y="1601788"/>
          <a:ext cx="876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4" name="Equation" r:id="rId7" imgW="4254480" imgH="431640" progId="Equation.DSMT4">
                  <p:embed/>
                </p:oleObj>
              </mc:Choice>
              <mc:Fallback>
                <p:oleObj name="Equation" r:id="rId7" imgW="4254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1601788"/>
                        <a:ext cx="8763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057111"/>
              </p:ext>
            </p:extLst>
          </p:nvPr>
        </p:nvGraphicFramePr>
        <p:xfrm>
          <a:off x="6074321" y="295275"/>
          <a:ext cx="369887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5" name="Equation" r:id="rId9" imgW="164880" imgH="177480" progId="Equation.DSMT4">
                  <p:embed/>
                </p:oleObj>
              </mc:Choice>
              <mc:Fallback>
                <p:oleObj name="Equation" r:id="rId9" imgW="164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321" y="295275"/>
                        <a:ext cx="369887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29" name="Group 9"/>
          <p:cNvGrpSpPr>
            <a:grpSpLocks/>
          </p:cNvGrpSpPr>
          <p:nvPr/>
        </p:nvGrpSpPr>
        <p:grpSpPr bwMode="auto">
          <a:xfrm>
            <a:off x="354013" y="2565400"/>
            <a:ext cx="7673975" cy="4122738"/>
            <a:chOff x="158" y="155"/>
            <a:chExt cx="4834" cy="2597"/>
          </a:xfrm>
        </p:grpSpPr>
        <p:sp>
          <p:nvSpPr>
            <p:cNvPr id="158730" name="Text Box 10"/>
            <p:cNvSpPr txBox="1">
              <a:spLocks noChangeArrowheads="1"/>
            </p:cNvSpPr>
            <p:nvPr/>
          </p:nvSpPr>
          <p:spPr bwMode="auto">
            <a:xfrm>
              <a:off x="158" y="155"/>
              <a:ext cx="3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" pitchFamily="49" charset="-122"/>
                </a:rPr>
                <a:t>比较审敛法的</a:t>
              </a:r>
              <a:r>
                <a:rPr kumimoji="1" lang="zh-CN" altLang="en-US" sz="28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" pitchFamily="49" charset="-122"/>
                </a:rPr>
                <a:t>极限</a:t>
              </a: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" pitchFamily="49" charset="-122"/>
                </a:rPr>
                <a:t>形式</a:t>
              </a:r>
              <a:r>
                <a:rPr kumimoji="1"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" pitchFamily="49" charset="-122"/>
                </a:rPr>
                <a:t>:</a:t>
              </a:r>
            </a:p>
          </p:txBody>
        </p:sp>
        <p:sp>
          <p:nvSpPr>
            <p:cNvPr id="158731" name="Rectangle 11"/>
            <p:cNvSpPr>
              <a:spLocks noChangeArrowheads="1"/>
            </p:cNvSpPr>
            <p:nvPr/>
          </p:nvSpPr>
          <p:spPr bwMode="auto">
            <a:xfrm>
              <a:off x="3132" y="1121"/>
              <a:ext cx="18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kumimoji="1" lang="zh-CN" altLang="en-US" sz="2800" b="1">
                  <a:solidFill>
                    <a:srgbClr val="FF00FF"/>
                  </a:solidFill>
                  <a:latin typeface="Times New Roman" pitchFamily="18" charset="0"/>
                  <a:ea typeface="新宋体" pitchFamily="49" charset="-122"/>
                </a:rPr>
                <a:t>有相同的敛散性；</a:t>
              </a:r>
            </a:p>
          </p:txBody>
        </p:sp>
        <p:graphicFrame>
          <p:nvGraphicFramePr>
            <p:cNvPr id="158732" name="Object 12"/>
            <p:cNvGraphicFramePr>
              <a:graphicFrameLocks noChangeAspect="1"/>
            </p:cNvGraphicFramePr>
            <p:nvPr/>
          </p:nvGraphicFramePr>
          <p:xfrm>
            <a:off x="249" y="1132"/>
            <a:ext cx="1749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6" name="Equation" r:id="rId11" imgW="1180800" imgH="215640" progId="Equation.DSMT4">
                    <p:embed/>
                  </p:oleObj>
                </mc:Choice>
                <mc:Fallback>
                  <p:oleObj name="Equation" r:id="rId11" imgW="11808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1132"/>
                          <a:ext cx="1749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33" name="Object 13"/>
            <p:cNvGraphicFramePr>
              <a:graphicFrameLocks noChangeAspect="1"/>
            </p:cNvGraphicFramePr>
            <p:nvPr/>
          </p:nvGraphicFramePr>
          <p:xfrm>
            <a:off x="275" y="1677"/>
            <a:ext cx="127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7" name="Equation" r:id="rId13" imgW="838080" imgH="215640" progId="Equation.DSMT4">
                    <p:embed/>
                  </p:oleObj>
                </mc:Choice>
                <mc:Fallback>
                  <p:oleObj name="Equation" r:id="rId13" imgW="8380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" y="1677"/>
                          <a:ext cx="1270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34" name="Object 14"/>
            <p:cNvGraphicFramePr>
              <a:graphicFrameLocks noChangeAspect="1"/>
            </p:cNvGraphicFramePr>
            <p:nvPr/>
          </p:nvGraphicFramePr>
          <p:xfrm>
            <a:off x="276" y="2283"/>
            <a:ext cx="145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8" name="Equation" r:id="rId15" imgW="977760" imgH="215640" progId="Equation.DSMT4">
                    <p:embed/>
                  </p:oleObj>
                </mc:Choice>
                <mc:Fallback>
                  <p:oleObj name="Equation" r:id="rId15" imgW="9777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2283"/>
                          <a:ext cx="145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35" name="Object 15"/>
            <p:cNvGraphicFramePr>
              <a:graphicFrameLocks noChangeAspect="1"/>
            </p:cNvGraphicFramePr>
            <p:nvPr/>
          </p:nvGraphicFramePr>
          <p:xfrm>
            <a:off x="2951" y="1511"/>
            <a:ext cx="1406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9" name="Equation" r:id="rId17" imgW="863280" imgH="431640" progId="Equation.DSMT4">
                    <p:embed/>
                  </p:oleObj>
                </mc:Choice>
                <mc:Fallback>
                  <p:oleObj name="Equation" r:id="rId17" imgW="8632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1511"/>
                          <a:ext cx="1406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36" name="Object 16"/>
            <p:cNvGraphicFramePr>
              <a:graphicFrameLocks noChangeAspect="1"/>
            </p:cNvGraphicFramePr>
            <p:nvPr/>
          </p:nvGraphicFramePr>
          <p:xfrm>
            <a:off x="3016" y="442"/>
            <a:ext cx="1588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0" name="Equation" r:id="rId19" imgW="1041120" imgH="444240" progId="Equation.DSMT4">
                    <p:embed/>
                  </p:oleObj>
                </mc:Choice>
                <mc:Fallback>
                  <p:oleObj name="Equation" r:id="rId19" imgW="10411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442"/>
                          <a:ext cx="1588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8737" name="Rectangle 17"/>
            <p:cNvSpPr>
              <a:spLocks noChangeArrowheads="1"/>
            </p:cNvSpPr>
            <p:nvPr/>
          </p:nvSpPr>
          <p:spPr bwMode="auto">
            <a:xfrm>
              <a:off x="2961" y="55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800" b="1">
                  <a:solidFill>
                    <a:srgbClr val="000000"/>
                  </a:solidFill>
                  <a:latin typeface="Times New Roman" pitchFamily="18" charset="0"/>
                  <a:ea typeface="新宋体" pitchFamily="49" charset="-122"/>
                </a:rPr>
                <a:t>,</a:t>
              </a:r>
              <a:endParaRPr kumimoji="1" lang="en-US" altLang="zh-CN" sz="2800" b="1">
                <a:latin typeface="Times New Roman" pitchFamily="18" charset="0"/>
                <a:ea typeface="新宋体" pitchFamily="49" charset="-122"/>
              </a:endParaRPr>
            </a:p>
          </p:txBody>
        </p:sp>
        <p:sp>
          <p:nvSpPr>
            <p:cNvPr id="158738" name="Rectangle 18"/>
            <p:cNvSpPr>
              <a:spLocks noChangeArrowheads="1"/>
            </p:cNvSpPr>
            <p:nvPr/>
          </p:nvSpPr>
          <p:spPr bwMode="auto">
            <a:xfrm>
              <a:off x="1595" y="592"/>
              <a:ext cx="13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800" b="1">
                  <a:solidFill>
                    <a:srgbClr val="000000"/>
                  </a:solidFill>
                  <a:latin typeface="Times New Roman" pitchFamily="18" charset="0"/>
                  <a:ea typeface="新宋体" pitchFamily="49" charset="-122"/>
                </a:rPr>
                <a:t>都是</a:t>
              </a:r>
              <a:r>
                <a:rPr kumimoji="1" lang="zh-CN" altLang="en-US" sz="2800" b="1">
                  <a:solidFill>
                    <a:srgbClr val="FF0066"/>
                  </a:solidFill>
                  <a:latin typeface="Times New Roman" pitchFamily="18" charset="0"/>
                  <a:ea typeface="新宋体" pitchFamily="49" charset="-122"/>
                </a:rPr>
                <a:t>正项级数</a:t>
              </a:r>
            </a:p>
          </p:txBody>
        </p:sp>
        <p:graphicFrame>
          <p:nvGraphicFramePr>
            <p:cNvPr id="158739" name="Object 19"/>
            <p:cNvGraphicFramePr>
              <a:graphicFrameLocks noChangeAspect="1"/>
            </p:cNvGraphicFramePr>
            <p:nvPr/>
          </p:nvGraphicFramePr>
          <p:xfrm>
            <a:off x="158" y="466"/>
            <a:ext cx="1452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1" name="Equation" r:id="rId21" imgW="990360" imgH="431640" progId="Equation.DSMT4">
                    <p:embed/>
                  </p:oleObj>
                </mc:Choice>
                <mc:Fallback>
                  <p:oleObj name="Equation" r:id="rId21" imgW="9903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466"/>
                          <a:ext cx="1452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40" name="Object 20"/>
            <p:cNvGraphicFramePr>
              <a:graphicFrameLocks noChangeAspect="1"/>
            </p:cNvGraphicFramePr>
            <p:nvPr/>
          </p:nvGraphicFramePr>
          <p:xfrm>
            <a:off x="2996" y="2101"/>
            <a:ext cx="1225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2" name="Equation" r:id="rId23" imgW="850680" imgH="431640" progId="Equation.DSMT4">
                    <p:embed/>
                  </p:oleObj>
                </mc:Choice>
                <mc:Fallback>
                  <p:oleObj name="Equation" r:id="rId23" imgW="850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" y="2101"/>
                          <a:ext cx="1225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41" name="Object 21"/>
            <p:cNvGraphicFramePr>
              <a:graphicFrameLocks noChangeAspect="1"/>
            </p:cNvGraphicFramePr>
            <p:nvPr/>
          </p:nvGraphicFramePr>
          <p:xfrm>
            <a:off x="1681" y="2101"/>
            <a:ext cx="1315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3" name="Equation" r:id="rId25" imgW="863280" imgH="431640" progId="Equation.DSMT4">
                    <p:embed/>
                  </p:oleObj>
                </mc:Choice>
                <mc:Fallback>
                  <p:oleObj name="Equation" r:id="rId25" imgW="8632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1" y="2101"/>
                          <a:ext cx="1315" cy="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42" name="Object 22"/>
            <p:cNvGraphicFramePr>
              <a:graphicFrameLocks noChangeAspect="1"/>
            </p:cNvGraphicFramePr>
            <p:nvPr/>
          </p:nvGraphicFramePr>
          <p:xfrm>
            <a:off x="1590" y="1521"/>
            <a:ext cx="1361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4" name="Equation" r:id="rId27" imgW="863280" imgH="431640" progId="Equation.DSMT4">
                    <p:embed/>
                  </p:oleObj>
                </mc:Choice>
                <mc:Fallback>
                  <p:oleObj name="Equation" r:id="rId27" imgW="8632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0" y="1521"/>
                          <a:ext cx="1361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43" name="Object 23"/>
            <p:cNvGraphicFramePr>
              <a:graphicFrameLocks noChangeAspect="1"/>
            </p:cNvGraphicFramePr>
            <p:nvPr/>
          </p:nvGraphicFramePr>
          <p:xfrm>
            <a:off x="2089" y="981"/>
            <a:ext cx="1043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5" name="Equation" r:id="rId29" imgW="838080" imgH="431640" progId="Equation.DSMT4">
                    <p:embed/>
                  </p:oleObj>
                </mc:Choice>
                <mc:Fallback>
                  <p:oleObj name="Equation" r:id="rId29" imgW="8380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981"/>
                          <a:ext cx="1043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8849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79388" y="188913"/>
            <a:ext cx="8353425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itchFamily="18" charset="0"/>
                <a:ea typeface="新宋体" pitchFamily="49" charset="-122"/>
              </a:rPr>
              <a:t>8</a:t>
            </a:r>
            <a:r>
              <a:rPr kumimoji="1" lang="zh-CN" altLang="en-US" sz="2800" b="1" dirty="0" smtClean="0">
                <a:latin typeface="Times New Roman" pitchFamily="18" charset="0"/>
                <a:ea typeface="新宋体" pitchFamily="49" charset="-122"/>
              </a:rPr>
              <a:t>、</a:t>
            </a:r>
            <a:r>
              <a:rPr kumimoji="1" lang="zh-CN" altLang="en-US" sz="2800" b="1" dirty="0" smtClean="0">
                <a:latin typeface="Times New Roman" pitchFamily="18" charset="0"/>
                <a:ea typeface="新宋体" pitchFamily="49" charset="-122"/>
              </a:rPr>
              <a:t>级数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的部分和数列有界是级数收敛的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(       )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条件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(</a:t>
            </a:r>
            <a:r>
              <a:rPr kumimoji="1" lang="en-US" altLang="zh-CN" sz="2800" b="1" i="1" dirty="0">
                <a:latin typeface="Times New Roman" pitchFamily="18" charset="0"/>
                <a:ea typeface="新宋体" pitchFamily="49" charset="-122"/>
              </a:rPr>
              <a:t>A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)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充分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;  (</a:t>
            </a:r>
            <a:r>
              <a:rPr kumimoji="1" lang="en-US" altLang="zh-CN" sz="2800" b="1" i="1" dirty="0">
                <a:latin typeface="Times New Roman" pitchFamily="18" charset="0"/>
                <a:ea typeface="新宋体" pitchFamily="49" charset="-122"/>
              </a:rPr>
              <a:t>B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)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必要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;  (</a:t>
            </a:r>
            <a:r>
              <a:rPr kumimoji="1" lang="en-US" altLang="zh-CN" sz="2800" b="1" i="1" dirty="0">
                <a:latin typeface="Times New Roman" pitchFamily="18" charset="0"/>
                <a:ea typeface="新宋体" pitchFamily="49" charset="-122"/>
              </a:rPr>
              <a:t>C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) 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充要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;  (</a:t>
            </a:r>
            <a:r>
              <a:rPr kumimoji="1" lang="en-US" altLang="zh-CN" sz="2800" b="1" i="1" dirty="0">
                <a:latin typeface="Times New Roman" pitchFamily="18" charset="0"/>
                <a:ea typeface="新宋体" pitchFamily="49" charset="-122"/>
              </a:rPr>
              <a:t>D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)</a:t>
            </a:r>
            <a:r>
              <a:rPr kumimoji="1" lang="zh-CN" altLang="en-US" sz="2800" b="1" dirty="0">
                <a:latin typeface="Times New Roman" pitchFamily="18" charset="0"/>
                <a:ea typeface="新宋体" pitchFamily="49" charset="-122"/>
              </a:rPr>
              <a:t>既不充分也不必要</a:t>
            </a:r>
            <a:r>
              <a:rPr kumimoji="1" lang="en-US" altLang="zh-CN" sz="2800" b="1" dirty="0">
                <a:latin typeface="Times New Roman" pitchFamily="18" charset="0"/>
                <a:ea typeface="新宋体" pitchFamily="49" charset="-122"/>
              </a:rPr>
              <a:t>.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260890"/>
              </p:ext>
            </p:extLst>
          </p:nvPr>
        </p:nvGraphicFramePr>
        <p:xfrm>
          <a:off x="6661051" y="236538"/>
          <a:ext cx="5032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2" name="Equation" r:id="rId3" imgW="164880" imgH="164880" progId="Equation.DSMT4">
                  <p:embed/>
                </p:oleObj>
              </mc:Choice>
              <mc:Fallback>
                <p:oleObj name="Equation" r:id="rId3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051" y="236538"/>
                        <a:ext cx="5032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1708150" y="1660525"/>
          <a:ext cx="179863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3" name="Equation" r:id="rId5" imgW="901440" imgH="253800" progId="Equation.DSMT4">
                  <p:embed/>
                </p:oleObj>
              </mc:Choice>
              <mc:Fallback>
                <p:oleObj name="Equation" r:id="rId5" imgW="9014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660525"/>
                        <a:ext cx="1798638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Object 7"/>
          <p:cNvGraphicFramePr>
            <a:graphicFrameLocks noChangeAspect="1"/>
          </p:cNvGraphicFramePr>
          <p:nvPr/>
        </p:nvGraphicFramePr>
        <p:xfrm>
          <a:off x="3506788" y="1700213"/>
          <a:ext cx="26638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4" name="Equation" r:id="rId7" imgW="1244520" imgH="228600" progId="Equation.DSMT4">
                  <p:embed/>
                </p:oleObj>
              </mc:Choice>
              <mc:Fallback>
                <p:oleObj name="Equation" r:id="rId7" imgW="124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8" y="1700213"/>
                        <a:ext cx="26638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8"/>
          <p:cNvGraphicFramePr>
            <a:graphicFrameLocks noChangeAspect="1"/>
          </p:cNvGraphicFramePr>
          <p:nvPr/>
        </p:nvGraphicFramePr>
        <p:xfrm>
          <a:off x="6146800" y="1658938"/>
          <a:ext cx="257651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5" name="Equation" r:id="rId9" imgW="1117440" imgH="228600" progId="Equation.DSMT4">
                  <p:embed/>
                </p:oleObj>
              </mc:Choice>
              <mc:Fallback>
                <p:oleObj name="Equation" r:id="rId9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58938"/>
                        <a:ext cx="2576513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3" name="Object 9"/>
          <p:cNvGraphicFramePr>
            <a:graphicFrameLocks noChangeAspect="1"/>
          </p:cNvGraphicFramePr>
          <p:nvPr/>
        </p:nvGraphicFramePr>
        <p:xfrm>
          <a:off x="268288" y="1484313"/>
          <a:ext cx="1511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6" name="Equation" r:id="rId11" imgW="660240" imgH="393480" progId="Equation.DSMT4">
                  <p:embed/>
                </p:oleObj>
              </mc:Choice>
              <mc:Fallback>
                <p:oleObj name="Equation" r:id="rId11" imgW="660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1484313"/>
                        <a:ext cx="15113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2" name="Text Box 18"/>
          <p:cNvSpPr txBox="1">
            <a:spLocks noChangeArrowheads="1"/>
          </p:cNvSpPr>
          <p:nvPr/>
        </p:nvSpPr>
        <p:spPr bwMode="auto">
          <a:xfrm>
            <a:off x="250825" y="2582863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FF"/>
                </a:solidFill>
                <a:latin typeface="Times New Roman" pitchFamily="18" charset="0"/>
                <a:ea typeface="新宋体" pitchFamily="49" charset="-122"/>
              </a:rPr>
              <a:t>定理</a:t>
            </a:r>
            <a:r>
              <a:rPr kumimoji="1" lang="en-US" altLang="zh-CN" sz="2800" b="1">
                <a:solidFill>
                  <a:srgbClr val="FF00FF"/>
                </a:solidFill>
                <a:latin typeface="Times New Roman" pitchFamily="18" charset="0"/>
                <a:ea typeface="新宋体" pitchFamily="49" charset="-122"/>
              </a:rPr>
              <a:t>1</a:t>
            </a:r>
          </a:p>
        </p:txBody>
      </p:sp>
      <p:graphicFrame>
        <p:nvGraphicFramePr>
          <p:cNvPr id="159763" name="Object 19"/>
          <p:cNvGraphicFramePr>
            <a:graphicFrameLocks noChangeAspect="1"/>
          </p:cNvGraphicFramePr>
          <p:nvPr/>
        </p:nvGraphicFramePr>
        <p:xfrm>
          <a:off x="3443288" y="2625725"/>
          <a:ext cx="7921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7" name="Equation" r:id="rId13" imgW="215640" imgH="152280" progId="Equation.3">
                  <p:embed/>
                </p:oleObj>
              </mc:Choice>
              <mc:Fallback>
                <p:oleObj name="Equation" r:id="rId13" imgW="21564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2625725"/>
                        <a:ext cx="7921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4" name="Rectangle 20"/>
          <p:cNvSpPr>
            <a:spLocks noChangeArrowheads="1"/>
          </p:cNvSpPr>
          <p:nvPr/>
        </p:nvSpPr>
        <p:spPr bwMode="auto">
          <a:xfrm>
            <a:off x="250825" y="2492375"/>
            <a:ext cx="8267700" cy="762000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65" name="Text Box 21"/>
          <p:cNvSpPr txBox="1">
            <a:spLocks noChangeArrowheads="1"/>
          </p:cNvSpPr>
          <p:nvPr/>
        </p:nvSpPr>
        <p:spPr bwMode="auto">
          <a:xfrm>
            <a:off x="1241425" y="25828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66"/>
                </a:solidFill>
                <a:latin typeface="Times New Roman" pitchFamily="18" charset="0"/>
                <a:ea typeface="新宋体" pitchFamily="49" charset="-122"/>
              </a:rPr>
              <a:t>正项级数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新宋体" pitchFamily="49" charset="-122"/>
              </a:rPr>
              <a:t>收敛</a:t>
            </a:r>
          </a:p>
        </p:txBody>
      </p:sp>
      <p:grpSp>
        <p:nvGrpSpPr>
          <p:cNvPr id="159766" name="Group 22"/>
          <p:cNvGrpSpPr>
            <a:grpSpLocks/>
          </p:cNvGrpSpPr>
          <p:nvPr/>
        </p:nvGrpSpPr>
        <p:grpSpPr bwMode="auto">
          <a:xfrm>
            <a:off x="3984625" y="2517775"/>
            <a:ext cx="4619625" cy="738188"/>
            <a:chOff x="2700" y="3148"/>
            <a:chExt cx="2910" cy="465"/>
          </a:xfrm>
        </p:grpSpPr>
        <p:sp>
          <p:nvSpPr>
            <p:cNvPr id="159767" name="Text Box 23"/>
            <p:cNvSpPr txBox="1">
              <a:spLocks noChangeArrowheads="1"/>
            </p:cNvSpPr>
            <p:nvPr/>
          </p:nvSpPr>
          <p:spPr bwMode="auto">
            <a:xfrm>
              <a:off x="2700" y="3189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Times New Roman" pitchFamily="18" charset="0"/>
                  <a:ea typeface="新宋体" pitchFamily="49" charset="-122"/>
                </a:rPr>
                <a:t>部分和</a:t>
              </a:r>
              <a:r>
                <a:rPr kumimoji="1" lang="zh-CN" altLang="en-US" sz="2800" b="1">
                  <a:latin typeface="Times New Roman" pitchFamily="18" charset="0"/>
                  <a:ea typeface="新宋体" pitchFamily="49" charset="-122"/>
                </a:rPr>
                <a:t>所成的数列</a:t>
              </a:r>
            </a:p>
          </p:txBody>
        </p:sp>
        <p:sp>
          <p:nvSpPr>
            <p:cNvPr id="159768" name="Text Box 24"/>
            <p:cNvSpPr txBox="1">
              <a:spLocks noChangeArrowheads="1"/>
            </p:cNvSpPr>
            <p:nvPr/>
          </p:nvSpPr>
          <p:spPr bwMode="auto">
            <a:xfrm>
              <a:off x="4890" y="3221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Times New Roman" pitchFamily="18" charset="0"/>
                  <a:ea typeface="新宋体" pitchFamily="49" charset="-122"/>
                </a:rPr>
                <a:t>有界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itchFamily="18" charset="0"/>
                  <a:ea typeface="新宋体" pitchFamily="49" charset="-122"/>
                </a:rPr>
                <a:t>.</a:t>
              </a:r>
            </a:p>
          </p:txBody>
        </p:sp>
        <p:graphicFrame>
          <p:nvGraphicFramePr>
            <p:cNvPr id="159769" name="Object 25"/>
            <p:cNvGraphicFramePr>
              <a:graphicFrameLocks noChangeAspect="1"/>
            </p:cNvGraphicFramePr>
            <p:nvPr/>
          </p:nvGraphicFramePr>
          <p:xfrm>
            <a:off x="4451" y="3148"/>
            <a:ext cx="561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" name="Equation" r:id="rId15" imgW="317160" imgH="228600" progId="Equation.DSMT4">
                    <p:embed/>
                  </p:oleObj>
                </mc:Choice>
                <mc:Fallback>
                  <p:oleObj name="Equation" r:id="rId15" imgW="317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3148"/>
                          <a:ext cx="561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977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757849"/>
              </p:ext>
            </p:extLst>
          </p:nvPr>
        </p:nvGraphicFramePr>
        <p:xfrm>
          <a:off x="250825" y="3573463"/>
          <a:ext cx="859631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" name="Equation" r:id="rId17" imgW="3530520" imgH="634680" progId="Equation.DSMT4">
                  <p:embed/>
                </p:oleObj>
              </mc:Choice>
              <mc:Fallback>
                <p:oleObj name="Equation" r:id="rId17" imgW="353052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73463"/>
                        <a:ext cx="859631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733776"/>
              </p:ext>
            </p:extLst>
          </p:nvPr>
        </p:nvGraphicFramePr>
        <p:xfrm>
          <a:off x="4330824" y="3778250"/>
          <a:ext cx="457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" name="Equation" r:id="rId19" imgW="164880" imgH="164880" progId="Equation.DSMT4">
                  <p:embed/>
                </p:oleObj>
              </mc:Choice>
              <mc:Fallback>
                <p:oleObj name="Equation" r:id="rId19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824" y="3778250"/>
                        <a:ext cx="4572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9772" name="Group 28"/>
          <p:cNvGrpSpPr>
            <a:grpSpLocks/>
          </p:cNvGrpSpPr>
          <p:nvPr/>
        </p:nvGrpSpPr>
        <p:grpSpPr bwMode="auto">
          <a:xfrm>
            <a:off x="684213" y="5275263"/>
            <a:ext cx="7464425" cy="1033462"/>
            <a:chOff x="584" y="2341"/>
            <a:chExt cx="4702" cy="651"/>
          </a:xfrm>
        </p:grpSpPr>
        <p:graphicFrame>
          <p:nvGraphicFramePr>
            <p:cNvPr id="159773" name="Object 29"/>
            <p:cNvGraphicFramePr>
              <a:graphicFrameLocks noChangeAspect="1"/>
            </p:cNvGraphicFramePr>
            <p:nvPr/>
          </p:nvGraphicFramePr>
          <p:xfrm>
            <a:off x="584" y="2362"/>
            <a:ext cx="753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1" name="Equation" r:id="rId21" imgW="520560" imgH="431640" progId="Equation.DSMT4">
                    <p:embed/>
                  </p:oleObj>
                </mc:Choice>
                <mc:Fallback>
                  <p:oleObj name="Equation" r:id="rId21" imgW="5205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" y="2362"/>
                          <a:ext cx="753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 cmpd="dbl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774" name="Object 30"/>
            <p:cNvGraphicFramePr>
              <a:graphicFrameLocks noChangeAspect="1"/>
            </p:cNvGraphicFramePr>
            <p:nvPr/>
          </p:nvGraphicFramePr>
          <p:xfrm>
            <a:off x="1655" y="2341"/>
            <a:ext cx="862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2" name="Equation" r:id="rId23" imgW="571320" imgH="431640" progId="Equation.DSMT4">
                    <p:embed/>
                  </p:oleObj>
                </mc:Choice>
                <mc:Fallback>
                  <p:oleObj name="Equation" r:id="rId23" imgW="571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341"/>
                          <a:ext cx="862" cy="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75" name="Rectangle 31"/>
            <p:cNvSpPr>
              <a:spLocks noChangeArrowheads="1"/>
            </p:cNvSpPr>
            <p:nvPr/>
          </p:nvSpPr>
          <p:spPr bwMode="auto">
            <a:xfrm>
              <a:off x="2381" y="2477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-18030" pitchFamily="49" charset="-122"/>
                </a:rPr>
                <a:t>收敛</a:t>
              </a:r>
            </a:p>
          </p:txBody>
        </p:sp>
        <p:graphicFrame>
          <p:nvGraphicFramePr>
            <p:cNvPr id="159776" name="Object 32"/>
            <p:cNvGraphicFramePr>
              <a:graphicFrameLocks noChangeAspect="1"/>
            </p:cNvGraphicFramePr>
            <p:nvPr/>
          </p:nvGraphicFramePr>
          <p:xfrm>
            <a:off x="3063" y="2344"/>
            <a:ext cx="2223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3" name="Equation" r:id="rId25" imgW="1688760" imgH="431640" progId="Equation.DSMT4">
                    <p:embed/>
                  </p:oleObj>
                </mc:Choice>
                <mc:Fallback>
                  <p:oleObj name="Equation" r:id="rId25" imgW="16887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3" y="2344"/>
                          <a:ext cx="2223" cy="6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77" name="Rectangle 33"/>
            <p:cNvSpPr>
              <a:spLocks noChangeArrowheads="1"/>
            </p:cNvSpPr>
            <p:nvPr/>
          </p:nvSpPr>
          <p:spPr bwMode="auto">
            <a:xfrm>
              <a:off x="1111" y="2478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新宋体-18030" pitchFamily="49" charset="-122"/>
                </a:rPr>
                <a:t>收敛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691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62" grpId="0"/>
      <p:bldP spid="159764" grpId="0" animBg="1"/>
      <p:bldP spid="1597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Text Box 2"/>
          <p:cNvSpPr txBox="1">
            <a:spLocks noChangeArrowheads="1"/>
          </p:cNvSpPr>
          <p:nvPr/>
        </p:nvSpPr>
        <p:spPr bwMode="auto">
          <a:xfrm>
            <a:off x="457200" y="152400"/>
            <a:ext cx="3898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10</a:t>
            </a:r>
            <a:r>
              <a:rPr lang="zh-CN" altLang="en-US" sz="2400" b="1" dirty="0" smtClean="0"/>
              <a:t>、</a:t>
            </a:r>
            <a:r>
              <a:rPr lang="zh-CN" altLang="en-US" sz="2400" b="1" dirty="0" smtClean="0"/>
              <a:t>求</a:t>
            </a:r>
            <a:r>
              <a:rPr lang="zh-CN" altLang="en-US" sz="2400" b="1" dirty="0"/>
              <a:t>下列幂级数的和函数</a:t>
            </a:r>
          </a:p>
        </p:txBody>
      </p:sp>
      <p:graphicFrame>
        <p:nvGraphicFramePr>
          <p:cNvPr id="7393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457935"/>
              </p:ext>
            </p:extLst>
          </p:nvPr>
        </p:nvGraphicFramePr>
        <p:xfrm>
          <a:off x="1259632" y="476672"/>
          <a:ext cx="3113774" cy="1195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6" name="Equation" r:id="rId3" imgW="1231560" imgH="457200" progId="Equation.DSMT4">
                  <p:embed/>
                </p:oleObj>
              </mc:Choice>
              <mc:Fallback>
                <p:oleObj name="Equation" r:id="rId3" imgW="1231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76672"/>
                        <a:ext cx="3113774" cy="1195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231385"/>
              </p:ext>
            </p:extLst>
          </p:nvPr>
        </p:nvGraphicFramePr>
        <p:xfrm>
          <a:off x="1135063" y="1484784"/>
          <a:ext cx="2916442" cy="1278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7" name="Equation" r:id="rId5" imgW="1257120" imgH="533160" progId="Equation.DSMT4">
                  <p:embed/>
                </p:oleObj>
              </mc:Choice>
              <mc:Fallback>
                <p:oleObj name="Equation" r:id="rId5" imgW="12571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1484784"/>
                        <a:ext cx="2916442" cy="1278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48" name="Text Box 20"/>
          <p:cNvSpPr txBox="1">
            <a:spLocks noChangeArrowheads="1"/>
          </p:cNvSpPr>
          <p:nvPr/>
        </p:nvSpPr>
        <p:spPr bwMode="auto">
          <a:xfrm>
            <a:off x="4556125" y="843732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容易求得</a:t>
            </a:r>
          </a:p>
        </p:txBody>
      </p:sp>
      <p:graphicFrame>
        <p:nvGraphicFramePr>
          <p:cNvPr id="7393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474878"/>
              </p:ext>
            </p:extLst>
          </p:nvPr>
        </p:nvGraphicFramePr>
        <p:xfrm>
          <a:off x="6012160" y="792138"/>
          <a:ext cx="2555306" cy="569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8" name="Equation" r:id="rId7" imgW="939600" imgH="203040" progId="Equation.DSMT4">
                  <p:embed/>
                </p:oleObj>
              </mc:Choice>
              <mc:Fallback>
                <p:oleObj name="Equation" r:id="rId7" imgW="939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792138"/>
                        <a:ext cx="2555306" cy="569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22946"/>
              </p:ext>
            </p:extLst>
          </p:nvPr>
        </p:nvGraphicFramePr>
        <p:xfrm>
          <a:off x="3806825" y="1713738"/>
          <a:ext cx="2180543" cy="106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9" name="Equation" r:id="rId9" imgW="939600" imgH="444240" progId="Equation.DSMT4">
                  <p:embed/>
                </p:oleObj>
              </mc:Choice>
              <mc:Fallback>
                <p:oleObj name="Equation" r:id="rId9" imgW="939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1713738"/>
                        <a:ext cx="2180543" cy="106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067975"/>
              </p:ext>
            </p:extLst>
          </p:nvPr>
        </p:nvGraphicFramePr>
        <p:xfrm>
          <a:off x="5724128" y="1713738"/>
          <a:ext cx="2799673" cy="106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0" name="Equation" r:id="rId11" imgW="1206360" imgH="444240" progId="Equation.DSMT4">
                  <p:embed/>
                </p:oleObj>
              </mc:Choice>
              <mc:Fallback>
                <p:oleObj name="Equation" r:id="rId11" imgW="1206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1713738"/>
                        <a:ext cx="2799673" cy="106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366147"/>
              </p:ext>
            </p:extLst>
          </p:nvPr>
        </p:nvGraphicFramePr>
        <p:xfrm>
          <a:off x="1115616" y="2849960"/>
          <a:ext cx="852665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1" name="Equation" r:id="rId13" imgW="368280" imgH="228600" progId="Equation.DSMT4">
                  <p:embed/>
                </p:oleObj>
              </mc:Choice>
              <mc:Fallback>
                <p:oleObj name="Equation" r:id="rId13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849960"/>
                        <a:ext cx="852665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715109"/>
              </p:ext>
            </p:extLst>
          </p:nvPr>
        </p:nvGraphicFramePr>
        <p:xfrm>
          <a:off x="1763688" y="2636912"/>
          <a:ext cx="3008767" cy="106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2" name="Equation" r:id="rId15" imgW="1295280" imgH="444240" progId="Equation.DSMT4">
                  <p:embed/>
                </p:oleObj>
              </mc:Choice>
              <mc:Fallback>
                <p:oleObj name="Equation" r:id="rId15" imgW="1295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36912"/>
                        <a:ext cx="3008767" cy="106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869479"/>
              </p:ext>
            </p:extLst>
          </p:nvPr>
        </p:nvGraphicFramePr>
        <p:xfrm>
          <a:off x="4499992" y="2926160"/>
          <a:ext cx="855380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3" name="Equation" r:id="rId17" imgW="368280" imgH="228600" progId="Equation.DSMT4">
                  <p:embed/>
                </p:oleObj>
              </mc:Choice>
              <mc:Fallback>
                <p:oleObj name="Equation" r:id="rId17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926160"/>
                        <a:ext cx="855380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38377"/>
              </p:ext>
            </p:extLst>
          </p:nvPr>
        </p:nvGraphicFramePr>
        <p:xfrm>
          <a:off x="5148064" y="2691980"/>
          <a:ext cx="2596013" cy="109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4" name="Equation" r:id="rId19" imgW="1117440" imgH="457200" progId="Equation.DSMT4">
                  <p:embed/>
                </p:oleObj>
              </mc:Choice>
              <mc:Fallback>
                <p:oleObj name="Equation" r:id="rId19" imgW="1117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691980"/>
                        <a:ext cx="2596013" cy="1097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233383"/>
              </p:ext>
            </p:extLst>
          </p:nvPr>
        </p:nvGraphicFramePr>
        <p:xfrm>
          <a:off x="912812" y="3645024"/>
          <a:ext cx="2476531" cy="1099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5" name="Equation" r:id="rId21" imgW="1066680" imgH="457200" progId="Equation.DSMT4">
                  <p:embed/>
                </p:oleObj>
              </mc:Choice>
              <mc:Fallback>
                <p:oleObj name="Equation" r:id="rId21" imgW="1066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" y="3645024"/>
                        <a:ext cx="2476531" cy="1099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185148"/>
              </p:ext>
            </p:extLst>
          </p:nvPr>
        </p:nvGraphicFramePr>
        <p:xfrm>
          <a:off x="3140556" y="3933056"/>
          <a:ext cx="855380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6" name="Equation" r:id="rId23" imgW="368280" imgH="228600" progId="Equation.DSMT4">
                  <p:embed/>
                </p:oleObj>
              </mc:Choice>
              <mc:Fallback>
                <p:oleObj name="Equation" r:id="rId23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556" y="3933056"/>
                        <a:ext cx="855380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29815"/>
              </p:ext>
            </p:extLst>
          </p:nvPr>
        </p:nvGraphicFramePr>
        <p:xfrm>
          <a:off x="3779912" y="3700092"/>
          <a:ext cx="1947009" cy="109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7" name="Equation" r:id="rId25" imgW="838080" imgH="457200" progId="Equation.DSMT4">
                  <p:embed/>
                </p:oleObj>
              </mc:Choice>
              <mc:Fallback>
                <p:oleObj name="Equation" r:id="rId25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700092"/>
                        <a:ext cx="1947009" cy="1097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271302"/>
              </p:ext>
            </p:extLst>
          </p:nvPr>
        </p:nvGraphicFramePr>
        <p:xfrm>
          <a:off x="5436096" y="3717032"/>
          <a:ext cx="1947011" cy="109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8" name="Equation" r:id="rId27" imgW="838080" imgH="457200" progId="Equation.DSMT4">
                  <p:embed/>
                </p:oleObj>
              </mc:Choice>
              <mc:Fallback>
                <p:oleObj name="Equation" r:id="rId27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717032"/>
                        <a:ext cx="1947011" cy="1097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6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361452"/>
              </p:ext>
            </p:extLst>
          </p:nvPr>
        </p:nvGraphicFramePr>
        <p:xfrm>
          <a:off x="3111090" y="4816202"/>
          <a:ext cx="855380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9" name="Equation" r:id="rId29" imgW="368280" imgH="228600" progId="Equation.DSMT4">
                  <p:embed/>
                </p:oleObj>
              </mc:Choice>
              <mc:Fallback>
                <p:oleObj name="Equation" r:id="rId29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090" y="4816202"/>
                        <a:ext cx="855380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6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936776"/>
              </p:ext>
            </p:extLst>
          </p:nvPr>
        </p:nvGraphicFramePr>
        <p:xfrm>
          <a:off x="4027077" y="4797152"/>
          <a:ext cx="944992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0" name="Equation" r:id="rId31" imgW="406080" imgH="228600" progId="Equation.DSMT4">
                  <p:embed/>
                </p:oleObj>
              </mc:Choice>
              <mc:Fallback>
                <p:oleObj name="Equation" r:id="rId31" imgW="406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77" y="4797152"/>
                        <a:ext cx="944992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6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550151"/>
              </p:ext>
            </p:extLst>
          </p:nvPr>
        </p:nvGraphicFramePr>
        <p:xfrm>
          <a:off x="4965290" y="4797152"/>
          <a:ext cx="974862" cy="548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1" name="Equation" r:id="rId33" imgW="419040" imgH="228600" progId="Equation.DSMT4">
                  <p:embed/>
                </p:oleObj>
              </mc:Choice>
              <mc:Fallback>
                <p:oleObj name="Equation" r:id="rId33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290" y="4797152"/>
                        <a:ext cx="974862" cy="548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951179"/>
              </p:ext>
            </p:extLst>
          </p:nvPr>
        </p:nvGraphicFramePr>
        <p:xfrm>
          <a:off x="1079500" y="5445224"/>
          <a:ext cx="28432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2" name="Equation" r:id="rId35" imgW="1498320" imgH="457200" progId="Equation.DSMT4">
                  <p:embed/>
                </p:oleObj>
              </mc:Choice>
              <mc:Fallback>
                <p:oleObj name="Equation" r:id="rId35" imgW="1498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5445224"/>
                        <a:ext cx="28432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036857"/>
              </p:ext>
            </p:extLst>
          </p:nvPr>
        </p:nvGraphicFramePr>
        <p:xfrm>
          <a:off x="5508104" y="5523011"/>
          <a:ext cx="2991078" cy="497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3" name="Equation" r:id="rId37" imgW="1422360" imgH="228600" progId="Equation.DSMT4">
                  <p:embed/>
                </p:oleObj>
              </mc:Choice>
              <mc:Fallback>
                <p:oleObj name="Equation" r:id="rId37" imgW="1422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5523011"/>
                        <a:ext cx="2991078" cy="497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835859"/>
              </p:ext>
            </p:extLst>
          </p:nvPr>
        </p:nvGraphicFramePr>
        <p:xfrm>
          <a:off x="6976776" y="6126931"/>
          <a:ext cx="1468437" cy="44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4" name="Equation" r:id="rId39" imgW="698400" imgH="203040" progId="Equation.DSMT4">
                  <p:embed/>
                </p:oleObj>
              </mc:Choice>
              <mc:Fallback>
                <p:oleObj name="Equation" r:id="rId39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6776" y="6126931"/>
                        <a:ext cx="1468437" cy="44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4419600" y="5523011"/>
            <a:ext cx="1255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/>
              <a:t>答案：</a:t>
            </a:r>
          </a:p>
        </p:txBody>
      </p:sp>
    </p:spTree>
    <p:extLst>
      <p:ext uri="{BB962C8B-B14F-4D97-AF65-F5344CB8AC3E}">
        <p14:creationId xmlns:p14="http://schemas.microsoft.com/office/powerpoint/2010/main" val="157575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3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73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3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3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3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3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3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30" grpId="0" autoUpdateAnimBg="0"/>
      <p:bldP spid="739348" grpId="0" autoUpdateAnimBg="0"/>
      <p:bldP spid="2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09" name="Object 53"/>
          <p:cNvGraphicFramePr>
            <a:graphicFrameLocks noChangeAspect="1"/>
          </p:cNvGraphicFramePr>
          <p:nvPr/>
        </p:nvGraphicFramePr>
        <p:xfrm>
          <a:off x="573088" y="5732463"/>
          <a:ext cx="63468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0" name="Equation" r:id="rId3" imgW="2920680" imgH="431640" progId="Equation.DSMT4">
                  <p:embed/>
                </p:oleObj>
              </mc:Choice>
              <mc:Fallback>
                <p:oleObj name="Equation" r:id="rId3" imgW="2920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5732463"/>
                        <a:ext cx="63468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39313"/>
              </p:ext>
            </p:extLst>
          </p:nvPr>
        </p:nvGraphicFramePr>
        <p:xfrm>
          <a:off x="260350" y="539750"/>
          <a:ext cx="7840663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" name="Equation" r:id="rId5" imgW="3466800" imgH="977760" progId="Equation.DSMT4">
                  <p:embed/>
                </p:oleObj>
              </mc:Choice>
              <mc:Fallback>
                <p:oleObj name="Equation" r:id="rId5" imgW="346680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" y="539750"/>
                        <a:ext cx="7840663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43757"/>
              </p:ext>
            </p:extLst>
          </p:nvPr>
        </p:nvGraphicFramePr>
        <p:xfrm>
          <a:off x="6368702" y="836613"/>
          <a:ext cx="363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2" name="Equation" r:id="rId7" imgW="164880" imgH="177480" progId="Equation.DSMT4">
                  <p:embed/>
                </p:oleObj>
              </mc:Choice>
              <mc:Fallback>
                <p:oleObj name="Equation" r:id="rId7" imgW="164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702" y="836613"/>
                        <a:ext cx="363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039477"/>
              </p:ext>
            </p:extLst>
          </p:nvPr>
        </p:nvGraphicFramePr>
        <p:xfrm>
          <a:off x="61913" y="2727325"/>
          <a:ext cx="89027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3" name="Equation" r:id="rId9" imgW="3936960" imgH="431640" progId="Equation.DSMT4">
                  <p:embed/>
                </p:oleObj>
              </mc:Choice>
              <mc:Fallback>
                <p:oleObj name="Equation" r:id="rId9" imgW="3936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2727325"/>
                        <a:ext cx="89027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818617"/>
              </p:ext>
            </p:extLst>
          </p:nvPr>
        </p:nvGraphicFramePr>
        <p:xfrm>
          <a:off x="8456934" y="2998788"/>
          <a:ext cx="3635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" name="Equation" r:id="rId11" imgW="164880" imgH="164880" progId="Equation.DSMT4">
                  <p:embed/>
                </p:oleObj>
              </mc:Choice>
              <mc:Fallback>
                <p:oleObj name="Equation" r:id="rId11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6934" y="2998788"/>
                        <a:ext cx="3635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05" name="Object 49"/>
          <p:cNvGraphicFramePr>
            <a:graphicFrameLocks noChangeAspect="1"/>
          </p:cNvGraphicFramePr>
          <p:nvPr/>
        </p:nvGraphicFramePr>
        <p:xfrm>
          <a:off x="962025" y="4106863"/>
          <a:ext cx="54816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5" name="Equation" r:id="rId13" imgW="2463480" imgH="431640" progId="Equation.DSMT4">
                  <p:embed/>
                </p:oleObj>
              </mc:Choice>
              <mc:Fallback>
                <p:oleObj name="Equation" r:id="rId13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106863"/>
                        <a:ext cx="548163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0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639083"/>
              </p:ext>
            </p:extLst>
          </p:nvPr>
        </p:nvGraphicFramePr>
        <p:xfrm>
          <a:off x="63500" y="4956175"/>
          <a:ext cx="90011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6" name="Equation" r:id="rId15" imgW="4000320" imgH="431640" progId="Equation.DSMT4">
                  <p:embed/>
                </p:oleObj>
              </mc:Choice>
              <mc:Fallback>
                <p:oleObj name="Equation" r:id="rId15" imgW="4000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" y="4956175"/>
                        <a:ext cx="90011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07" name="Object 51"/>
          <p:cNvGraphicFramePr>
            <a:graphicFrameLocks noChangeAspect="1"/>
          </p:cNvGraphicFramePr>
          <p:nvPr/>
        </p:nvGraphicFramePr>
        <p:xfrm>
          <a:off x="5541963" y="5880100"/>
          <a:ext cx="10175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7" name="Equation" r:id="rId17" imgW="330120" imgH="203040" progId="Equation.DSMT4">
                  <p:embed/>
                </p:oleObj>
              </mc:Choice>
              <mc:Fallback>
                <p:oleObj name="Equation" r:id="rId17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963" y="5880100"/>
                        <a:ext cx="10175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11" name="Object 55"/>
          <p:cNvGraphicFramePr>
            <a:graphicFrameLocks noChangeAspect="1"/>
          </p:cNvGraphicFramePr>
          <p:nvPr/>
        </p:nvGraphicFramePr>
        <p:xfrm>
          <a:off x="376238" y="3651250"/>
          <a:ext cx="82994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8" name="Equation" r:id="rId19" imgW="3670200" imgH="215640" progId="Equation.DSMT4">
                  <p:embed/>
                </p:oleObj>
              </mc:Choice>
              <mc:Fallback>
                <p:oleObj name="Equation" r:id="rId19" imgW="3670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8" y="3651250"/>
                        <a:ext cx="82994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35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Text Box 2"/>
          <p:cNvSpPr txBox="1">
            <a:spLocks noChangeArrowheads="1"/>
          </p:cNvSpPr>
          <p:nvPr/>
        </p:nvSpPr>
        <p:spPr bwMode="auto">
          <a:xfrm>
            <a:off x="304800" y="76200"/>
            <a:ext cx="60692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是周期为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的周期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函数，它在</a:t>
            </a:r>
          </a:p>
        </p:txBody>
      </p:sp>
      <p:graphicFrame>
        <p:nvGraphicFramePr>
          <p:cNvPr id="74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798292"/>
              </p:ext>
            </p:extLst>
          </p:nvPr>
        </p:nvGraphicFramePr>
        <p:xfrm>
          <a:off x="2940285" y="660685"/>
          <a:ext cx="4511971" cy="96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8" name="Equation" r:id="rId3" imgW="2184120" imgH="457200" progId="Equation.DSMT4">
                  <p:embed/>
                </p:oleObj>
              </mc:Choice>
              <mc:Fallback>
                <p:oleObj name="Equation" r:id="rId3" imgW="2184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285" y="660685"/>
                        <a:ext cx="4511971" cy="969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28" name="Text Box 4"/>
          <p:cNvSpPr txBox="1">
            <a:spLocks noChangeArrowheads="1"/>
          </p:cNvSpPr>
          <p:nvPr/>
        </p:nvSpPr>
        <p:spPr bwMode="auto">
          <a:xfrm>
            <a:off x="381000" y="1828800"/>
            <a:ext cx="4859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求 </a:t>
            </a:r>
            <a:r>
              <a:rPr lang="en-US" altLang="zh-CN" sz="2400" b="1" i="1" dirty="0"/>
              <a:t>f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的傅里叶级数的和函数 </a:t>
            </a:r>
            <a:r>
              <a:rPr lang="en-US" altLang="zh-CN" sz="2400" b="1" i="1" dirty="0"/>
              <a:t>g</a:t>
            </a:r>
            <a:r>
              <a:rPr lang="en-US" altLang="zh-CN" sz="2400" b="1" dirty="0"/>
              <a:t> 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</a:t>
            </a:r>
            <a:endParaRPr lang="en-US" altLang="zh-CN" sz="2400" b="1" dirty="0">
              <a:sym typeface="Symbol" pitchFamily="18" charset="2"/>
            </a:endParaRPr>
          </a:p>
        </p:txBody>
      </p:sp>
      <p:sp>
        <p:nvSpPr>
          <p:cNvPr id="743429" name="Text Box 5"/>
          <p:cNvSpPr txBox="1">
            <a:spLocks noChangeArrowheads="1"/>
          </p:cNvSpPr>
          <p:nvPr/>
        </p:nvSpPr>
        <p:spPr bwMode="auto">
          <a:xfrm>
            <a:off x="304800" y="3124200"/>
            <a:ext cx="39853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解： </a:t>
            </a:r>
            <a:r>
              <a:rPr lang="en-US" altLang="zh-CN" sz="2400" b="1" i="1" dirty="0"/>
              <a:t>f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在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 = 0 </a:t>
            </a:r>
            <a:r>
              <a:rPr lang="zh-CN" altLang="en-US" sz="2400" b="1" dirty="0"/>
              <a:t>处不连续，</a:t>
            </a:r>
          </a:p>
        </p:txBody>
      </p:sp>
      <p:graphicFrame>
        <p:nvGraphicFramePr>
          <p:cNvPr id="7434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082253"/>
              </p:ext>
            </p:extLst>
          </p:nvPr>
        </p:nvGraphicFramePr>
        <p:xfrm>
          <a:off x="6568053" y="44624"/>
          <a:ext cx="1429071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9" name="Equation" r:id="rId5" imgW="533160" imgH="203040" progId="Equation.DSMT4">
                  <p:embed/>
                </p:oleObj>
              </mc:Choice>
              <mc:Fallback>
                <p:oleObj name="Equation" r:id="rId5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053" y="44624"/>
                        <a:ext cx="1429071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31" name="Text Box 7"/>
          <p:cNvSpPr txBox="1">
            <a:spLocks noChangeArrowheads="1"/>
          </p:cNvSpPr>
          <p:nvPr/>
        </p:nvSpPr>
        <p:spPr bwMode="auto">
          <a:xfrm>
            <a:off x="898525" y="914400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上的表达式为</a:t>
            </a:r>
          </a:p>
        </p:txBody>
      </p:sp>
      <p:sp>
        <p:nvSpPr>
          <p:cNvPr id="743432" name="Text Box 8"/>
          <p:cNvSpPr txBox="1">
            <a:spLocks noChangeArrowheads="1"/>
          </p:cNvSpPr>
          <p:nvPr/>
        </p:nvSpPr>
        <p:spPr bwMode="auto">
          <a:xfrm>
            <a:off x="4211960" y="3140968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所以根据收敛定理</a:t>
            </a:r>
          </a:p>
        </p:txBody>
      </p:sp>
      <p:graphicFrame>
        <p:nvGraphicFramePr>
          <p:cNvPr id="7434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781317"/>
              </p:ext>
            </p:extLst>
          </p:nvPr>
        </p:nvGraphicFramePr>
        <p:xfrm>
          <a:off x="381000" y="3723501"/>
          <a:ext cx="4272603" cy="235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0" name="Equation" r:id="rId7" imgW="2171520" imgH="1168200" progId="Equation.DSMT4">
                  <p:embed/>
                </p:oleObj>
              </mc:Choice>
              <mc:Fallback>
                <p:oleObj name="Equation" r:id="rId7" imgW="217152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23501"/>
                        <a:ext cx="4272603" cy="2358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34" name="Text Box 10"/>
          <p:cNvSpPr txBox="1">
            <a:spLocks noChangeArrowheads="1"/>
          </p:cNvSpPr>
          <p:nvPr/>
        </p:nvSpPr>
        <p:spPr bwMode="auto">
          <a:xfrm>
            <a:off x="381000" y="2438400"/>
            <a:ext cx="21210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及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g</a:t>
            </a:r>
            <a:r>
              <a:rPr lang="en-US" altLang="zh-CN" sz="2400" b="1" dirty="0"/>
              <a:t> (2 </a:t>
            </a:r>
            <a:r>
              <a:rPr lang="en-US" altLang="zh-CN" sz="2400" b="1" dirty="0">
                <a:sym typeface="Symbol" pitchFamily="18" charset="2"/>
              </a:rPr>
              <a:t> ) </a:t>
            </a:r>
            <a:r>
              <a:rPr lang="zh-CN" altLang="en-US" sz="2400" b="1" dirty="0">
                <a:sym typeface="Symbol" pitchFamily="18" charset="2"/>
              </a:rPr>
              <a:t>的值</a:t>
            </a:r>
            <a:endParaRPr lang="zh-CN" altLang="en-US" sz="2400" b="1" dirty="0"/>
          </a:p>
        </p:txBody>
      </p:sp>
      <p:graphicFrame>
        <p:nvGraphicFramePr>
          <p:cNvPr id="7434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984085"/>
              </p:ext>
            </p:extLst>
          </p:nvPr>
        </p:nvGraphicFramePr>
        <p:xfrm>
          <a:off x="5287998" y="1828800"/>
          <a:ext cx="2560109" cy="59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1" name="Equation" r:id="rId9" imgW="901440" imgH="203040" progId="Equation.DSMT4">
                  <p:embed/>
                </p:oleObj>
              </mc:Choice>
              <mc:Fallback>
                <p:oleObj name="Equation" r:id="rId9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98" y="1828800"/>
                        <a:ext cx="2560109" cy="59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204551"/>
              </p:ext>
            </p:extLst>
          </p:nvPr>
        </p:nvGraphicFramePr>
        <p:xfrm>
          <a:off x="5102015" y="3861048"/>
          <a:ext cx="3673933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2" name="Equation" r:id="rId11" imgW="1650960" imgH="914400" progId="Equation.DSMT4">
                  <p:embed/>
                </p:oleObj>
              </mc:Choice>
              <mc:Fallback>
                <p:oleObj name="Equation" r:id="rId11" imgW="165096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015" y="3861048"/>
                        <a:ext cx="3673933" cy="2088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587112"/>
              </p:ext>
            </p:extLst>
          </p:nvPr>
        </p:nvGraphicFramePr>
        <p:xfrm>
          <a:off x="1546134" y="5589240"/>
          <a:ext cx="3658099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3" name="Equation" r:id="rId13" imgW="1854000" imgH="355320" progId="Equation.DSMT4">
                  <p:embed/>
                </p:oleObj>
              </mc:Choice>
              <mc:Fallback>
                <p:oleObj name="Equation" r:id="rId13" imgW="18540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134" y="5589240"/>
                        <a:ext cx="3658099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467580"/>
              </p:ext>
            </p:extLst>
          </p:nvPr>
        </p:nvGraphicFramePr>
        <p:xfrm>
          <a:off x="1568537" y="4797152"/>
          <a:ext cx="3499507" cy="691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" name="Equation" r:id="rId15" imgW="1841400" imgH="355320" progId="Equation.DSMT4">
                  <p:embed/>
                </p:oleObj>
              </mc:Choice>
              <mc:Fallback>
                <p:oleObj name="Equation" r:id="rId15" imgW="18414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537" y="4797152"/>
                        <a:ext cx="3499507" cy="691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858665"/>
              </p:ext>
            </p:extLst>
          </p:nvPr>
        </p:nvGraphicFramePr>
        <p:xfrm>
          <a:off x="1499109" y="4221088"/>
          <a:ext cx="3138530" cy="476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5" name="Equation" r:id="rId17" imgW="1371600" imgH="203040" progId="Equation.DSMT4">
                  <p:embed/>
                </p:oleObj>
              </mc:Choice>
              <mc:Fallback>
                <p:oleObj name="Equation" r:id="rId17" imgW="137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109" y="4221088"/>
                        <a:ext cx="3138530" cy="476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355989"/>
              </p:ext>
            </p:extLst>
          </p:nvPr>
        </p:nvGraphicFramePr>
        <p:xfrm>
          <a:off x="5469052" y="6021288"/>
          <a:ext cx="146189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6" name="Equation" r:id="rId19" imgW="545760" imgH="203040" progId="Equation.DSMT4">
                  <p:embed/>
                </p:oleObj>
              </mc:Choice>
              <mc:Fallback>
                <p:oleObj name="Equation" r:id="rId19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9052" y="6021288"/>
                        <a:ext cx="146189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780546"/>
              </p:ext>
            </p:extLst>
          </p:nvPr>
        </p:nvGraphicFramePr>
        <p:xfrm>
          <a:off x="6868244" y="6021288"/>
          <a:ext cx="157437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7" name="Equation" r:id="rId21" imgW="571320" imgH="203040" progId="Equation.DSMT4">
                  <p:embed/>
                </p:oleObj>
              </mc:Choice>
              <mc:Fallback>
                <p:oleObj name="Equation" r:id="rId21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8244" y="6021288"/>
                        <a:ext cx="157437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058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4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29" grpId="0" autoUpdateAnimBg="0"/>
      <p:bldP spid="74343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46" name="Rectangle 30"/>
          <p:cNvSpPr>
            <a:spLocks noChangeArrowheads="1"/>
          </p:cNvSpPr>
          <p:nvPr/>
        </p:nvSpPr>
        <p:spPr bwMode="auto">
          <a:xfrm>
            <a:off x="-108520" y="35473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4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260556"/>
              </p:ext>
            </p:extLst>
          </p:nvPr>
        </p:nvGraphicFramePr>
        <p:xfrm>
          <a:off x="282575" y="333375"/>
          <a:ext cx="872648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3" name="Equation" r:id="rId3" imgW="4254480" imgH="431640" progId="Equation.DSMT4">
                  <p:embed/>
                </p:oleObj>
              </mc:Choice>
              <mc:Fallback>
                <p:oleObj name="Equation" r:id="rId3" imgW="4254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333375"/>
                        <a:ext cx="8726488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48" name="Rectangle 32"/>
          <p:cNvSpPr>
            <a:spLocks noChangeArrowheads="1"/>
          </p:cNvSpPr>
          <p:nvPr/>
        </p:nvSpPr>
        <p:spPr bwMode="auto">
          <a:xfrm>
            <a:off x="-108520" y="365211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390942"/>
              </p:ext>
            </p:extLst>
          </p:nvPr>
        </p:nvGraphicFramePr>
        <p:xfrm>
          <a:off x="899592" y="1112838"/>
          <a:ext cx="45307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4" name="Equation" r:id="rId5" imgW="1930320" imgH="203040" progId="Equation.DSMT4">
                  <p:embed/>
                </p:oleObj>
              </mc:Choice>
              <mc:Fallback>
                <p:oleObj name="Equation" r:id="rId5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112838"/>
                        <a:ext cx="4530725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51" name="Rectangle 35"/>
          <p:cNvSpPr>
            <a:spLocks noChangeArrowheads="1"/>
          </p:cNvSpPr>
          <p:nvPr/>
        </p:nvSpPr>
        <p:spPr bwMode="auto">
          <a:xfrm>
            <a:off x="-108520" y="35473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5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07247"/>
              </p:ext>
            </p:extLst>
          </p:nvPr>
        </p:nvGraphicFramePr>
        <p:xfrm>
          <a:off x="755576" y="1604244"/>
          <a:ext cx="57594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5" name="公式" r:id="rId7" imgW="3225800" imgH="431800" progId="Equation.3">
                  <p:embed/>
                </p:oleObj>
              </mc:Choice>
              <mc:Fallback>
                <p:oleObj name="公式" r:id="rId7" imgW="322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604244"/>
                        <a:ext cx="5759450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311153"/>
              </p:ext>
            </p:extLst>
          </p:nvPr>
        </p:nvGraphicFramePr>
        <p:xfrm>
          <a:off x="575693" y="2248769"/>
          <a:ext cx="74882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6" name="公式" r:id="rId9" imgW="4140200" imgH="215900" progId="Equation.3">
                  <p:embed/>
                </p:oleObj>
              </mc:Choice>
              <mc:Fallback>
                <p:oleObj name="公式" r:id="rId9" imgW="4140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93" y="2248769"/>
                        <a:ext cx="748823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21749"/>
              </p:ext>
            </p:extLst>
          </p:nvPr>
        </p:nvGraphicFramePr>
        <p:xfrm>
          <a:off x="1367855" y="2753594"/>
          <a:ext cx="64087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公式" r:id="rId11" imgW="3568700" imgH="431800" progId="Equation.3">
                  <p:embed/>
                </p:oleObj>
              </mc:Choice>
              <mc:Fallback>
                <p:oleObj name="公式" r:id="rId11" imgW="3568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855" y="2753594"/>
                        <a:ext cx="6408738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482387"/>
              </p:ext>
            </p:extLst>
          </p:nvPr>
        </p:nvGraphicFramePr>
        <p:xfrm>
          <a:off x="1423418" y="3617194"/>
          <a:ext cx="57197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公式" r:id="rId13" imgW="3225600" imgH="431640" progId="Equation.3">
                  <p:embed/>
                </p:oleObj>
              </mc:Choice>
              <mc:Fallback>
                <p:oleObj name="公式" r:id="rId13" imgW="3225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418" y="3617194"/>
                        <a:ext cx="5719762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03942"/>
              </p:ext>
            </p:extLst>
          </p:nvPr>
        </p:nvGraphicFramePr>
        <p:xfrm>
          <a:off x="1439293" y="4482381"/>
          <a:ext cx="51847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公式" r:id="rId15" imgW="3187700" imgH="431800" progId="Equation.3">
                  <p:embed/>
                </p:oleObj>
              </mc:Choice>
              <mc:Fallback>
                <p:oleObj name="公式" r:id="rId15" imgW="3187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293" y="4482381"/>
                        <a:ext cx="5184775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871290"/>
              </p:ext>
            </p:extLst>
          </p:nvPr>
        </p:nvGraphicFramePr>
        <p:xfrm>
          <a:off x="1439293" y="5201519"/>
          <a:ext cx="64087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公式" r:id="rId17" imgW="3365500" imgH="431800" progId="Equation.3">
                  <p:embed/>
                </p:oleObj>
              </mc:Choice>
              <mc:Fallback>
                <p:oleObj name="公式" r:id="rId17" imgW="3365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293" y="5201519"/>
                        <a:ext cx="6408737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437572"/>
              </p:ext>
            </p:extLst>
          </p:nvPr>
        </p:nvGraphicFramePr>
        <p:xfrm>
          <a:off x="1439293" y="5993681"/>
          <a:ext cx="59039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公式" r:id="rId19" imgW="3352800" imgH="431800" progId="Equation.3">
                  <p:embed/>
                </p:oleObj>
              </mc:Choice>
              <mc:Fallback>
                <p:oleObj name="公式" r:id="rId19" imgW="3352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293" y="5993681"/>
                        <a:ext cx="5903912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64" name="Rectangle 48"/>
          <p:cNvSpPr>
            <a:spLocks noChangeArrowheads="1"/>
          </p:cNvSpPr>
          <p:nvPr/>
        </p:nvSpPr>
        <p:spPr bwMode="auto">
          <a:xfrm>
            <a:off x="-108520" y="20296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89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6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6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6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6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6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102363"/>
              </p:ext>
            </p:extLst>
          </p:nvPr>
        </p:nvGraphicFramePr>
        <p:xfrm>
          <a:off x="958850" y="333375"/>
          <a:ext cx="62198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0" name="Equation" r:id="rId3" imgW="3136680" imgH="431640" progId="Equation.DSMT4">
                  <p:embed/>
                </p:oleObj>
              </mc:Choice>
              <mc:Fallback>
                <p:oleObj name="Equation" r:id="rId3" imgW="3136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333375"/>
                        <a:ext cx="621982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977900" y="1196975"/>
          <a:ext cx="73342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1" name="公式" r:id="rId5" imgW="3340080" imgH="431640" progId="Equation.3">
                  <p:embed/>
                </p:oleObj>
              </mc:Choice>
              <mc:Fallback>
                <p:oleObj name="公式" r:id="rId5" imgW="3340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196975"/>
                        <a:ext cx="7334250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1908175" y="1773238"/>
          <a:ext cx="504031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2" name="公式" r:id="rId7" imgW="1600200" imgH="609600" progId="Equation.3">
                  <p:embed/>
                </p:oleObj>
              </mc:Choice>
              <mc:Fallback>
                <p:oleObj name="公式" r:id="rId7" imgW="16002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773238"/>
                        <a:ext cx="5040313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2051050" y="2852738"/>
          <a:ext cx="214153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3" name="公式" r:id="rId9" imgW="1129810" imgH="622030" progId="Equation.3">
                  <p:embed/>
                </p:oleObj>
              </mc:Choice>
              <mc:Fallback>
                <p:oleObj name="公式" r:id="rId9" imgW="1129810" imgH="6220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852738"/>
                        <a:ext cx="2141538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1908175" y="3860800"/>
          <a:ext cx="36004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4" name="公式" r:id="rId11" imgW="1536700" imgH="647700" progId="Equation.3">
                  <p:embed/>
                </p:oleObj>
              </mc:Choice>
              <mc:Fallback>
                <p:oleObj name="公式" r:id="rId11" imgW="15367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860800"/>
                        <a:ext cx="3600450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0" y="4838700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5" name="公式" r:id="rId13" imgW="114151" imgH="215619" progId="Equation.3">
                  <p:embed/>
                </p:oleObj>
              </mc:Choice>
              <mc:Fallback>
                <p:oleObj name="公式" r:id="rId1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838700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1978025" y="5373688"/>
          <a:ext cx="468153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公式" r:id="rId15" imgW="2184400" imgH="431800" progId="Equation.3">
                  <p:embed/>
                </p:oleObj>
              </mc:Choice>
              <mc:Fallback>
                <p:oleObj name="公式" r:id="rId15" imgW="2184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5373688"/>
                        <a:ext cx="4681538" cy="836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0" y="137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21" name="Rectangle 13"/>
          <p:cNvSpPr>
            <a:spLocks noChangeArrowheads="1"/>
          </p:cNvSpPr>
          <p:nvPr/>
        </p:nvSpPr>
        <p:spPr bwMode="auto">
          <a:xfrm>
            <a:off x="0" y="2230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0" y="2840038"/>
            <a:ext cx="869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0" y="438150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  </a:t>
            </a:r>
            <a:endParaRPr kumimoji="1" lang="en-US" altLang="zh-CN" sz="1100">
              <a:latin typeface="Times New Roman" pitchFamily="18" charset="0"/>
            </a:endParaRPr>
          </a:p>
          <a:p>
            <a:pPr eaLnBrk="0" hangingPunct="0"/>
            <a:r>
              <a:rPr kumimoji="1" lang="en-US" altLang="zh-CN" sz="1200">
                <a:latin typeface="Times New Roman" pitchFamily="18" charset="0"/>
              </a:rPr>
              <a:t>     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068939"/>
              </p:ext>
            </p:extLst>
          </p:nvPr>
        </p:nvGraphicFramePr>
        <p:xfrm>
          <a:off x="1365250" y="333375"/>
          <a:ext cx="60515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8" name="Equation" r:id="rId3" imgW="2438280" imgH="444240" progId="Equation.DSMT4">
                  <p:embed/>
                </p:oleObj>
              </mc:Choice>
              <mc:Fallback>
                <p:oleObj name="Equation" r:id="rId3" imgW="2438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33375"/>
                        <a:ext cx="6051550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1668463" y="1412875"/>
          <a:ext cx="45100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9" name="公式" r:id="rId5" imgW="2361960" imgH="482400" progId="Equation.3">
                  <p:embed/>
                </p:oleObj>
              </mc:Choice>
              <mc:Fallback>
                <p:oleObj name="公式" r:id="rId5" imgW="23619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1412875"/>
                        <a:ext cx="4510087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/>
          <p:cNvGraphicFramePr>
            <a:graphicFrameLocks noChangeAspect="1"/>
          </p:cNvGraphicFramePr>
          <p:nvPr/>
        </p:nvGraphicFramePr>
        <p:xfrm>
          <a:off x="2882900" y="2492375"/>
          <a:ext cx="30178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0" name="公式" r:id="rId7" imgW="952200" imgH="279360" progId="Equation.3">
                  <p:embed/>
                </p:oleObj>
              </mc:Choice>
              <mc:Fallback>
                <p:oleObj name="公式" r:id="rId7" imgW="9522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2492375"/>
                        <a:ext cx="3017838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2843213" y="3716338"/>
          <a:ext cx="3313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1" name="公式" r:id="rId9" imgW="1384300" imgH="444500" progId="Equation.3">
                  <p:embed/>
                </p:oleObj>
              </mc:Choice>
              <mc:Fallback>
                <p:oleObj name="公式" r:id="rId9" imgW="1384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716338"/>
                        <a:ext cx="3313112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0" name="Rectangle 8"/>
          <p:cNvSpPr>
            <a:spLocks noChangeArrowheads="1"/>
          </p:cNvSpPr>
          <p:nvPr/>
        </p:nvSpPr>
        <p:spPr bwMode="auto">
          <a:xfrm>
            <a:off x="0" y="2325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42" name="Rectangle 10"/>
          <p:cNvSpPr>
            <a:spLocks noChangeArrowheads="1"/>
          </p:cNvSpPr>
          <p:nvPr/>
        </p:nvSpPr>
        <p:spPr bwMode="auto">
          <a:xfrm>
            <a:off x="0" y="3259138"/>
            <a:ext cx="5651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5243" name="Rectangle 11"/>
          <p:cNvSpPr>
            <a:spLocks noChangeArrowheads="1"/>
          </p:cNvSpPr>
          <p:nvPr/>
        </p:nvSpPr>
        <p:spPr bwMode="auto">
          <a:xfrm>
            <a:off x="0" y="3810000"/>
            <a:ext cx="6794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  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20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979575"/>
              </p:ext>
            </p:extLst>
          </p:nvPr>
        </p:nvGraphicFramePr>
        <p:xfrm>
          <a:off x="1036638" y="476250"/>
          <a:ext cx="73596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4" name="Equation" r:id="rId3" imgW="3974760" imgH="444240" progId="Equation.DSMT4">
                  <p:embed/>
                </p:oleObj>
              </mc:Choice>
              <mc:Fallback>
                <p:oleObj name="Equation" r:id="rId3" imgW="3974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76250"/>
                        <a:ext cx="735965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2124075" y="1484313"/>
          <a:ext cx="597693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5" name="公式" r:id="rId5" imgW="2654300" imgH="482600" progId="Equation.3">
                  <p:embed/>
                </p:oleObj>
              </mc:Choice>
              <mc:Fallback>
                <p:oleObj name="公式" r:id="rId5" imgW="2654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484313"/>
                        <a:ext cx="5976938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2124075" y="2565400"/>
          <a:ext cx="29527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6" name="公式" r:id="rId7" imgW="1002865" imgH="418918" progId="Equation.3">
                  <p:embed/>
                </p:oleObj>
              </mc:Choice>
              <mc:Fallback>
                <p:oleObj name="公式" r:id="rId7" imgW="1002865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65400"/>
                        <a:ext cx="2952750" cy="760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/>
          <p:cNvGraphicFramePr>
            <a:graphicFrameLocks noChangeAspect="1"/>
          </p:cNvGraphicFramePr>
          <p:nvPr/>
        </p:nvGraphicFramePr>
        <p:xfrm>
          <a:off x="2138363" y="3357563"/>
          <a:ext cx="58039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7" name="公式" r:id="rId9" imgW="2577960" imgH="444240" progId="Equation.3">
                  <p:embed/>
                </p:oleObj>
              </mc:Choice>
              <mc:Fallback>
                <p:oleObj name="公式" r:id="rId9" imgW="2577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3357563"/>
                        <a:ext cx="5803900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2124075" y="4221163"/>
          <a:ext cx="5616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8" name="公式" r:id="rId11" imgW="2679480" imgH="444240" progId="Equation.3">
                  <p:embed/>
                </p:oleObj>
              </mc:Choice>
              <mc:Fallback>
                <p:oleObj name="公式" r:id="rId11" imgW="2679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221163"/>
                        <a:ext cx="561657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2624138" y="1149350"/>
            <a:ext cx="234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-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6267" name="Rectangle 11"/>
          <p:cNvSpPr>
            <a:spLocks noChangeArrowheads="1"/>
          </p:cNvSpPr>
          <p:nvPr/>
        </p:nvSpPr>
        <p:spPr bwMode="auto">
          <a:xfrm>
            <a:off x="1476375" y="1697038"/>
            <a:ext cx="935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</a:rPr>
              <a:t>解：</a:t>
            </a:r>
          </a:p>
        </p:txBody>
      </p:sp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2624138" y="2632075"/>
            <a:ext cx="336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6269" name="Rectangle 13"/>
          <p:cNvSpPr>
            <a:spLocks noChangeArrowheads="1"/>
          </p:cNvSpPr>
          <p:nvPr/>
        </p:nvSpPr>
        <p:spPr bwMode="auto">
          <a:xfrm>
            <a:off x="2624138" y="3325813"/>
            <a:ext cx="336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6270" name="Rectangle 14"/>
          <p:cNvSpPr>
            <a:spLocks noChangeArrowheads="1"/>
          </p:cNvSpPr>
          <p:nvPr/>
        </p:nvSpPr>
        <p:spPr bwMode="auto">
          <a:xfrm>
            <a:off x="2624138" y="4048125"/>
            <a:ext cx="336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</a:rPr>
              <a:t>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6273" name="Text Box 17"/>
          <p:cNvSpPr txBox="1">
            <a:spLocks noChangeArrowheads="1"/>
          </p:cNvSpPr>
          <p:nvPr/>
        </p:nvSpPr>
        <p:spPr bwMode="auto">
          <a:xfrm>
            <a:off x="2051050" y="5229225"/>
            <a:ext cx="540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itchFamily="18" charset="0"/>
              </a:rPr>
              <a:t>所以幂级数的收敛区间为</a:t>
            </a:r>
            <a:r>
              <a:rPr kumimoji="1" lang="en-US" altLang="zh-CN" sz="2400">
                <a:latin typeface="Times New Roman" pitchFamily="18" charset="0"/>
              </a:rPr>
              <a:t>:[-1/2,1/2]</a:t>
            </a:r>
          </a:p>
        </p:txBody>
      </p:sp>
    </p:spTree>
    <p:extLst>
      <p:ext uri="{BB962C8B-B14F-4D97-AF65-F5344CB8AC3E}">
        <p14:creationId xmlns:p14="http://schemas.microsoft.com/office/powerpoint/2010/main" val="338593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7" grpId="0"/>
      <p:bldP spid="9627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032273"/>
              </p:ext>
            </p:extLst>
          </p:nvPr>
        </p:nvGraphicFramePr>
        <p:xfrm>
          <a:off x="512763" y="404813"/>
          <a:ext cx="77438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8" name="Equation" r:id="rId3" imgW="3352680" imgH="431640" progId="Equation.DSMT4">
                  <p:embed/>
                </p:oleObj>
              </mc:Choice>
              <mc:Fallback>
                <p:oleObj name="Equation" r:id="rId3" imgW="3352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404813"/>
                        <a:ext cx="7743825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7" name="Object 7"/>
          <p:cNvGraphicFramePr>
            <a:graphicFrameLocks noChangeAspect="1"/>
          </p:cNvGraphicFramePr>
          <p:nvPr/>
        </p:nvGraphicFramePr>
        <p:xfrm>
          <a:off x="827088" y="1557338"/>
          <a:ext cx="74898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9" name="公式" r:id="rId5" imgW="2895600" imgH="431800" progId="Equation.3">
                  <p:embed/>
                </p:oleObj>
              </mc:Choice>
              <mc:Fallback>
                <p:oleObj name="公式" r:id="rId5" imgW="2895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7338"/>
                        <a:ext cx="7489825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1547813" y="2708275"/>
          <a:ext cx="38877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0" name="公式" r:id="rId7" imgW="1803400" imgH="431800" progId="Equation.3">
                  <p:embed/>
                </p:oleObj>
              </mc:Choice>
              <mc:Fallback>
                <p:oleObj name="公式" r:id="rId7" imgW="1803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08275"/>
                        <a:ext cx="3887787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1042988" y="3860800"/>
          <a:ext cx="7705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1" name="公式" r:id="rId9" imgW="3962400" imgH="431800" progId="Equation.3">
                  <p:embed/>
                </p:oleObj>
              </mc:Choice>
              <mc:Fallback>
                <p:oleObj name="公式" r:id="rId9" imgW="3962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60800"/>
                        <a:ext cx="770572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1042988" y="5300663"/>
          <a:ext cx="5545137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2" name="公式" r:id="rId11" imgW="1701800" imgH="203200" progId="Equation.3">
                  <p:embed/>
                </p:oleObj>
              </mc:Choice>
              <mc:Fallback>
                <p:oleObj name="公式" r:id="rId11" imgW="1701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300663"/>
                        <a:ext cx="5545137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0" y="2489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291" name="Rectangle 11"/>
          <p:cNvSpPr>
            <a:spLocks noChangeArrowheads="1"/>
          </p:cNvSpPr>
          <p:nvPr/>
        </p:nvSpPr>
        <p:spPr bwMode="auto">
          <a:xfrm>
            <a:off x="0" y="2917825"/>
            <a:ext cx="12509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7620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1200"/>
              <a:t>　　</a:t>
            </a:r>
            <a:endParaRPr lang="zh-CN" altLang="en-US" sz="1100"/>
          </a:p>
          <a:p>
            <a:pPr eaLnBrk="0" hangingPunct="0"/>
            <a:endParaRPr lang="en-US" altLang="zh-CN"/>
          </a:p>
        </p:txBody>
      </p:sp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0" y="4414838"/>
            <a:ext cx="86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524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1200"/>
              <a:t>　　</a:t>
            </a:r>
            <a:endParaRPr lang="zh-CN" altLang="en-US" sz="1100"/>
          </a:p>
          <a:p>
            <a:pPr eaLnBrk="0" hangingPunct="0"/>
            <a:r>
              <a:rPr lang="zh-CN" altLang="en-US" sz="1200"/>
              <a:t>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88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47370"/>
              </p:ext>
            </p:extLst>
          </p:nvPr>
        </p:nvGraphicFramePr>
        <p:xfrm>
          <a:off x="800100" y="404813"/>
          <a:ext cx="75041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4" name="Equation" r:id="rId3" imgW="3974760" imgH="444240" progId="Equation.DSMT4">
                  <p:embed/>
                </p:oleObj>
              </mc:Choice>
              <mc:Fallback>
                <p:oleObj name="Equation" r:id="rId3" imgW="3974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04813"/>
                        <a:ext cx="75041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0" name="Object 6"/>
          <p:cNvGraphicFramePr>
            <a:graphicFrameLocks noChangeAspect="1"/>
          </p:cNvGraphicFramePr>
          <p:nvPr/>
        </p:nvGraphicFramePr>
        <p:xfrm>
          <a:off x="827088" y="1339850"/>
          <a:ext cx="75612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5" name="公式" r:id="rId5" imgW="3797300" imgH="482600" progId="Equation.3">
                  <p:embed/>
                </p:oleObj>
              </mc:Choice>
              <mc:Fallback>
                <p:oleObj name="公式" r:id="rId5" imgW="3797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339850"/>
                        <a:ext cx="7561262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9" name="Object 5"/>
          <p:cNvGraphicFramePr>
            <a:graphicFrameLocks noChangeAspect="1"/>
          </p:cNvGraphicFramePr>
          <p:nvPr/>
        </p:nvGraphicFramePr>
        <p:xfrm>
          <a:off x="539750" y="2852738"/>
          <a:ext cx="86042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6" name="公式" r:id="rId7" imgW="5524500" imgH="914400" progId="Equation.3">
                  <p:embed/>
                </p:oleObj>
              </mc:Choice>
              <mc:Fallback>
                <p:oleObj name="公式" r:id="rId7" imgW="55245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852738"/>
                        <a:ext cx="8604250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5219700" y="4941888"/>
          <a:ext cx="100806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7" name="公式" r:id="rId9" imgW="444114" imgH="215713" progId="Equation.3">
                  <p:embed/>
                </p:oleObj>
              </mc:Choice>
              <mc:Fallback>
                <p:oleObj name="公式" r:id="rId9" imgW="444114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941888"/>
                        <a:ext cx="1008063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3" name="Rectangle 9"/>
          <p:cNvSpPr>
            <a:spLocks noChangeArrowheads="1"/>
          </p:cNvSpPr>
          <p:nvPr/>
        </p:nvSpPr>
        <p:spPr bwMode="auto">
          <a:xfrm>
            <a:off x="0" y="2701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827088" y="4941888"/>
            <a:ext cx="445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400">
                <a:latin typeface="Times New Roman" pitchFamily="18" charset="0"/>
              </a:rPr>
              <a:t>所以题目中级数的收敛区间是</a:t>
            </a:r>
          </a:p>
        </p:txBody>
      </p:sp>
    </p:spTree>
    <p:extLst>
      <p:ext uri="{BB962C8B-B14F-4D97-AF65-F5344CB8AC3E}">
        <p14:creationId xmlns:p14="http://schemas.microsoft.com/office/powerpoint/2010/main" val="388994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8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8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087806"/>
              </p:ext>
            </p:extLst>
          </p:nvPr>
        </p:nvGraphicFramePr>
        <p:xfrm>
          <a:off x="728663" y="0"/>
          <a:ext cx="7761287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4" name="Equation" r:id="rId3" imgW="3441600" imgH="660240" progId="Equation.DSMT4">
                  <p:embed/>
                </p:oleObj>
              </mc:Choice>
              <mc:Fallback>
                <p:oleObj name="Equation" r:id="rId3" imgW="34416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0"/>
                        <a:ext cx="7761287" cy="149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/>
          <p:cNvGraphicFramePr>
            <a:graphicFrameLocks noChangeAspect="1"/>
          </p:cNvGraphicFramePr>
          <p:nvPr/>
        </p:nvGraphicFramePr>
        <p:xfrm>
          <a:off x="1003300" y="1557338"/>
          <a:ext cx="6992938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5" name="公式" r:id="rId5" imgW="2705040" imgH="482400" progId="Equation.3">
                  <p:embed/>
                </p:oleObj>
              </mc:Choice>
              <mc:Fallback>
                <p:oleObj name="公式" r:id="rId5" imgW="2705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557338"/>
                        <a:ext cx="6992938" cy="120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/>
          <p:cNvGraphicFramePr>
            <a:graphicFrameLocks noChangeAspect="1"/>
          </p:cNvGraphicFramePr>
          <p:nvPr/>
        </p:nvGraphicFramePr>
        <p:xfrm>
          <a:off x="1619250" y="3141663"/>
          <a:ext cx="633730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6" name="公式" r:id="rId7" imgW="2235200" imgH="482600" progId="Equation.3">
                  <p:embed/>
                </p:oleObj>
              </mc:Choice>
              <mc:Fallback>
                <p:oleObj name="公式" r:id="rId7" imgW="2235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141663"/>
                        <a:ext cx="6337300" cy="1150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2" name="Object 4"/>
          <p:cNvGraphicFramePr>
            <a:graphicFrameLocks noChangeAspect="1"/>
          </p:cNvGraphicFramePr>
          <p:nvPr/>
        </p:nvGraphicFramePr>
        <p:xfrm>
          <a:off x="1116013" y="4724400"/>
          <a:ext cx="72009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7" name="公式" r:id="rId9" imgW="2120900" imgH="215900" progId="Equation.3">
                  <p:embed/>
                </p:oleObj>
              </mc:Choice>
              <mc:Fallback>
                <p:oleObj name="公式" r:id="rId9" imgW="2120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24400"/>
                        <a:ext cx="72009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6" name="Rectangle 8"/>
          <p:cNvSpPr>
            <a:spLocks noChangeArrowheads="1"/>
          </p:cNvSpPr>
          <p:nvPr/>
        </p:nvSpPr>
        <p:spPr bwMode="auto">
          <a:xfrm>
            <a:off x="0" y="2368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73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753566"/>
              </p:ext>
            </p:extLst>
          </p:nvPr>
        </p:nvGraphicFramePr>
        <p:xfrm>
          <a:off x="628650" y="142875"/>
          <a:ext cx="77184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0" name="Equation" r:id="rId3" imgW="5194080" imgH="444240" progId="Equation.DSMT4">
                  <p:embed/>
                </p:oleObj>
              </mc:Choice>
              <mc:Fallback>
                <p:oleObj name="Equation" r:id="rId3" imgW="5194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42875"/>
                        <a:ext cx="7718425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2" name="Object 8"/>
          <p:cNvGraphicFramePr>
            <a:graphicFrameLocks noChangeAspect="1"/>
          </p:cNvGraphicFramePr>
          <p:nvPr/>
        </p:nvGraphicFramePr>
        <p:xfrm>
          <a:off x="539750" y="836613"/>
          <a:ext cx="51847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1" name="公式" r:id="rId5" imgW="2870200" imgH="482600" progId="Equation.3">
                  <p:embed/>
                </p:oleObj>
              </mc:Choice>
              <mc:Fallback>
                <p:oleObj name="公式" r:id="rId5" imgW="2870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836613"/>
                        <a:ext cx="518477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7"/>
          <p:cNvGraphicFramePr>
            <a:graphicFrameLocks noChangeAspect="1"/>
          </p:cNvGraphicFramePr>
          <p:nvPr/>
        </p:nvGraphicFramePr>
        <p:xfrm>
          <a:off x="1042988" y="1628775"/>
          <a:ext cx="424973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2" name="公式" r:id="rId7" imgW="2311400" imgH="1104900" progId="Equation.3">
                  <p:embed/>
                </p:oleObj>
              </mc:Choice>
              <mc:Fallback>
                <p:oleObj name="公式" r:id="rId7" imgW="2311400" imgH="1104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628775"/>
                        <a:ext cx="4249737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0" name="Object 6"/>
          <p:cNvGraphicFramePr>
            <a:graphicFrameLocks noChangeAspect="1"/>
          </p:cNvGraphicFramePr>
          <p:nvPr/>
        </p:nvGraphicFramePr>
        <p:xfrm>
          <a:off x="1042988" y="3789363"/>
          <a:ext cx="532923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3" name="公式" r:id="rId9" imgW="3124200" imgH="444500" progId="Equation.3">
                  <p:embed/>
                </p:oleObj>
              </mc:Choice>
              <mc:Fallback>
                <p:oleObj name="公式" r:id="rId9" imgW="3124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789363"/>
                        <a:ext cx="5329237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5"/>
          <p:cNvGraphicFramePr>
            <a:graphicFrameLocks noChangeAspect="1"/>
          </p:cNvGraphicFramePr>
          <p:nvPr/>
        </p:nvGraphicFramePr>
        <p:xfrm>
          <a:off x="1225550" y="4581525"/>
          <a:ext cx="70532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4" name="公式" r:id="rId11" imgW="2869920" imgH="393480" progId="Equation.3">
                  <p:embed/>
                </p:oleObj>
              </mc:Choice>
              <mc:Fallback>
                <p:oleObj name="公式" r:id="rId11" imgW="2869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581525"/>
                        <a:ext cx="705326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4"/>
          <p:cNvGraphicFramePr>
            <a:graphicFrameLocks noChangeAspect="1"/>
          </p:cNvGraphicFramePr>
          <p:nvPr/>
        </p:nvGraphicFramePr>
        <p:xfrm>
          <a:off x="1187450" y="5445125"/>
          <a:ext cx="6985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公式" r:id="rId13" imgW="3505200" imgH="393700" progId="Equation.3">
                  <p:embed/>
                </p:oleObj>
              </mc:Choice>
              <mc:Fallback>
                <p:oleObj name="公式" r:id="rId13" imgW="3505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45125"/>
                        <a:ext cx="69850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827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25" name="Object 9"/>
          <p:cNvGraphicFramePr>
            <a:graphicFrameLocks noChangeAspect="1"/>
          </p:cNvGraphicFramePr>
          <p:nvPr/>
        </p:nvGraphicFramePr>
        <p:xfrm>
          <a:off x="3348038" y="115888"/>
          <a:ext cx="2808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2" name="公式" r:id="rId3" imgW="1206500" imgH="431800" progId="Equation.3">
                  <p:embed/>
                </p:oleObj>
              </mc:Choice>
              <mc:Fallback>
                <p:oleObj name="公式" r:id="rId3" imgW="1206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15888"/>
                        <a:ext cx="2808287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539750" y="1412875"/>
          <a:ext cx="58324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3" name="公式" r:id="rId5" imgW="1625600" imgH="203200" progId="Equation.3">
                  <p:embed/>
                </p:oleObj>
              </mc:Choice>
              <mc:Fallback>
                <p:oleObj name="公式" r:id="rId5" imgW="1625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12875"/>
                        <a:ext cx="58324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/>
        </p:nvGraphicFramePr>
        <p:xfrm>
          <a:off x="1331913" y="2276475"/>
          <a:ext cx="58324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4" name="公式" r:id="rId7" imgW="1765300" imgH="393700" progId="Equation.3">
                  <p:embed/>
                </p:oleObj>
              </mc:Choice>
              <mc:Fallback>
                <p:oleObj name="公式" r:id="rId7" imgW="1765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76475"/>
                        <a:ext cx="5832475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1403350" y="3357563"/>
          <a:ext cx="54006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5" name="公式" r:id="rId9" imgW="2247900" imgH="431800" progId="Equation.3">
                  <p:embed/>
                </p:oleObj>
              </mc:Choice>
              <mc:Fallback>
                <p:oleObj name="公式" r:id="rId9" imgW="224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57563"/>
                        <a:ext cx="5400675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539750" y="4365625"/>
          <a:ext cx="58324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6" name="公式" r:id="rId11" imgW="1993900" imgH="203200" progId="Equation.3">
                  <p:embed/>
                </p:oleObj>
              </mc:Choice>
              <mc:Fallback>
                <p:oleObj name="公式" r:id="rId11" imgW="1993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365625"/>
                        <a:ext cx="58324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/>
          <p:cNvGraphicFramePr>
            <a:graphicFrameLocks noChangeAspect="1"/>
          </p:cNvGraphicFramePr>
          <p:nvPr/>
        </p:nvGraphicFramePr>
        <p:xfrm>
          <a:off x="1116013" y="5013325"/>
          <a:ext cx="23399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7" name="公式" r:id="rId13" imgW="1206500" imgH="431800" progId="Equation.3">
                  <p:embed/>
                </p:oleObj>
              </mc:Choice>
              <mc:Fallback>
                <p:oleObj name="公式" r:id="rId13" imgW="1206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3325"/>
                        <a:ext cx="23399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Rectangle 10"/>
          <p:cNvSpPr>
            <a:spLocks noChangeArrowheads="1"/>
          </p:cNvSpPr>
          <p:nvPr/>
        </p:nvSpPr>
        <p:spPr bwMode="auto">
          <a:xfrm>
            <a:off x="577624" y="381794"/>
            <a:ext cx="3025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判别</a:t>
            </a:r>
            <a:r>
              <a:rPr kumimoji="1" lang="zh-CN" altLang="en-US" sz="2800" dirty="0">
                <a:latin typeface="Times New Roman" pitchFamily="18" charset="0"/>
                <a:cs typeface="Times New Roman" pitchFamily="18" charset="0"/>
              </a:rPr>
              <a:t>级数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11627" name="Rectangle 11"/>
          <p:cNvSpPr>
            <a:spLocks noChangeArrowheads="1"/>
          </p:cNvSpPr>
          <p:nvPr/>
        </p:nvSpPr>
        <p:spPr bwMode="auto">
          <a:xfrm>
            <a:off x="6227763" y="312738"/>
            <a:ext cx="1758950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的敛散性</a:t>
            </a:r>
            <a:r>
              <a:rPr kumimoji="1" lang="zh-CN" altLang="en-US" sz="1200">
                <a:latin typeface="Times New Roman" pitchFamily="18" charset="0"/>
                <a:cs typeface="Times New Roman" pitchFamily="18" charset="0"/>
              </a:rPr>
              <a:t>。</a:t>
            </a:r>
            <a:endParaRPr kumimoji="1" lang="zh-CN" altLang="en-US" sz="11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1632" name="Rectangle 16"/>
          <p:cNvSpPr>
            <a:spLocks noChangeArrowheads="1"/>
          </p:cNvSpPr>
          <p:nvPr/>
        </p:nvSpPr>
        <p:spPr bwMode="auto">
          <a:xfrm>
            <a:off x="3635375" y="5157788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收敛。</a:t>
            </a:r>
            <a:endParaRPr kumimoji="1" lang="zh-CN" altLang="en-US" sz="28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19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6" grpId="0"/>
      <p:bldP spid="111627" grpId="0"/>
      <p:bldP spid="11163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50830"/>
              </p:ext>
            </p:extLst>
          </p:nvPr>
        </p:nvGraphicFramePr>
        <p:xfrm>
          <a:off x="2699792" y="260350"/>
          <a:ext cx="25209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0" name="公式" r:id="rId3" imgW="698197" imgH="203112" progId="Equation.3">
                  <p:embed/>
                </p:oleObj>
              </mc:Choice>
              <mc:Fallback>
                <p:oleObj name="公式" r:id="rId3" imgW="69819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60350"/>
                        <a:ext cx="252095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684213" y="792163"/>
          <a:ext cx="41751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1" name="公式" r:id="rId5" imgW="2400300" imgH="393700" progId="Equation.3">
                  <p:embed/>
                </p:oleObj>
              </mc:Choice>
              <mc:Fallback>
                <p:oleObj name="公式" r:id="rId5" imgW="2400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792163"/>
                        <a:ext cx="4175125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9" name="Object 9"/>
          <p:cNvGraphicFramePr>
            <a:graphicFrameLocks noChangeAspect="1"/>
          </p:cNvGraphicFramePr>
          <p:nvPr/>
        </p:nvGraphicFramePr>
        <p:xfrm>
          <a:off x="323850" y="1773238"/>
          <a:ext cx="84963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2" name="公式" r:id="rId7" imgW="5130800" imgH="431800" progId="Equation.3">
                  <p:embed/>
                </p:oleObj>
              </mc:Choice>
              <mc:Fallback>
                <p:oleObj name="公式" r:id="rId7" imgW="5130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73238"/>
                        <a:ext cx="8496300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/>
          <p:cNvGraphicFramePr>
            <a:graphicFrameLocks noChangeAspect="1"/>
          </p:cNvGraphicFramePr>
          <p:nvPr/>
        </p:nvGraphicFramePr>
        <p:xfrm>
          <a:off x="1187450" y="2492375"/>
          <a:ext cx="44640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3" name="公式" r:id="rId9" imgW="2387600" imgH="431800" progId="Equation.3">
                  <p:embed/>
                </p:oleObj>
              </mc:Choice>
              <mc:Fallback>
                <p:oleObj name="公式" r:id="rId9" imgW="2387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492375"/>
                        <a:ext cx="44640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7"/>
          <p:cNvGraphicFramePr>
            <a:graphicFrameLocks noChangeAspect="1"/>
          </p:cNvGraphicFramePr>
          <p:nvPr/>
        </p:nvGraphicFramePr>
        <p:xfrm>
          <a:off x="1331913" y="3500438"/>
          <a:ext cx="62642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4" name="公式" r:id="rId11" imgW="1993900" imgH="203200" progId="Equation.3">
                  <p:embed/>
                </p:oleObj>
              </mc:Choice>
              <mc:Fallback>
                <p:oleObj name="公式" r:id="rId11" imgW="1993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00438"/>
                        <a:ext cx="626427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6"/>
          <p:cNvGraphicFramePr>
            <a:graphicFrameLocks noChangeAspect="1"/>
          </p:cNvGraphicFramePr>
          <p:nvPr/>
        </p:nvGraphicFramePr>
        <p:xfrm>
          <a:off x="611188" y="4292600"/>
          <a:ext cx="80645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5" name="公式" r:id="rId13" imgW="4902200" imgH="431800" progId="Equation.3">
                  <p:embed/>
                </p:oleObj>
              </mc:Choice>
              <mc:Fallback>
                <p:oleObj name="公式" r:id="rId13" imgW="4902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292600"/>
                        <a:ext cx="8064500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1476375" y="5013325"/>
          <a:ext cx="626427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6" name="公式" r:id="rId15" imgW="3416300" imgH="444500" progId="Equation.3">
                  <p:embed/>
                </p:oleObj>
              </mc:Choice>
              <mc:Fallback>
                <p:oleObj name="公式" r:id="rId15" imgW="3416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013325"/>
                        <a:ext cx="6264275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1042988" y="5949950"/>
          <a:ext cx="72009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7" name="公式" r:id="rId17" imgW="1968500" imgH="203200" progId="Equation.3">
                  <p:embed/>
                </p:oleObj>
              </mc:Choice>
              <mc:Fallback>
                <p:oleObj name="公式" r:id="rId17" imgW="1968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949950"/>
                        <a:ext cx="72009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2" name="Rectangle 12"/>
          <p:cNvSpPr>
            <a:spLocks noChangeArrowheads="1"/>
          </p:cNvSpPr>
          <p:nvPr/>
        </p:nvSpPr>
        <p:spPr bwMode="auto">
          <a:xfrm>
            <a:off x="503739" y="241484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24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试</a:t>
            </a:r>
            <a:r>
              <a:rPr kumimoji="1" lang="zh-CN" altLang="en-US" sz="2800" dirty="0">
                <a:latin typeface="Times New Roman" pitchFamily="18" charset="0"/>
                <a:cs typeface="Times New Roman" pitchFamily="18" charset="0"/>
              </a:rPr>
              <a:t>判定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12653" name="Rectangle 13"/>
          <p:cNvSpPr>
            <a:spLocks noChangeArrowheads="1"/>
          </p:cNvSpPr>
          <p:nvPr/>
        </p:nvSpPr>
        <p:spPr bwMode="auto">
          <a:xfrm>
            <a:off x="5287466" y="260350"/>
            <a:ext cx="3028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cs typeface="Times New Roman" pitchFamily="18" charset="0"/>
              </a:rPr>
              <a:t>各是函数项级数：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12654" name="Rectangle 14"/>
          <p:cNvSpPr>
            <a:spLocks noChangeArrowheads="1"/>
          </p:cNvSpPr>
          <p:nvPr/>
        </p:nvSpPr>
        <p:spPr bwMode="auto">
          <a:xfrm>
            <a:off x="4716463" y="908050"/>
            <a:ext cx="374015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的收敛点还是发散点。</a:t>
            </a:r>
            <a:endParaRPr kumimoji="1" lang="zh-CN" altLang="en-US" sz="28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2655" name="Rectangle 15"/>
          <p:cNvSpPr>
            <a:spLocks noChangeArrowheads="1"/>
          </p:cNvSpPr>
          <p:nvPr/>
        </p:nvSpPr>
        <p:spPr bwMode="auto">
          <a:xfrm>
            <a:off x="0" y="3406775"/>
            <a:ext cx="374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  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2656" name="Rectangle 16"/>
          <p:cNvSpPr>
            <a:spLocks noChangeArrowheads="1"/>
          </p:cNvSpPr>
          <p:nvPr/>
        </p:nvSpPr>
        <p:spPr bwMode="auto">
          <a:xfrm>
            <a:off x="0" y="4110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59" name="Rectangle 19"/>
          <p:cNvSpPr>
            <a:spLocks noChangeArrowheads="1"/>
          </p:cNvSpPr>
          <p:nvPr/>
        </p:nvSpPr>
        <p:spPr bwMode="auto">
          <a:xfrm>
            <a:off x="381000" y="5186363"/>
            <a:ext cx="222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8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2" grpId="0"/>
      <p:bldP spid="112653" grpId="0"/>
      <p:bldP spid="11265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3635375" y="0"/>
          <a:ext cx="3024188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8" name="公式" r:id="rId3" imgW="1091726" imgH="431613" progId="Equation.3">
                  <p:embed/>
                </p:oleObj>
              </mc:Choice>
              <mc:Fallback>
                <p:oleObj name="公式" r:id="rId3" imgW="109172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0"/>
                        <a:ext cx="3024188" cy="1052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323850" y="1557338"/>
          <a:ext cx="8135938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9" name="公式" r:id="rId5" imgW="4089400" imgH="444500" progId="Equation.3">
                  <p:embed/>
                </p:oleObj>
              </mc:Choice>
              <mc:Fallback>
                <p:oleObj name="公式" r:id="rId5" imgW="4089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557338"/>
                        <a:ext cx="8135938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1042988" y="3644900"/>
          <a:ext cx="6553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0" name="公式" r:id="rId7" imgW="2133600" imgH="431800" progId="Equation.3">
                  <p:embed/>
                </p:oleObj>
              </mc:Choice>
              <mc:Fallback>
                <p:oleObj name="公式" r:id="rId7" imgW="2133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644900"/>
                        <a:ext cx="6553200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631929" y="331322"/>
            <a:ext cx="24288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25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判别</a:t>
            </a:r>
            <a:r>
              <a:rPr kumimoji="1" lang="zh-CN" altLang="en-US" sz="2800" dirty="0">
                <a:latin typeface="Times New Roman" pitchFamily="18" charset="0"/>
                <a:cs typeface="Times New Roman" pitchFamily="18" charset="0"/>
              </a:rPr>
              <a:t>级数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14696" name="Rectangle 8"/>
          <p:cNvSpPr>
            <a:spLocks noChangeArrowheads="1"/>
          </p:cNvSpPr>
          <p:nvPr/>
        </p:nvSpPr>
        <p:spPr bwMode="auto">
          <a:xfrm>
            <a:off x="6588125" y="260350"/>
            <a:ext cx="196215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的敛散性。</a:t>
            </a:r>
            <a:endParaRPr kumimoji="1" lang="zh-CN" altLang="en-US" sz="28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4697" name="Rectangle 9"/>
          <p:cNvSpPr>
            <a:spLocks noChangeArrowheads="1"/>
          </p:cNvSpPr>
          <p:nvPr/>
        </p:nvSpPr>
        <p:spPr bwMode="auto">
          <a:xfrm>
            <a:off x="2528888" y="3973513"/>
            <a:ext cx="2984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 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5" grpId="0"/>
      <p:bldP spid="11469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495367"/>
              </p:ext>
            </p:extLst>
          </p:nvPr>
        </p:nvGraphicFramePr>
        <p:xfrm>
          <a:off x="2480816" y="0"/>
          <a:ext cx="2235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4" name="公式" r:id="rId3" imgW="863225" imgH="431613" progId="Equation.3">
                  <p:embed/>
                </p:oleObj>
              </mc:Choice>
              <mc:Fallback>
                <p:oleObj name="公式" r:id="rId3" imgW="86322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816" y="0"/>
                        <a:ext cx="2235200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3" name="Object 11"/>
          <p:cNvGraphicFramePr>
            <a:graphicFrameLocks noChangeAspect="1"/>
          </p:cNvGraphicFramePr>
          <p:nvPr/>
        </p:nvGraphicFramePr>
        <p:xfrm>
          <a:off x="6300788" y="0"/>
          <a:ext cx="25923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5" name="公式" r:id="rId5" imgW="748975" imgH="431613" progId="Equation.3">
                  <p:embed/>
                </p:oleObj>
              </mc:Choice>
              <mc:Fallback>
                <p:oleObj name="公式" r:id="rId5" imgW="74897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0"/>
                        <a:ext cx="2592387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Object 10"/>
          <p:cNvGraphicFramePr>
            <a:graphicFrameLocks noChangeAspect="1"/>
          </p:cNvGraphicFramePr>
          <p:nvPr/>
        </p:nvGraphicFramePr>
        <p:xfrm>
          <a:off x="1692275" y="909638"/>
          <a:ext cx="10080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6" name="公式" r:id="rId7" imgW="368140" imgH="431613" progId="Equation.3">
                  <p:embed/>
                </p:oleObj>
              </mc:Choice>
              <mc:Fallback>
                <p:oleObj name="公式" r:id="rId7" imgW="36814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909638"/>
                        <a:ext cx="100806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Object 9"/>
          <p:cNvGraphicFramePr>
            <a:graphicFrameLocks noChangeAspect="1"/>
          </p:cNvGraphicFramePr>
          <p:nvPr/>
        </p:nvGraphicFramePr>
        <p:xfrm>
          <a:off x="5508625" y="1052513"/>
          <a:ext cx="72072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7" name="公式" r:id="rId9" imgW="380835" imgH="431613" progId="Equation.3">
                  <p:embed/>
                </p:oleObj>
              </mc:Choice>
              <mc:Fallback>
                <p:oleObj name="公式" r:id="rId9" imgW="38083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052513"/>
                        <a:ext cx="720725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0" name="Object 8"/>
          <p:cNvGraphicFramePr>
            <a:graphicFrameLocks noChangeAspect="1"/>
          </p:cNvGraphicFramePr>
          <p:nvPr/>
        </p:nvGraphicFramePr>
        <p:xfrm>
          <a:off x="827088" y="1916113"/>
          <a:ext cx="24717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8" name="公式" r:id="rId11" imgW="1016000" imgH="431800" progId="Equation.3">
                  <p:embed/>
                </p:oleObj>
              </mc:Choice>
              <mc:Fallback>
                <p:oleObj name="公式" r:id="rId11" imgW="1016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2471737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3708400" y="2060575"/>
          <a:ext cx="24479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9" name="公式" r:id="rId13" imgW="723586" imgH="279279" progId="Equation.3">
                  <p:embed/>
                </p:oleObj>
              </mc:Choice>
              <mc:Fallback>
                <p:oleObj name="公式" r:id="rId13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060575"/>
                        <a:ext cx="2447925" cy="839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1403350" y="3068638"/>
          <a:ext cx="50403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0" name="公式" r:id="rId15" imgW="1993900" imgH="431800" progId="Equation.3">
                  <p:embed/>
                </p:oleObj>
              </mc:Choice>
              <mc:Fallback>
                <p:oleObj name="公式" r:id="rId15" imgW="1993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068638"/>
                        <a:ext cx="5040313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1476375" y="4292600"/>
          <a:ext cx="38893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1" name="公式" r:id="rId17" imgW="977900" imgH="279400" progId="Equation.3">
                  <p:embed/>
                </p:oleObj>
              </mc:Choice>
              <mc:Fallback>
                <p:oleObj name="公式" r:id="rId17" imgW="9779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292600"/>
                        <a:ext cx="3889375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1476375" y="5300663"/>
          <a:ext cx="40322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2" name="公式" r:id="rId19" imgW="1295400" imgH="431800" progId="Equation.3">
                  <p:embed/>
                </p:oleObj>
              </mc:Choice>
              <mc:Fallback>
                <p:oleObj name="公式" r:id="rId19" imgW="1295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300663"/>
                        <a:ext cx="403225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5" name="Rectangle 13"/>
          <p:cNvSpPr>
            <a:spLocks noChangeArrowheads="1"/>
          </p:cNvSpPr>
          <p:nvPr/>
        </p:nvSpPr>
        <p:spPr bwMode="auto">
          <a:xfrm>
            <a:off x="539750" y="186859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800" dirty="0" smtClean="0">
                <a:latin typeface="Times New Roman" pitchFamily="18" charset="0"/>
                <a:cs typeface="Times New Roman" pitchFamily="18" charset="0"/>
              </a:rPr>
              <a:t>26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kumimoji="1" lang="zh-CN" altLang="en-US" sz="2800" dirty="0" smtClean="0">
                <a:latin typeface="Times New Roman" pitchFamily="18" charset="0"/>
                <a:cs typeface="Times New Roman" pitchFamily="18" charset="0"/>
              </a:rPr>
              <a:t>设</a:t>
            </a:r>
            <a:r>
              <a:rPr kumimoji="1" lang="zh-CN" altLang="en-US" sz="2800" dirty="0">
                <a:latin typeface="Times New Roman" pitchFamily="18" charset="0"/>
                <a:cs typeface="Times New Roman" pitchFamily="18" charset="0"/>
              </a:rPr>
              <a:t>级数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15726" name="Rectangle 14"/>
          <p:cNvSpPr>
            <a:spLocks noChangeArrowheads="1"/>
          </p:cNvSpPr>
          <p:nvPr/>
        </p:nvSpPr>
        <p:spPr bwMode="auto">
          <a:xfrm>
            <a:off x="4572000" y="173038"/>
            <a:ext cx="2087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的部分和为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115727" name="Rectangle 15"/>
          <p:cNvSpPr>
            <a:spLocks noChangeArrowheads="1"/>
          </p:cNvSpPr>
          <p:nvPr/>
        </p:nvSpPr>
        <p:spPr bwMode="auto">
          <a:xfrm>
            <a:off x="971550" y="11096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且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115728" name="Rectangle 16"/>
          <p:cNvSpPr>
            <a:spLocks noChangeArrowheads="1"/>
          </p:cNvSpPr>
          <p:nvPr/>
        </p:nvSpPr>
        <p:spPr bwMode="auto">
          <a:xfrm>
            <a:off x="2771775" y="1125538"/>
            <a:ext cx="276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收敛</a:t>
            </a:r>
            <a:r>
              <a:rPr kumimoji="1" lang="en-US" altLang="zh-CN" sz="2800"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试讨论级数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115729" name="Rectangle 17"/>
          <p:cNvSpPr>
            <a:spLocks noChangeArrowheads="1"/>
          </p:cNvSpPr>
          <p:nvPr/>
        </p:nvSpPr>
        <p:spPr bwMode="auto">
          <a:xfrm>
            <a:off x="6300788" y="1052513"/>
            <a:ext cx="1962150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cs typeface="Times New Roman" pitchFamily="18" charset="0"/>
              </a:rPr>
              <a:t>的收敛性。</a:t>
            </a:r>
            <a:endParaRPr kumimoji="1" lang="zh-CN" altLang="en-US" sz="28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5731" name="Rectangle 19"/>
          <p:cNvSpPr>
            <a:spLocks noChangeArrowheads="1"/>
          </p:cNvSpPr>
          <p:nvPr/>
        </p:nvSpPr>
        <p:spPr bwMode="auto">
          <a:xfrm>
            <a:off x="3709988" y="4484688"/>
            <a:ext cx="26035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 </a:t>
            </a:r>
            <a:endParaRPr kumimoji="1" lang="en-US" altLang="zh-CN" sz="11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5732" name="Rectangle 20"/>
          <p:cNvSpPr>
            <a:spLocks noChangeArrowheads="1"/>
          </p:cNvSpPr>
          <p:nvPr/>
        </p:nvSpPr>
        <p:spPr bwMode="auto">
          <a:xfrm>
            <a:off x="3709988" y="5553075"/>
            <a:ext cx="260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15733" name="Rectangle 21"/>
          <p:cNvSpPr>
            <a:spLocks noChangeArrowheads="1"/>
          </p:cNvSpPr>
          <p:nvPr/>
        </p:nvSpPr>
        <p:spPr bwMode="auto">
          <a:xfrm>
            <a:off x="3576638" y="6103938"/>
            <a:ext cx="2984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200">
                <a:latin typeface="Times New Roman" pitchFamily="18" charset="0"/>
                <a:cs typeface="Times New Roman" pitchFamily="18" charset="0"/>
              </a:rPr>
              <a:t>  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74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5" grpId="0"/>
      <p:bldP spid="115726" grpId="0"/>
      <p:bldP spid="115727" grpId="0"/>
      <p:bldP spid="115728" grpId="0"/>
      <p:bldP spid="1157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721367"/>
              </p:ext>
            </p:extLst>
          </p:nvPr>
        </p:nvGraphicFramePr>
        <p:xfrm>
          <a:off x="1327150" y="260350"/>
          <a:ext cx="53371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Equation" r:id="rId3" imgW="2184120" imgH="431640" progId="Equation.DSMT4">
                  <p:embed/>
                </p:oleObj>
              </mc:Choice>
              <mc:Fallback>
                <p:oleObj name="Equation" r:id="rId3" imgW="2184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260350"/>
                        <a:ext cx="5337175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684213" y="1341438"/>
          <a:ext cx="77755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1" name="公式" r:id="rId5" imgW="3721100" imgH="635000" progId="Equation.3">
                  <p:embed/>
                </p:oleObj>
              </mc:Choice>
              <mc:Fallback>
                <p:oleObj name="公式" r:id="rId5" imgW="37211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341438"/>
                        <a:ext cx="7775575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1331913" y="1844675"/>
          <a:ext cx="676910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2" name="公式" r:id="rId7" imgW="3759200" imgH="990600" progId="Equation.3">
                  <p:embed/>
                </p:oleObj>
              </mc:Choice>
              <mc:Fallback>
                <p:oleObj name="公式" r:id="rId7" imgW="37592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844675"/>
                        <a:ext cx="6769100" cy="156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1403350" y="2997200"/>
          <a:ext cx="5400675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3" name="公式" r:id="rId9" imgW="2908300" imgH="1574800" progId="Equation.3">
                  <p:embed/>
                </p:oleObj>
              </mc:Choice>
              <mc:Fallback>
                <p:oleObj name="公式" r:id="rId9" imgW="2908300" imgH="157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97200"/>
                        <a:ext cx="5400675" cy="273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1331913" y="5084763"/>
          <a:ext cx="69850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4" name="公式" r:id="rId11" imgW="2819400" imgH="609600" progId="Equation.3">
                  <p:embed/>
                </p:oleObj>
              </mc:Choice>
              <mc:Fallback>
                <p:oleObj name="公式" r:id="rId11" imgW="28194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084763"/>
                        <a:ext cx="6985000" cy="136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5" name="Rectangle 19"/>
          <p:cNvSpPr>
            <a:spLocks noChangeArrowheads="1"/>
          </p:cNvSpPr>
          <p:nvPr/>
        </p:nvSpPr>
        <p:spPr bwMode="auto">
          <a:xfrm>
            <a:off x="0" y="3367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116756" name="Rectangle 20"/>
          <p:cNvSpPr>
            <a:spLocks noChangeArrowheads="1"/>
          </p:cNvSpPr>
          <p:nvPr/>
        </p:nvSpPr>
        <p:spPr bwMode="auto">
          <a:xfrm>
            <a:off x="0" y="4938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116757" name="Rectangle 21"/>
          <p:cNvSpPr>
            <a:spLocks noChangeArrowheads="1"/>
          </p:cNvSpPr>
          <p:nvPr/>
        </p:nvSpPr>
        <p:spPr bwMode="auto">
          <a:xfrm>
            <a:off x="0" y="5548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37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595158"/>
              </p:ext>
            </p:extLst>
          </p:nvPr>
        </p:nvGraphicFramePr>
        <p:xfrm>
          <a:off x="434975" y="260350"/>
          <a:ext cx="76533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0" name="Equation" r:id="rId3" imgW="3733560" imgH="431640" progId="Equation.DSMT4">
                  <p:embed/>
                </p:oleObj>
              </mc:Choice>
              <mc:Fallback>
                <p:oleObj name="Equation" r:id="rId3" imgW="3733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260350"/>
                        <a:ext cx="7653338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1892300" y="1747838"/>
          <a:ext cx="6148388" cy="357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1" name="公式" r:id="rId5" imgW="2705040" imgH="1752480" progId="Equation.3">
                  <p:embed/>
                </p:oleObj>
              </mc:Choice>
              <mc:Fallback>
                <p:oleObj name="公式" r:id="rId5" imgW="2705040" imgH="1752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747838"/>
                        <a:ext cx="6148388" cy="3579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7" name="Rectangle 13"/>
          <p:cNvSpPr>
            <a:spLocks noChangeArrowheads="1"/>
          </p:cNvSpPr>
          <p:nvPr/>
        </p:nvSpPr>
        <p:spPr bwMode="auto">
          <a:xfrm>
            <a:off x="0" y="2124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118798" name="Rectangle 14"/>
          <p:cNvSpPr>
            <a:spLocks noChangeArrowheads="1"/>
          </p:cNvSpPr>
          <p:nvPr/>
        </p:nvSpPr>
        <p:spPr bwMode="auto">
          <a:xfrm>
            <a:off x="0" y="2124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8799" name="Rectangle 15"/>
          <p:cNvSpPr>
            <a:spLocks noChangeArrowheads="1"/>
          </p:cNvSpPr>
          <p:nvPr/>
        </p:nvSpPr>
        <p:spPr bwMode="auto">
          <a:xfrm>
            <a:off x="539750" y="1412875"/>
            <a:ext cx="898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  <a:cs typeface="Times New Roman" pitchFamily="18" charset="0"/>
              </a:rPr>
              <a:t>证明</a:t>
            </a:r>
            <a:endParaRPr kumimoji="1" lang="zh-CN" altLang="en-US" sz="2800"/>
          </a:p>
          <a:p>
            <a:pPr eaLnBrk="0" hangingPunct="0"/>
            <a:r>
              <a:rPr kumimoji="1" lang="zh-CN" altLang="en-US" sz="1200" b="1">
                <a:latin typeface="Times New Roman" pitchFamily="18" charset="0"/>
                <a:cs typeface="Times New Roman" pitchFamily="18" charset="0"/>
              </a:rPr>
              <a:t>     </a:t>
            </a:r>
            <a:endParaRPr kumimoji="1" lang="zh-CN" altLang="en-US" sz="2400">
              <a:latin typeface="Times New Roman" pitchFamily="18" charset="0"/>
            </a:endParaRPr>
          </a:p>
        </p:txBody>
      </p:sp>
      <p:sp>
        <p:nvSpPr>
          <p:cNvPr id="118800" name="Rectangle 16"/>
          <p:cNvSpPr>
            <a:spLocks noChangeArrowheads="1"/>
          </p:cNvSpPr>
          <p:nvPr/>
        </p:nvSpPr>
        <p:spPr bwMode="auto">
          <a:xfrm>
            <a:off x="0" y="4733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26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151065"/>
              </p:ext>
            </p:extLst>
          </p:nvPr>
        </p:nvGraphicFramePr>
        <p:xfrm>
          <a:off x="727075" y="273050"/>
          <a:ext cx="72882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8" name="Equation" r:id="rId3" imgW="2946240" imgH="444240" progId="Equation.DSMT4">
                  <p:embed/>
                </p:oleObj>
              </mc:Choice>
              <mc:Fallback>
                <p:oleObj name="Equation" r:id="rId3" imgW="294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273050"/>
                        <a:ext cx="7288213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417873"/>
              </p:ext>
            </p:extLst>
          </p:nvPr>
        </p:nvGraphicFramePr>
        <p:xfrm>
          <a:off x="655078" y="1196752"/>
          <a:ext cx="2376636" cy="739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9" name="公式" r:id="rId5" imgW="1396394" imgH="406224" progId="Equation.3">
                  <p:embed/>
                </p:oleObj>
              </mc:Choice>
              <mc:Fallback>
                <p:oleObj name="公式" r:id="rId5" imgW="139639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78" y="1196752"/>
                        <a:ext cx="2376636" cy="7394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436419"/>
              </p:ext>
            </p:extLst>
          </p:nvPr>
        </p:nvGraphicFramePr>
        <p:xfrm>
          <a:off x="3059832" y="1196752"/>
          <a:ext cx="2015852" cy="795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0" name="公式" r:id="rId7" imgW="1002865" imgH="406224" progId="Equation.3">
                  <p:embed/>
                </p:oleObj>
              </mc:Choice>
              <mc:Fallback>
                <p:oleObj name="公式" r:id="rId7" imgW="100286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196752"/>
                        <a:ext cx="2015852" cy="79557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89092"/>
              </p:ext>
            </p:extLst>
          </p:nvPr>
        </p:nvGraphicFramePr>
        <p:xfrm>
          <a:off x="5220072" y="1412776"/>
          <a:ext cx="1080343" cy="44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1" name="公式" r:id="rId9" imgW="520474" imgH="165028" progId="Equation.3">
                  <p:embed/>
                </p:oleObj>
              </mc:Choice>
              <mc:Fallback>
                <p:oleObj name="公式" r:id="rId9" imgW="520474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412776"/>
                        <a:ext cx="1080343" cy="4416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3" name="Object 11"/>
          <p:cNvGraphicFramePr>
            <a:graphicFrameLocks noChangeAspect="1"/>
          </p:cNvGraphicFramePr>
          <p:nvPr/>
        </p:nvGraphicFramePr>
        <p:xfrm>
          <a:off x="539750" y="1989138"/>
          <a:ext cx="42481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2" name="公式" r:id="rId11" imgW="1943100" imgH="431800" progId="Equation.3">
                  <p:embed/>
                </p:oleObj>
              </mc:Choice>
              <mc:Fallback>
                <p:oleObj name="公式" r:id="rId11" imgW="1943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9138"/>
                        <a:ext cx="4248150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2" name="Object 10"/>
          <p:cNvGraphicFramePr>
            <a:graphicFrameLocks noChangeAspect="1"/>
          </p:cNvGraphicFramePr>
          <p:nvPr/>
        </p:nvGraphicFramePr>
        <p:xfrm>
          <a:off x="4787900" y="1989138"/>
          <a:ext cx="39608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3" name="公式" r:id="rId13" imgW="1930400" imgH="444500" progId="Equation.3">
                  <p:embed/>
                </p:oleObj>
              </mc:Choice>
              <mc:Fallback>
                <p:oleObj name="公式" r:id="rId13" imgW="1930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989138"/>
                        <a:ext cx="3960813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1" name="Object 9"/>
          <p:cNvGraphicFramePr>
            <a:graphicFrameLocks noChangeAspect="1"/>
          </p:cNvGraphicFramePr>
          <p:nvPr/>
        </p:nvGraphicFramePr>
        <p:xfrm>
          <a:off x="1116013" y="2924175"/>
          <a:ext cx="34559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4" name="公式" r:id="rId15" imgW="1129810" imgH="203112" progId="Equation.3">
                  <p:embed/>
                </p:oleObj>
              </mc:Choice>
              <mc:Fallback>
                <p:oleObj name="公式" r:id="rId15" imgW="112981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924175"/>
                        <a:ext cx="3455987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 noChangeAspect="1"/>
          </p:cNvGraphicFramePr>
          <p:nvPr/>
        </p:nvGraphicFramePr>
        <p:xfrm>
          <a:off x="971550" y="3644900"/>
          <a:ext cx="54006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5" name="公式" r:id="rId17" imgW="2120900" imgH="444500" progId="Equation.3">
                  <p:embed/>
                </p:oleObj>
              </mc:Choice>
              <mc:Fallback>
                <p:oleObj name="公式" r:id="rId17" imgW="2120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44900"/>
                        <a:ext cx="540067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971550" y="4365625"/>
          <a:ext cx="33131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6" name="公式" r:id="rId19" imgW="1497950" imgH="431613" progId="Equation.3">
                  <p:embed/>
                </p:oleObj>
              </mc:Choice>
              <mc:Fallback>
                <p:oleObj name="公式" r:id="rId19" imgW="149795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3313113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4356100" y="4437063"/>
          <a:ext cx="13684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7" name="公式" r:id="rId21" imgW="469696" imgH="355446" progId="Equation.3">
                  <p:embed/>
                </p:oleObj>
              </mc:Choice>
              <mc:Fallback>
                <p:oleObj name="公式" r:id="rId21" imgW="469696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437063"/>
                        <a:ext cx="136842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/>
          <p:cNvGraphicFramePr>
            <a:graphicFrameLocks noChangeAspect="1"/>
          </p:cNvGraphicFramePr>
          <p:nvPr/>
        </p:nvGraphicFramePr>
        <p:xfrm>
          <a:off x="1258888" y="5300663"/>
          <a:ext cx="30257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8" name="公式" r:id="rId23" imgW="1447172" imgH="393529" progId="Equation.3">
                  <p:embed/>
                </p:oleObj>
              </mc:Choice>
              <mc:Fallback>
                <p:oleObj name="公式" r:id="rId23" imgW="144717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300663"/>
                        <a:ext cx="3025775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4"/>
          <p:cNvGraphicFramePr>
            <a:graphicFrameLocks noChangeAspect="1"/>
          </p:cNvGraphicFramePr>
          <p:nvPr/>
        </p:nvGraphicFramePr>
        <p:xfrm>
          <a:off x="4500563" y="5516563"/>
          <a:ext cx="42497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9" name="公式" r:id="rId25" imgW="1651000" imgH="203200" progId="Equation.3">
                  <p:embed/>
                </p:oleObj>
              </mc:Choice>
              <mc:Fallback>
                <p:oleObj name="公式" r:id="rId25" imgW="16510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516563"/>
                        <a:ext cx="4249737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8" name="Rectangle 16"/>
          <p:cNvSpPr>
            <a:spLocks noChangeArrowheads="1"/>
          </p:cNvSpPr>
          <p:nvPr/>
        </p:nvSpPr>
        <p:spPr bwMode="auto">
          <a:xfrm>
            <a:off x="0" y="-763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849" name="Rectangle 17"/>
          <p:cNvSpPr>
            <a:spLocks noChangeArrowheads="1"/>
          </p:cNvSpPr>
          <p:nvPr/>
        </p:nvSpPr>
        <p:spPr bwMode="auto">
          <a:xfrm>
            <a:off x="0" y="-4308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853" name="Rectangle 21"/>
          <p:cNvSpPr>
            <a:spLocks noChangeArrowheads="1"/>
          </p:cNvSpPr>
          <p:nvPr/>
        </p:nvSpPr>
        <p:spPr bwMode="auto">
          <a:xfrm>
            <a:off x="0" y="2328863"/>
            <a:ext cx="2190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100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20854" name="Rectangle 22"/>
          <p:cNvSpPr>
            <a:spLocks noChangeArrowheads="1"/>
          </p:cNvSpPr>
          <p:nvPr/>
        </p:nvSpPr>
        <p:spPr bwMode="auto">
          <a:xfrm>
            <a:off x="0" y="3036888"/>
            <a:ext cx="219075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100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zh-CN" sz="11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20857" name="Rectangle 25"/>
          <p:cNvSpPr>
            <a:spLocks noChangeArrowheads="1"/>
          </p:cNvSpPr>
          <p:nvPr/>
        </p:nvSpPr>
        <p:spPr bwMode="auto">
          <a:xfrm>
            <a:off x="0" y="536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858" name="Rectangle 26"/>
          <p:cNvSpPr>
            <a:spLocks noChangeArrowheads="1"/>
          </p:cNvSpPr>
          <p:nvPr/>
        </p:nvSpPr>
        <p:spPr bwMode="auto">
          <a:xfrm>
            <a:off x="0" y="5716588"/>
            <a:ext cx="219075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1100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zh-CN" sz="1100"/>
          </a:p>
          <a:p>
            <a:pPr eaLnBrk="0" hangingPunct="0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20860" name="Rectangle 28"/>
          <p:cNvSpPr>
            <a:spLocks noChangeArrowheads="1"/>
          </p:cNvSpPr>
          <p:nvPr/>
        </p:nvSpPr>
        <p:spPr bwMode="auto">
          <a:xfrm>
            <a:off x="0" y="7192963"/>
            <a:ext cx="63817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kumimoji="1" lang="en-US" altLang="zh-CN" sz="1100"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r>
              <a:rPr kumimoji="1" lang="en-US" altLang="zh-CN" sz="1100">
                <a:latin typeface="Times New Roman" pitchFamily="18" charset="0"/>
                <a:cs typeface="Times New Roman" pitchFamily="18" charset="0"/>
              </a:rPr>
              <a:t>             </a:t>
            </a:r>
            <a:endParaRPr kumimoji="1" lang="en-US" altLang="zh-CN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4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1574</Words>
  <Application>Microsoft Office PowerPoint</Application>
  <PresentationFormat>全屏显示(4:3)</PresentationFormat>
  <Paragraphs>299</Paragraphs>
  <Slides>62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62</vt:i4>
      </vt:variant>
    </vt:vector>
  </HeadingPairs>
  <TitlesOfParts>
    <vt:vector size="76" baseType="lpstr">
      <vt:lpstr>黑体</vt:lpstr>
      <vt:lpstr>隶书</vt:lpstr>
      <vt:lpstr>宋体</vt:lpstr>
      <vt:lpstr>新宋体</vt:lpstr>
      <vt:lpstr>新宋体-18030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lenovo</cp:lastModifiedBy>
  <cp:revision>20</cp:revision>
  <dcterms:created xsi:type="dcterms:W3CDTF">2018-06-06T12:24:32Z</dcterms:created>
  <dcterms:modified xsi:type="dcterms:W3CDTF">2020-08-21T02:32:57Z</dcterms:modified>
</cp:coreProperties>
</file>