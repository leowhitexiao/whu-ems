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1768" r:id="rId2"/>
    <p:sldId id="1891" r:id="rId3"/>
    <p:sldId id="4565" r:id="rId4"/>
    <p:sldId id="4784" r:id="rId5"/>
    <p:sldId id="4844" r:id="rId6"/>
    <p:sldId id="4902" r:id="rId7"/>
    <p:sldId id="2215" r:id="rId8"/>
    <p:sldId id="329" r:id="rId9"/>
    <p:sldId id="325" r:id="rId10"/>
    <p:sldId id="4912" r:id="rId11"/>
    <p:sldId id="6454" r:id="rId12"/>
    <p:sldId id="5209" r:id="rId13"/>
    <p:sldId id="4167" r:id="rId14"/>
    <p:sldId id="4203" r:id="rId15"/>
    <p:sldId id="4242" r:id="rId16"/>
    <p:sldId id="3912" r:id="rId17"/>
    <p:sldId id="3940" r:id="rId18"/>
    <p:sldId id="3970" r:id="rId19"/>
    <p:sldId id="2559" r:id="rId20"/>
    <p:sldId id="2899" r:id="rId21"/>
    <p:sldId id="257" r:id="rId22"/>
    <p:sldId id="4199" r:id="rId23"/>
    <p:sldId id="4235" r:id="rId24"/>
    <p:sldId id="4236"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3C0A36-26CD-1F4C-8AC0-6E5853633A55}" type="datetimeFigureOut">
              <a:rPr kumimoji="1" lang="zh-CN" altLang="en-US" smtClean="0"/>
              <a:t>2023/5/4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4A8D61-AE3A-AF43-90BF-F380AD4248A6}" type="slidenum">
              <a:rPr kumimoji="1" lang="zh-CN" altLang="en-US" smtClean="0"/>
              <a:t>‹#›</a:t>
            </a:fld>
            <a:endParaRPr kumimoji="1" lang="zh-CN" altLang="en-US"/>
          </a:p>
        </p:txBody>
      </p:sp>
    </p:spTree>
    <p:extLst>
      <p:ext uri="{BB962C8B-B14F-4D97-AF65-F5344CB8AC3E}">
        <p14:creationId xmlns:p14="http://schemas.microsoft.com/office/powerpoint/2010/main" val="3650326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CF4A69-C878-4BA0-B01C-5074C37BAB92}" type="slidenum">
              <a:rPr lang="zh-CN" altLang="en-US" smtClean="0"/>
              <a:t>1</a:t>
            </a:fld>
            <a:endParaRPr lang="zh-CN" altLang="en-US"/>
          </a:p>
        </p:txBody>
      </p:sp>
    </p:spTree>
    <p:extLst>
      <p:ext uri="{BB962C8B-B14F-4D97-AF65-F5344CB8AC3E}">
        <p14:creationId xmlns:p14="http://schemas.microsoft.com/office/powerpoint/2010/main" val="58212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CF4A69-C878-4BA0-B01C-5074C37BAB92}" type="slidenum">
              <a:rPr lang="zh-CN" altLang="en-US" smtClean="0"/>
              <a:t>2</a:t>
            </a:fld>
            <a:endParaRPr lang="zh-CN" altLang="en-US"/>
          </a:p>
        </p:txBody>
      </p:sp>
    </p:spTree>
    <p:extLst>
      <p:ext uri="{BB962C8B-B14F-4D97-AF65-F5344CB8AC3E}">
        <p14:creationId xmlns:p14="http://schemas.microsoft.com/office/powerpoint/2010/main" val="918094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CF4A69-C878-4BA0-B01C-5074C37BAB92}" type="slidenum">
              <a:rPr lang="zh-CN" altLang="en-US" smtClean="0">
                <a:solidFill>
                  <a:prstClr val="black"/>
                </a:solidFill>
              </a:rPr>
              <a:pPr/>
              <a:t>3</a:t>
            </a:fld>
            <a:endParaRPr lang="zh-CN" altLang="en-US">
              <a:solidFill>
                <a:prstClr val="black"/>
              </a:solidFill>
            </a:endParaRPr>
          </a:p>
        </p:txBody>
      </p:sp>
    </p:spTree>
    <p:extLst>
      <p:ext uri="{BB962C8B-B14F-4D97-AF65-F5344CB8AC3E}">
        <p14:creationId xmlns:p14="http://schemas.microsoft.com/office/powerpoint/2010/main" val="1078580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solidFill>
                  <a:prstClr val="black"/>
                </a:solidFill>
              </a:rPr>
              <a:t>4</a:t>
            </a:fld>
            <a:endParaRPr lang="zh-CN" altLang="en-US">
              <a:solidFill>
                <a:prstClr val="black"/>
              </a:solidFill>
            </a:endParaRPr>
          </a:p>
        </p:txBody>
      </p:sp>
    </p:spTree>
    <p:extLst>
      <p:ext uri="{BB962C8B-B14F-4D97-AF65-F5344CB8AC3E}">
        <p14:creationId xmlns:p14="http://schemas.microsoft.com/office/powerpoint/2010/main" val="1029656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CF4A69-C878-4BA0-B01C-5074C37BAB92}" type="slidenum">
              <a:rPr lang="zh-CN" altLang="en-US" smtClean="0">
                <a:solidFill>
                  <a:prstClr val="black"/>
                </a:solidFill>
              </a:rPr>
              <a:pPr/>
              <a:t>5</a:t>
            </a:fld>
            <a:endParaRPr lang="zh-CN" altLang="en-US">
              <a:solidFill>
                <a:prstClr val="black"/>
              </a:solidFill>
            </a:endParaRPr>
          </a:p>
        </p:txBody>
      </p:sp>
    </p:spTree>
    <p:extLst>
      <p:ext uri="{BB962C8B-B14F-4D97-AF65-F5344CB8AC3E}">
        <p14:creationId xmlns:p14="http://schemas.microsoft.com/office/powerpoint/2010/main" val="105512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CF4A69-C878-4BA0-B01C-5074C37BAB92}" type="slidenum">
              <a:rPr lang="zh-CN" altLang="en-US" smtClean="0"/>
              <a:t>6</a:t>
            </a:fld>
            <a:endParaRPr lang="zh-CN" altLang="en-US"/>
          </a:p>
        </p:txBody>
      </p:sp>
    </p:spTree>
    <p:extLst>
      <p:ext uri="{BB962C8B-B14F-4D97-AF65-F5344CB8AC3E}">
        <p14:creationId xmlns:p14="http://schemas.microsoft.com/office/powerpoint/2010/main" val="3340013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4CF4A69-C878-4BA0-B01C-5074C37BAB92}" type="slidenum">
              <a:rPr lang="zh-CN" altLang="en-US" smtClean="0"/>
              <a:t>7</a:t>
            </a:fld>
            <a:endParaRPr lang="zh-CN" altLang="en-US"/>
          </a:p>
        </p:txBody>
      </p:sp>
    </p:spTree>
    <p:extLst>
      <p:ext uri="{BB962C8B-B14F-4D97-AF65-F5344CB8AC3E}">
        <p14:creationId xmlns:p14="http://schemas.microsoft.com/office/powerpoint/2010/main" val="3295968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CF4A69-C878-4BA0-B01C-5074C37BAB92}" type="slidenum">
              <a:rPr lang="zh-CN" altLang="en-US" smtClean="0"/>
              <a:t>8</a:t>
            </a:fld>
            <a:endParaRPr lang="zh-CN" altLang="en-US"/>
          </a:p>
        </p:txBody>
      </p:sp>
    </p:spTree>
    <p:extLst>
      <p:ext uri="{BB962C8B-B14F-4D97-AF65-F5344CB8AC3E}">
        <p14:creationId xmlns:p14="http://schemas.microsoft.com/office/powerpoint/2010/main" val="33572597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4CF4A69-C878-4BA0-B01C-5074C37BAB92}" type="slidenum">
              <a:rPr lang="zh-CN" altLang="en-US" smtClean="0"/>
              <a:t>9</a:t>
            </a:fld>
            <a:endParaRPr lang="zh-CN" altLang="en-US"/>
          </a:p>
        </p:txBody>
      </p:sp>
    </p:spTree>
    <p:extLst>
      <p:ext uri="{BB962C8B-B14F-4D97-AF65-F5344CB8AC3E}">
        <p14:creationId xmlns:p14="http://schemas.microsoft.com/office/powerpoint/2010/main" val="3228511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10</a:t>
            </a:fld>
            <a:endParaRPr lang="zh-CN" altLang="en-US"/>
          </a:p>
        </p:txBody>
      </p:sp>
    </p:spTree>
    <p:extLst>
      <p:ext uri="{BB962C8B-B14F-4D97-AF65-F5344CB8AC3E}">
        <p14:creationId xmlns:p14="http://schemas.microsoft.com/office/powerpoint/2010/main" val="28332650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11</a:t>
            </a:fld>
            <a:endParaRPr lang="zh-CN" altLang="en-US"/>
          </a:p>
        </p:txBody>
      </p:sp>
    </p:spTree>
    <p:extLst>
      <p:ext uri="{BB962C8B-B14F-4D97-AF65-F5344CB8AC3E}">
        <p14:creationId xmlns:p14="http://schemas.microsoft.com/office/powerpoint/2010/main" val="3500115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12</a:t>
            </a:fld>
            <a:endParaRPr lang="zh-CN" altLang="en-US"/>
          </a:p>
        </p:txBody>
      </p:sp>
    </p:spTree>
    <p:extLst>
      <p:ext uri="{BB962C8B-B14F-4D97-AF65-F5344CB8AC3E}">
        <p14:creationId xmlns:p14="http://schemas.microsoft.com/office/powerpoint/2010/main" val="1989892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4CF4A69-C878-4BA0-B01C-5074C37BAB92}" type="slidenum">
              <a:rPr lang="zh-CN" altLang="en-US" smtClean="0"/>
              <a:t>13</a:t>
            </a:fld>
            <a:endParaRPr lang="zh-CN" altLang="en-US"/>
          </a:p>
        </p:txBody>
      </p:sp>
    </p:spTree>
    <p:extLst>
      <p:ext uri="{BB962C8B-B14F-4D97-AF65-F5344CB8AC3E}">
        <p14:creationId xmlns:p14="http://schemas.microsoft.com/office/powerpoint/2010/main" val="9971783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ChangeArrowheads="1" noTextEdit="1"/>
          </p:cNvSpPr>
          <p:nvPr>
            <p:ph type="sldImg" idx="4294967295"/>
          </p:nvPr>
        </p:nvSpPr>
        <p:spPr bwMode="auto">
          <a:ln>
            <a:solidFill>
              <a:srgbClr val="000000"/>
            </a:solidFill>
            <a:miter lim="800000"/>
          </a:ln>
        </p:spPr>
      </p:sp>
      <p:sp>
        <p:nvSpPr>
          <p:cNvPr id="147459"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4746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6pPr>
            <a:lvl7pPr marL="29718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7pPr>
            <a:lvl8pPr marL="34290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8pPr>
            <a:lvl9pPr marL="3886200" indent="-228600" eaLnBrk="0" fontAlgn="base" hangingPunct="0">
              <a:spcBef>
                <a:spcPct val="0"/>
              </a:spcBef>
              <a:spcAft>
                <a:spcPct val="0"/>
              </a:spcAft>
              <a:defRPr>
                <a:solidFill>
                  <a:schemeClr val="tx1"/>
                </a:solidFill>
                <a:latin typeface="等线" panose="02010600030101010101" charset="-122"/>
                <a:ea typeface="等线" panose="02010600030101010101" charset="-122"/>
              </a:defRPr>
            </a:lvl9pPr>
          </a:lstStyle>
          <a:p>
            <a:pPr>
              <a:buFont typeface="Arial" panose="020B0604020202020204" pitchFamily="34" charset="0"/>
              <a:buNone/>
            </a:pPr>
            <a:fld id="{EF1237E1-CF5A-864C-87BD-31C8B1B0E6A9}" type="slidenum">
              <a:rPr lang="zh-CN" altLang="en-US">
                <a:solidFill>
                  <a:srgbClr val="000000"/>
                </a:solidFill>
                <a:latin typeface="Calibri" panose="020F0502020204030204" pitchFamily="34" charset="0"/>
                <a:ea typeface="微软雅黑" panose="020B0503020204020204" charset="-122"/>
              </a:rPr>
              <a:t>15</a:t>
            </a:fld>
            <a:endParaRPr lang="zh-CN" altLang="en-US">
              <a:solidFill>
                <a:srgbClr val="000000"/>
              </a:solidFill>
              <a:latin typeface="Calibri" panose="020F0502020204030204" pitchFamily="34" charset="0"/>
              <a:ea typeface="微软雅黑" panose="020B0503020204020204" charset="-122"/>
            </a:endParaRPr>
          </a:p>
        </p:txBody>
      </p:sp>
    </p:spTree>
    <p:extLst>
      <p:ext uri="{BB962C8B-B14F-4D97-AF65-F5344CB8AC3E}">
        <p14:creationId xmlns:p14="http://schemas.microsoft.com/office/powerpoint/2010/main" val="3319185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4CF4A69-C878-4BA0-B01C-5074C37BAB92}" type="slidenum">
              <a:rPr lang="zh-CN" altLang="en-US" smtClean="0"/>
              <a:t>16</a:t>
            </a:fld>
            <a:endParaRPr lang="zh-CN" altLang="en-US"/>
          </a:p>
        </p:txBody>
      </p:sp>
    </p:spTree>
    <p:extLst>
      <p:ext uri="{BB962C8B-B14F-4D97-AF65-F5344CB8AC3E}">
        <p14:creationId xmlns:p14="http://schemas.microsoft.com/office/powerpoint/2010/main" val="1534276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4CF4A69-C878-4BA0-B01C-5074C37BAB92}" type="slidenum">
              <a:rPr lang="zh-CN" altLang="en-US" smtClean="0"/>
              <a:t>17</a:t>
            </a:fld>
            <a:endParaRPr lang="zh-CN" altLang="en-US"/>
          </a:p>
        </p:txBody>
      </p:sp>
    </p:spTree>
    <p:extLst>
      <p:ext uri="{BB962C8B-B14F-4D97-AF65-F5344CB8AC3E}">
        <p14:creationId xmlns:p14="http://schemas.microsoft.com/office/powerpoint/2010/main" val="858382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CF4A69-C878-4BA0-B01C-5074C37BAB92}" type="slidenum">
              <a:rPr lang="zh-CN" altLang="en-US" smtClean="0"/>
              <a:t>19</a:t>
            </a:fld>
            <a:endParaRPr lang="zh-CN" altLang="en-US"/>
          </a:p>
        </p:txBody>
      </p:sp>
    </p:spTree>
    <p:extLst>
      <p:ext uri="{BB962C8B-B14F-4D97-AF65-F5344CB8AC3E}">
        <p14:creationId xmlns:p14="http://schemas.microsoft.com/office/powerpoint/2010/main" val="7040536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CF4A69-C878-4BA0-B01C-5074C37BAB92}" type="slidenum">
              <a:rPr lang="zh-CN" altLang="en-US" smtClean="0"/>
              <a:t>20</a:t>
            </a:fld>
            <a:endParaRPr lang="zh-CN" altLang="en-US"/>
          </a:p>
        </p:txBody>
      </p:sp>
    </p:spTree>
    <p:extLst>
      <p:ext uri="{BB962C8B-B14F-4D97-AF65-F5344CB8AC3E}">
        <p14:creationId xmlns:p14="http://schemas.microsoft.com/office/powerpoint/2010/main" val="3026634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CF4A69-C878-4BA0-B01C-5074C37BAB92}" type="slidenum">
              <a:rPr lang="zh-CN" altLang="en-US" smtClean="0"/>
              <a:t>21</a:t>
            </a:fld>
            <a:endParaRPr lang="zh-CN" altLang="en-US"/>
          </a:p>
        </p:txBody>
      </p:sp>
    </p:spTree>
    <p:extLst>
      <p:ext uri="{BB962C8B-B14F-4D97-AF65-F5344CB8AC3E}">
        <p14:creationId xmlns:p14="http://schemas.microsoft.com/office/powerpoint/2010/main" val="14882161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9EBCA8-7E09-44C1-AE42-93DD8798F8D1}" type="slidenum">
              <a:rPr lang="zh-CN" altLang="en-US" smtClean="0"/>
              <a:t>24</a:t>
            </a:fld>
            <a:endParaRPr lang="zh-CN" altLang="en-US"/>
          </a:p>
        </p:txBody>
      </p:sp>
    </p:spTree>
    <p:extLst>
      <p:ext uri="{BB962C8B-B14F-4D97-AF65-F5344CB8AC3E}">
        <p14:creationId xmlns:p14="http://schemas.microsoft.com/office/powerpoint/2010/main" val="3446967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4A4FDB-607B-D5BC-919F-996BC4B7868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2812C5DE-6F13-9907-12AD-9CB8F761C1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EDB883C7-8287-2732-5BEE-272E7D0B1C32}"/>
              </a:ext>
            </a:extLst>
          </p:cNvPr>
          <p:cNvSpPr>
            <a:spLocks noGrp="1"/>
          </p:cNvSpPr>
          <p:nvPr>
            <p:ph type="dt" sz="half" idx="10"/>
          </p:nvPr>
        </p:nvSpPr>
        <p:spPr/>
        <p:txBody>
          <a:bodyPr/>
          <a:lstStyle/>
          <a:p>
            <a:fld id="{EE747AAF-685B-3E43-8B03-D79BC766AE6A}" type="datetimeFigureOut">
              <a:rPr kumimoji="1" lang="zh-CN" altLang="en-US" smtClean="0"/>
              <a:t>2023/5/4</a:t>
            </a:fld>
            <a:endParaRPr kumimoji="1" lang="zh-CN" altLang="en-US"/>
          </a:p>
        </p:txBody>
      </p:sp>
      <p:sp>
        <p:nvSpPr>
          <p:cNvPr id="5" name="页脚占位符 4">
            <a:extLst>
              <a:ext uri="{FF2B5EF4-FFF2-40B4-BE49-F238E27FC236}">
                <a16:creationId xmlns:a16="http://schemas.microsoft.com/office/drawing/2014/main" id="{8192DA6B-853B-04A0-0DE6-8FAC8257624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7BFC16C-08A5-83B4-CA11-9DAE603D7CF5}"/>
              </a:ext>
            </a:extLst>
          </p:cNvPr>
          <p:cNvSpPr>
            <a:spLocks noGrp="1"/>
          </p:cNvSpPr>
          <p:nvPr>
            <p:ph type="sldNum" sz="quarter" idx="12"/>
          </p:nvPr>
        </p:nvSpPr>
        <p:spPr/>
        <p:txBody>
          <a:bodyPr/>
          <a:lstStyle/>
          <a:p>
            <a:fld id="{72D31300-DEB5-0246-95E9-91A12AE232B2}" type="slidenum">
              <a:rPr kumimoji="1" lang="zh-CN" altLang="en-US" smtClean="0"/>
              <a:t>‹#›</a:t>
            </a:fld>
            <a:endParaRPr kumimoji="1" lang="zh-CN" altLang="en-US"/>
          </a:p>
        </p:txBody>
      </p:sp>
    </p:spTree>
    <p:extLst>
      <p:ext uri="{BB962C8B-B14F-4D97-AF65-F5344CB8AC3E}">
        <p14:creationId xmlns:p14="http://schemas.microsoft.com/office/powerpoint/2010/main" val="2067808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55F66B-8915-E0CE-0A6E-6296B53B41F5}"/>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A1842E6-F599-2092-5C3B-584F03349CCF}"/>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E48D844-F49A-8ECB-12FA-A86F2E63DB3D}"/>
              </a:ext>
            </a:extLst>
          </p:cNvPr>
          <p:cNvSpPr>
            <a:spLocks noGrp="1"/>
          </p:cNvSpPr>
          <p:nvPr>
            <p:ph type="dt" sz="half" idx="10"/>
          </p:nvPr>
        </p:nvSpPr>
        <p:spPr/>
        <p:txBody>
          <a:bodyPr/>
          <a:lstStyle/>
          <a:p>
            <a:fld id="{EE747AAF-685B-3E43-8B03-D79BC766AE6A}" type="datetimeFigureOut">
              <a:rPr kumimoji="1" lang="zh-CN" altLang="en-US" smtClean="0"/>
              <a:t>2023/5/4</a:t>
            </a:fld>
            <a:endParaRPr kumimoji="1" lang="zh-CN" altLang="en-US"/>
          </a:p>
        </p:txBody>
      </p:sp>
      <p:sp>
        <p:nvSpPr>
          <p:cNvPr id="5" name="页脚占位符 4">
            <a:extLst>
              <a:ext uri="{FF2B5EF4-FFF2-40B4-BE49-F238E27FC236}">
                <a16:creationId xmlns:a16="http://schemas.microsoft.com/office/drawing/2014/main" id="{912FD201-9727-6531-A42D-AA350B106A2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371D62F-5574-E460-2968-FD92550159DF}"/>
              </a:ext>
            </a:extLst>
          </p:cNvPr>
          <p:cNvSpPr>
            <a:spLocks noGrp="1"/>
          </p:cNvSpPr>
          <p:nvPr>
            <p:ph type="sldNum" sz="quarter" idx="12"/>
          </p:nvPr>
        </p:nvSpPr>
        <p:spPr/>
        <p:txBody>
          <a:bodyPr/>
          <a:lstStyle/>
          <a:p>
            <a:fld id="{72D31300-DEB5-0246-95E9-91A12AE232B2}" type="slidenum">
              <a:rPr kumimoji="1" lang="zh-CN" altLang="en-US" smtClean="0"/>
              <a:t>‹#›</a:t>
            </a:fld>
            <a:endParaRPr kumimoji="1" lang="zh-CN" altLang="en-US"/>
          </a:p>
        </p:txBody>
      </p:sp>
    </p:spTree>
    <p:extLst>
      <p:ext uri="{BB962C8B-B14F-4D97-AF65-F5344CB8AC3E}">
        <p14:creationId xmlns:p14="http://schemas.microsoft.com/office/powerpoint/2010/main" val="1715126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C34171-B82D-25A6-FB77-8183E5E8C50F}"/>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5DBDE21E-3B6D-48B7-A24C-611D110EE5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C47264F2-71F3-24CD-2EF0-2BDE0D331E86}"/>
              </a:ext>
            </a:extLst>
          </p:cNvPr>
          <p:cNvSpPr>
            <a:spLocks noGrp="1"/>
          </p:cNvSpPr>
          <p:nvPr>
            <p:ph type="dt" sz="half" idx="10"/>
          </p:nvPr>
        </p:nvSpPr>
        <p:spPr/>
        <p:txBody>
          <a:bodyPr/>
          <a:lstStyle/>
          <a:p>
            <a:fld id="{EE747AAF-685B-3E43-8B03-D79BC766AE6A}" type="datetimeFigureOut">
              <a:rPr kumimoji="1" lang="zh-CN" altLang="en-US" smtClean="0"/>
              <a:t>2023/5/4</a:t>
            </a:fld>
            <a:endParaRPr kumimoji="1" lang="zh-CN" altLang="en-US"/>
          </a:p>
        </p:txBody>
      </p:sp>
      <p:sp>
        <p:nvSpPr>
          <p:cNvPr id="5" name="页脚占位符 4">
            <a:extLst>
              <a:ext uri="{FF2B5EF4-FFF2-40B4-BE49-F238E27FC236}">
                <a16:creationId xmlns:a16="http://schemas.microsoft.com/office/drawing/2014/main" id="{1C494CB1-78C9-4038-2C21-4EBB5C07C2F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206E90D-7D61-DF7A-3579-D5EF055C0121}"/>
              </a:ext>
            </a:extLst>
          </p:cNvPr>
          <p:cNvSpPr>
            <a:spLocks noGrp="1"/>
          </p:cNvSpPr>
          <p:nvPr>
            <p:ph type="sldNum" sz="quarter" idx="12"/>
          </p:nvPr>
        </p:nvSpPr>
        <p:spPr/>
        <p:txBody>
          <a:bodyPr/>
          <a:lstStyle/>
          <a:p>
            <a:fld id="{72D31300-DEB5-0246-95E9-91A12AE232B2}" type="slidenum">
              <a:rPr kumimoji="1" lang="zh-CN" altLang="en-US" smtClean="0"/>
              <a:t>‹#›</a:t>
            </a:fld>
            <a:endParaRPr kumimoji="1" lang="zh-CN" altLang="en-US"/>
          </a:p>
        </p:txBody>
      </p:sp>
    </p:spTree>
    <p:extLst>
      <p:ext uri="{BB962C8B-B14F-4D97-AF65-F5344CB8AC3E}">
        <p14:creationId xmlns:p14="http://schemas.microsoft.com/office/powerpoint/2010/main" val="1884154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7BE633-55C7-0A60-E626-D1537CF6C875}"/>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4EFC5867-EAF1-08C8-CCFD-7526EE738BD3}"/>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A1778A2-6BB8-2977-8C83-6D119007C9F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EAF22FF1-B7E0-E455-3E6F-150607480E26}"/>
              </a:ext>
            </a:extLst>
          </p:cNvPr>
          <p:cNvSpPr>
            <a:spLocks noGrp="1"/>
          </p:cNvSpPr>
          <p:nvPr>
            <p:ph type="dt" sz="half" idx="10"/>
          </p:nvPr>
        </p:nvSpPr>
        <p:spPr/>
        <p:txBody>
          <a:bodyPr/>
          <a:lstStyle/>
          <a:p>
            <a:fld id="{EE747AAF-685B-3E43-8B03-D79BC766AE6A}" type="datetimeFigureOut">
              <a:rPr kumimoji="1" lang="zh-CN" altLang="en-US" smtClean="0"/>
              <a:t>2023/5/4</a:t>
            </a:fld>
            <a:endParaRPr kumimoji="1" lang="zh-CN" altLang="en-US"/>
          </a:p>
        </p:txBody>
      </p:sp>
      <p:sp>
        <p:nvSpPr>
          <p:cNvPr id="6" name="页脚占位符 5">
            <a:extLst>
              <a:ext uri="{FF2B5EF4-FFF2-40B4-BE49-F238E27FC236}">
                <a16:creationId xmlns:a16="http://schemas.microsoft.com/office/drawing/2014/main" id="{81224D70-CFE0-2349-D4B0-A4A613EF5D9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93867849-9961-138D-87A6-E638EE4EE257}"/>
              </a:ext>
            </a:extLst>
          </p:cNvPr>
          <p:cNvSpPr>
            <a:spLocks noGrp="1"/>
          </p:cNvSpPr>
          <p:nvPr>
            <p:ph type="sldNum" sz="quarter" idx="12"/>
          </p:nvPr>
        </p:nvSpPr>
        <p:spPr/>
        <p:txBody>
          <a:bodyPr/>
          <a:lstStyle/>
          <a:p>
            <a:fld id="{72D31300-DEB5-0246-95E9-91A12AE232B2}" type="slidenum">
              <a:rPr kumimoji="1" lang="zh-CN" altLang="en-US" smtClean="0"/>
              <a:t>‹#›</a:t>
            </a:fld>
            <a:endParaRPr kumimoji="1" lang="zh-CN" altLang="en-US"/>
          </a:p>
        </p:txBody>
      </p:sp>
    </p:spTree>
    <p:extLst>
      <p:ext uri="{BB962C8B-B14F-4D97-AF65-F5344CB8AC3E}">
        <p14:creationId xmlns:p14="http://schemas.microsoft.com/office/powerpoint/2010/main" val="3661313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D007FC-267A-2093-64DD-0BD19F1ABA4F}"/>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998E6501-210B-FD37-00FD-E8252A258F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3DF64A6-B078-9438-8386-9F4678BC6EC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CA793065-ED9D-6FB4-DB15-D01E3BBD80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7708C52B-996E-B78C-026D-5F41DFF940D9}"/>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D58F41A4-B99C-E878-5B4B-6F3CAA4F4C57}"/>
              </a:ext>
            </a:extLst>
          </p:cNvPr>
          <p:cNvSpPr>
            <a:spLocks noGrp="1"/>
          </p:cNvSpPr>
          <p:nvPr>
            <p:ph type="dt" sz="half" idx="10"/>
          </p:nvPr>
        </p:nvSpPr>
        <p:spPr/>
        <p:txBody>
          <a:bodyPr/>
          <a:lstStyle/>
          <a:p>
            <a:fld id="{EE747AAF-685B-3E43-8B03-D79BC766AE6A}" type="datetimeFigureOut">
              <a:rPr kumimoji="1" lang="zh-CN" altLang="en-US" smtClean="0"/>
              <a:t>2023/5/4</a:t>
            </a:fld>
            <a:endParaRPr kumimoji="1" lang="zh-CN" altLang="en-US"/>
          </a:p>
        </p:txBody>
      </p:sp>
      <p:sp>
        <p:nvSpPr>
          <p:cNvPr id="8" name="页脚占位符 7">
            <a:extLst>
              <a:ext uri="{FF2B5EF4-FFF2-40B4-BE49-F238E27FC236}">
                <a16:creationId xmlns:a16="http://schemas.microsoft.com/office/drawing/2014/main" id="{97723E21-762D-A5EE-C671-899644B712F4}"/>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EE805361-F71E-7664-4FE6-E9BAF70195D8}"/>
              </a:ext>
            </a:extLst>
          </p:cNvPr>
          <p:cNvSpPr>
            <a:spLocks noGrp="1"/>
          </p:cNvSpPr>
          <p:nvPr>
            <p:ph type="sldNum" sz="quarter" idx="12"/>
          </p:nvPr>
        </p:nvSpPr>
        <p:spPr/>
        <p:txBody>
          <a:bodyPr/>
          <a:lstStyle/>
          <a:p>
            <a:fld id="{72D31300-DEB5-0246-95E9-91A12AE232B2}" type="slidenum">
              <a:rPr kumimoji="1" lang="zh-CN" altLang="en-US" smtClean="0"/>
              <a:t>‹#›</a:t>
            </a:fld>
            <a:endParaRPr kumimoji="1" lang="zh-CN" altLang="en-US"/>
          </a:p>
        </p:txBody>
      </p:sp>
    </p:spTree>
    <p:extLst>
      <p:ext uri="{BB962C8B-B14F-4D97-AF65-F5344CB8AC3E}">
        <p14:creationId xmlns:p14="http://schemas.microsoft.com/office/powerpoint/2010/main" val="2056904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86F6DB-CDD8-0BC4-99BC-4E890A6D9DA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791B67AE-134A-0B8E-9779-98CAFAA01E86}"/>
              </a:ext>
            </a:extLst>
          </p:cNvPr>
          <p:cNvSpPr>
            <a:spLocks noGrp="1"/>
          </p:cNvSpPr>
          <p:nvPr>
            <p:ph type="dt" sz="half" idx="10"/>
          </p:nvPr>
        </p:nvSpPr>
        <p:spPr/>
        <p:txBody>
          <a:bodyPr/>
          <a:lstStyle/>
          <a:p>
            <a:fld id="{EE747AAF-685B-3E43-8B03-D79BC766AE6A}" type="datetimeFigureOut">
              <a:rPr kumimoji="1" lang="zh-CN" altLang="en-US" smtClean="0"/>
              <a:t>2023/5/4</a:t>
            </a:fld>
            <a:endParaRPr kumimoji="1" lang="zh-CN" altLang="en-US"/>
          </a:p>
        </p:txBody>
      </p:sp>
      <p:sp>
        <p:nvSpPr>
          <p:cNvPr id="4" name="页脚占位符 3">
            <a:extLst>
              <a:ext uri="{FF2B5EF4-FFF2-40B4-BE49-F238E27FC236}">
                <a16:creationId xmlns:a16="http://schemas.microsoft.com/office/drawing/2014/main" id="{AB9CD0D5-C9F1-2321-886F-FE03B08B5BF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8588F3A8-350F-0E05-0BEB-F55092F34E8E}"/>
              </a:ext>
            </a:extLst>
          </p:cNvPr>
          <p:cNvSpPr>
            <a:spLocks noGrp="1"/>
          </p:cNvSpPr>
          <p:nvPr>
            <p:ph type="sldNum" sz="quarter" idx="12"/>
          </p:nvPr>
        </p:nvSpPr>
        <p:spPr/>
        <p:txBody>
          <a:bodyPr/>
          <a:lstStyle/>
          <a:p>
            <a:fld id="{72D31300-DEB5-0246-95E9-91A12AE232B2}" type="slidenum">
              <a:rPr kumimoji="1" lang="zh-CN" altLang="en-US" smtClean="0"/>
              <a:t>‹#›</a:t>
            </a:fld>
            <a:endParaRPr kumimoji="1" lang="zh-CN" altLang="en-US"/>
          </a:p>
        </p:txBody>
      </p:sp>
    </p:spTree>
    <p:extLst>
      <p:ext uri="{BB962C8B-B14F-4D97-AF65-F5344CB8AC3E}">
        <p14:creationId xmlns:p14="http://schemas.microsoft.com/office/powerpoint/2010/main" val="82023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78D3BB4-AC38-18AC-55CC-DCC6B0B42FB6}"/>
              </a:ext>
            </a:extLst>
          </p:cNvPr>
          <p:cNvSpPr>
            <a:spLocks noGrp="1"/>
          </p:cNvSpPr>
          <p:nvPr>
            <p:ph type="dt" sz="half" idx="10"/>
          </p:nvPr>
        </p:nvSpPr>
        <p:spPr/>
        <p:txBody>
          <a:bodyPr/>
          <a:lstStyle/>
          <a:p>
            <a:fld id="{EE747AAF-685B-3E43-8B03-D79BC766AE6A}" type="datetimeFigureOut">
              <a:rPr kumimoji="1" lang="zh-CN" altLang="en-US" smtClean="0"/>
              <a:t>2023/5/4</a:t>
            </a:fld>
            <a:endParaRPr kumimoji="1" lang="zh-CN" altLang="en-US"/>
          </a:p>
        </p:txBody>
      </p:sp>
      <p:sp>
        <p:nvSpPr>
          <p:cNvPr id="3" name="页脚占位符 2">
            <a:extLst>
              <a:ext uri="{FF2B5EF4-FFF2-40B4-BE49-F238E27FC236}">
                <a16:creationId xmlns:a16="http://schemas.microsoft.com/office/drawing/2014/main" id="{5F8F9D5A-7BE8-9671-C4F8-9D8F77EEA4EB}"/>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5ADDAFD1-E727-BBF3-8468-B37FD0D158FE}"/>
              </a:ext>
            </a:extLst>
          </p:cNvPr>
          <p:cNvSpPr>
            <a:spLocks noGrp="1"/>
          </p:cNvSpPr>
          <p:nvPr>
            <p:ph type="sldNum" sz="quarter" idx="12"/>
          </p:nvPr>
        </p:nvSpPr>
        <p:spPr/>
        <p:txBody>
          <a:bodyPr/>
          <a:lstStyle/>
          <a:p>
            <a:fld id="{72D31300-DEB5-0246-95E9-91A12AE232B2}" type="slidenum">
              <a:rPr kumimoji="1" lang="zh-CN" altLang="en-US" smtClean="0"/>
              <a:t>‹#›</a:t>
            </a:fld>
            <a:endParaRPr kumimoji="1" lang="zh-CN" altLang="en-US"/>
          </a:p>
        </p:txBody>
      </p:sp>
    </p:spTree>
    <p:extLst>
      <p:ext uri="{BB962C8B-B14F-4D97-AF65-F5344CB8AC3E}">
        <p14:creationId xmlns:p14="http://schemas.microsoft.com/office/powerpoint/2010/main" val="3493657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1DDEA7-99FE-262C-AA6F-D3FA3D11181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5D6D63F3-55E9-B43B-98D7-BF28A94DA1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5F899071-DD2E-F697-A698-9A0CAD2F6D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E107AB8-B367-A47C-562B-D60A27B0C42B}"/>
              </a:ext>
            </a:extLst>
          </p:cNvPr>
          <p:cNvSpPr>
            <a:spLocks noGrp="1"/>
          </p:cNvSpPr>
          <p:nvPr>
            <p:ph type="dt" sz="half" idx="10"/>
          </p:nvPr>
        </p:nvSpPr>
        <p:spPr/>
        <p:txBody>
          <a:bodyPr/>
          <a:lstStyle/>
          <a:p>
            <a:fld id="{EE747AAF-685B-3E43-8B03-D79BC766AE6A}" type="datetimeFigureOut">
              <a:rPr kumimoji="1" lang="zh-CN" altLang="en-US" smtClean="0"/>
              <a:t>2023/5/4</a:t>
            </a:fld>
            <a:endParaRPr kumimoji="1" lang="zh-CN" altLang="en-US"/>
          </a:p>
        </p:txBody>
      </p:sp>
      <p:sp>
        <p:nvSpPr>
          <p:cNvPr id="6" name="页脚占位符 5">
            <a:extLst>
              <a:ext uri="{FF2B5EF4-FFF2-40B4-BE49-F238E27FC236}">
                <a16:creationId xmlns:a16="http://schemas.microsoft.com/office/drawing/2014/main" id="{1C96D826-8552-78E9-8538-27912B15DB8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505A381-A46B-138E-7B72-9E6CA20D43CA}"/>
              </a:ext>
            </a:extLst>
          </p:cNvPr>
          <p:cNvSpPr>
            <a:spLocks noGrp="1"/>
          </p:cNvSpPr>
          <p:nvPr>
            <p:ph type="sldNum" sz="quarter" idx="12"/>
          </p:nvPr>
        </p:nvSpPr>
        <p:spPr/>
        <p:txBody>
          <a:bodyPr/>
          <a:lstStyle/>
          <a:p>
            <a:fld id="{72D31300-DEB5-0246-95E9-91A12AE232B2}" type="slidenum">
              <a:rPr kumimoji="1" lang="zh-CN" altLang="en-US" smtClean="0"/>
              <a:t>‹#›</a:t>
            </a:fld>
            <a:endParaRPr kumimoji="1" lang="zh-CN" altLang="en-US"/>
          </a:p>
        </p:txBody>
      </p:sp>
    </p:spTree>
    <p:extLst>
      <p:ext uri="{BB962C8B-B14F-4D97-AF65-F5344CB8AC3E}">
        <p14:creationId xmlns:p14="http://schemas.microsoft.com/office/powerpoint/2010/main" val="2106524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8B443-5546-BA8E-5EE1-303FDA790BF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E63C3251-EAFD-4BD1-9025-D70562D97A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20A05AE-27FF-5BF6-5051-9932D47D85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38018512-3257-E30F-6AAB-BA84E7948F78}"/>
              </a:ext>
            </a:extLst>
          </p:cNvPr>
          <p:cNvSpPr>
            <a:spLocks noGrp="1"/>
          </p:cNvSpPr>
          <p:nvPr>
            <p:ph type="dt" sz="half" idx="10"/>
          </p:nvPr>
        </p:nvSpPr>
        <p:spPr/>
        <p:txBody>
          <a:bodyPr/>
          <a:lstStyle/>
          <a:p>
            <a:fld id="{EE747AAF-685B-3E43-8B03-D79BC766AE6A}" type="datetimeFigureOut">
              <a:rPr kumimoji="1" lang="zh-CN" altLang="en-US" smtClean="0"/>
              <a:t>2023/5/4</a:t>
            </a:fld>
            <a:endParaRPr kumimoji="1" lang="zh-CN" altLang="en-US"/>
          </a:p>
        </p:txBody>
      </p:sp>
      <p:sp>
        <p:nvSpPr>
          <p:cNvPr id="6" name="页脚占位符 5">
            <a:extLst>
              <a:ext uri="{FF2B5EF4-FFF2-40B4-BE49-F238E27FC236}">
                <a16:creationId xmlns:a16="http://schemas.microsoft.com/office/drawing/2014/main" id="{2A7EBA92-FF1F-29FE-E36B-934E2F4A0B9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34338F1-641B-3E90-54EC-3A4252411CC1}"/>
              </a:ext>
            </a:extLst>
          </p:cNvPr>
          <p:cNvSpPr>
            <a:spLocks noGrp="1"/>
          </p:cNvSpPr>
          <p:nvPr>
            <p:ph type="sldNum" sz="quarter" idx="12"/>
          </p:nvPr>
        </p:nvSpPr>
        <p:spPr/>
        <p:txBody>
          <a:bodyPr/>
          <a:lstStyle/>
          <a:p>
            <a:fld id="{72D31300-DEB5-0246-95E9-91A12AE232B2}" type="slidenum">
              <a:rPr kumimoji="1" lang="zh-CN" altLang="en-US" smtClean="0"/>
              <a:t>‹#›</a:t>
            </a:fld>
            <a:endParaRPr kumimoji="1" lang="zh-CN" altLang="en-US"/>
          </a:p>
        </p:txBody>
      </p:sp>
    </p:spTree>
    <p:extLst>
      <p:ext uri="{BB962C8B-B14F-4D97-AF65-F5344CB8AC3E}">
        <p14:creationId xmlns:p14="http://schemas.microsoft.com/office/powerpoint/2010/main" val="2381474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046C11-D39E-7FA0-1B9E-7EF436CFF00C}"/>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FBCD53E-196F-6E64-BC14-490F14EEB1D4}"/>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68C4F1A-626F-5A80-AC1C-7DFC568E5E84}"/>
              </a:ext>
            </a:extLst>
          </p:cNvPr>
          <p:cNvSpPr>
            <a:spLocks noGrp="1"/>
          </p:cNvSpPr>
          <p:nvPr>
            <p:ph type="dt" sz="half" idx="10"/>
          </p:nvPr>
        </p:nvSpPr>
        <p:spPr/>
        <p:txBody>
          <a:bodyPr/>
          <a:lstStyle/>
          <a:p>
            <a:fld id="{EE747AAF-685B-3E43-8B03-D79BC766AE6A}" type="datetimeFigureOut">
              <a:rPr kumimoji="1" lang="zh-CN" altLang="en-US" smtClean="0"/>
              <a:t>2023/5/4</a:t>
            </a:fld>
            <a:endParaRPr kumimoji="1" lang="zh-CN" altLang="en-US"/>
          </a:p>
        </p:txBody>
      </p:sp>
      <p:sp>
        <p:nvSpPr>
          <p:cNvPr id="5" name="页脚占位符 4">
            <a:extLst>
              <a:ext uri="{FF2B5EF4-FFF2-40B4-BE49-F238E27FC236}">
                <a16:creationId xmlns:a16="http://schemas.microsoft.com/office/drawing/2014/main" id="{A9AC77F3-1537-5AFF-2C33-B385E948EC6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53DA18D-25DC-D4F4-2E70-B0403F5BCC30}"/>
              </a:ext>
            </a:extLst>
          </p:cNvPr>
          <p:cNvSpPr>
            <a:spLocks noGrp="1"/>
          </p:cNvSpPr>
          <p:nvPr>
            <p:ph type="sldNum" sz="quarter" idx="12"/>
          </p:nvPr>
        </p:nvSpPr>
        <p:spPr/>
        <p:txBody>
          <a:bodyPr/>
          <a:lstStyle/>
          <a:p>
            <a:fld id="{72D31300-DEB5-0246-95E9-91A12AE232B2}" type="slidenum">
              <a:rPr kumimoji="1" lang="zh-CN" altLang="en-US" smtClean="0"/>
              <a:t>‹#›</a:t>
            </a:fld>
            <a:endParaRPr kumimoji="1" lang="zh-CN" altLang="en-US"/>
          </a:p>
        </p:txBody>
      </p:sp>
    </p:spTree>
    <p:extLst>
      <p:ext uri="{BB962C8B-B14F-4D97-AF65-F5344CB8AC3E}">
        <p14:creationId xmlns:p14="http://schemas.microsoft.com/office/powerpoint/2010/main" val="2109958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2256A4-E85B-58BE-F651-869AD61A1EAA}"/>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D9DCB0C-413A-434F-1909-7A2D1A794B36}"/>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022863B-147B-144D-A523-B08DC40B4623}"/>
              </a:ext>
            </a:extLst>
          </p:cNvPr>
          <p:cNvSpPr>
            <a:spLocks noGrp="1"/>
          </p:cNvSpPr>
          <p:nvPr>
            <p:ph type="dt" sz="half" idx="10"/>
          </p:nvPr>
        </p:nvSpPr>
        <p:spPr/>
        <p:txBody>
          <a:bodyPr/>
          <a:lstStyle/>
          <a:p>
            <a:fld id="{EE747AAF-685B-3E43-8B03-D79BC766AE6A}" type="datetimeFigureOut">
              <a:rPr kumimoji="1" lang="zh-CN" altLang="en-US" smtClean="0"/>
              <a:t>2023/5/4</a:t>
            </a:fld>
            <a:endParaRPr kumimoji="1" lang="zh-CN" altLang="en-US"/>
          </a:p>
        </p:txBody>
      </p:sp>
      <p:sp>
        <p:nvSpPr>
          <p:cNvPr id="5" name="页脚占位符 4">
            <a:extLst>
              <a:ext uri="{FF2B5EF4-FFF2-40B4-BE49-F238E27FC236}">
                <a16:creationId xmlns:a16="http://schemas.microsoft.com/office/drawing/2014/main" id="{05ADD622-858E-F047-E556-98C040A397E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DDCCBB1-B8A4-95D4-AFF0-E53A0D6DAFC4}"/>
              </a:ext>
            </a:extLst>
          </p:cNvPr>
          <p:cNvSpPr>
            <a:spLocks noGrp="1"/>
          </p:cNvSpPr>
          <p:nvPr>
            <p:ph type="sldNum" sz="quarter" idx="12"/>
          </p:nvPr>
        </p:nvSpPr>
        <p:spPr/>
        <p:txBody>
          <a:bodyPr/>
          <a:lstStyle/>
          <a:p>
            <a:fld id="{72D31300-DEB5-0246-95E9-91A12AE232B2}" type="slidenum">
              <a:rPr kumimoji="1" lang="zh-CN" altLang="en-US" smtClean="0"/>
              <a:t>‹#›</a:t>
            </a:fld>
            <a:endParaRPr kumimoji="1" lang="zh-CN" altLang="en-US"/>
          </a:p>
        </p:txBody>
      </p:sp>
    </p:spTree>
    <p:extLst>
      <p:ext uri="{BB962C8B-B14F-4D97-AF65-F5344CB8AC3E}">
        <p14:creationId xmlns:p14="http://schemas.microsoft.com/office/powerpoint/2010/main" val="2115331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思维导图">
    <p:spTree>
      <p:nvGrpSpPr>
        <p:cNvPr id="1" name=""/>
        <p:cNvGrpSpPr/>
        <p:nvPr/>
      </p:nvGrpSpPr>
      <p:grpSpPr>
        <a:xfrm>
          <a:off x="0" y="0"/>
          <a:ext cx="0" cy="0"/>
          <a:chOff x="0" y="0"/>
          <a:chExt cx="0" cy="0"/>
        </a:xfrm>
      </p:grpSpPr>
      <p:grpSp>
        <p:nvGrpSpPr>
          <p:cNvPr id="3" name="组合 2"/>
          <p:cNvGrpSpPr/>
          <p:nvPr userDrawn="1"/>
        </p:nvGrpSpPr>
        <p:grpSpPr>
          <a:xfrm>
            <a:off x="0" y="0"/>
            <a:ext cx="12192000" cy="6858000"/>
            <a:chOff x="0" y="0"/>
            <a:chExt cx="12192000" cy="6858000"/>
          </a:xfrm>
        </p:grpSpPr>
        <p:sp>
          <p:nvSpPr>
            <p:cNvPr id="4" name="矩形 3"/>
            <p:cNvSpPr/>
            <p:nvPr/>
          </p:nvSpPr>
          <p:spPr bwMode="auto">
            <a:xfrm>
              <a:off x="0" y="0"/>
              <a:ext cx="12192000" cy="6858000"/>
            </a:xfrm>
            <a:prstGeom prst="rect">
              <a:avLst/>
            </a:prstGeom>
            <a:gradFill>
              <a:gsLst>
                <a:gs pos="0">
                  <a:srgbClr val="E17751"/>
                </a:gs>
                <a:gs pos="100000">
                  <a:srgbClr val="FD7201">
                    <a:alpha val="50000"/>
                  </a:srgbClr>
                </a:gs>
              </a:gsLst>
              <a:lin ang="16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任意多边形: 形状 115"/>
            <p:cNvSpPr>
              <a:spLocks noChangeAspect="1"/>
            </p:cNvSpPr>
            <p:nvPr/>
          </p:nvSpPr>
          <p:spPr bwMode="auto">
            <a:xfrm>
              <a:off x="754444" y="0"/>
              <a:ext cx="11437556" cy="6312353"/>
            </a:xfrm>
            <a:custGeom>
              <a:avLst/>
              <a:gdLst>
                <a:gd name="connsiteX0" fmla="*/ 0 w 11437556"/>
                <a:gd name="connsiteY0" fmla="*/ 0 h 6312353"/>
                <a:gd name="connsiteX1" fmla="*/ 11437556 w 11437556"/>
                <a:gd name="connsiteY1" fmla="*/ 0 h 6312353"/>
                <a:gd name="connsiteX2" fmla="*/ 11437556 w 11437556"/>
                <a:gd name="connsiteY2" fmla="*/ 5850316 h 6312353"/>
                <a:gd name="connsiteX3" fmla="*/ 11267872 w 11437556"/>
                <a:gd name="connsiteY3" fmla="*/ 5907731 h 6312353"/>
                <a:gd name="connsiteX4" fmla="*/ 8591547 w 11437556"/>
                <a:gd name="connsiteY4" fmla="*/ 6312353 h 6312353"/>
                <a:gd name="connsiteX5" fmla="*/ 137665 w 11437556"/>
                <a:gd name="connsiteY5" fmla="*/ 406855 h 631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37556" h="6312353">
                  <a:moveTo>
                    <a:pt x="0" y="0"/>
                  </a:moveTo>
                  <a:lnTo>
                    <a:pt x="11437556" y="0"/>
                  </a:lnTo>
                  <a:lnTo>
                    <a:pt x="11437556" y="5850316"/>
                  </a:lnTo>
                  <a:lnTo>
                    <a:pt x="11267872" y="5907731"/>
                  </a:lnTo>
                  <a:cubicBezTo>
                    <a:pt x="10422422" y="6170693"/>
                    <a:pt x="9523527" y="6312353"/>
                    <a:pt x="8591547" y="6312353"/>
                  </a:cubicBezTo>
                  <a:cubicBezTo>
                    <a:pt x="4708295" y="6312353"/>
                    <a:pt x="1399460" y="3852980"/>
                    <a:pt x="137665" y="406855"/>
                  </a:cubicBezTo>
                  <a:close/>
                </a:path>
              </a:pathLst>
            </a:custGeom>
            <a:gradFill>
              <a:gsLst>
                <a:gs pos="0">
                  <a:srgbClr val="E17751"/>
                </a:gs>
                <a:gs pos="100000">
                  <a:srgbClr val="FDD5A6">
                    <a:alpha val="50000"/>
                  </a:srgbClr>
                </a:gs>
              </a:gsLst>
              <a:lin ang="16800000" scaled="0"/>
            </a:gradFill>
            <a:ln>
              <a:noFill/>
            </a:ln>
            <a:effectLst>
              <a:innerShdw blurRad="254000" dist="127000" dir="8100000">
                <a:schemeClr val="accent2">
                  <a:lumMod val="75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bwMode="auto">
            <a:xfrm>
              <a:off x="179400" y="180000"/>
              <a:ext cx="11833200" cy="6498000"/>
            </a:xfrm>
            <a:prstGeom prst="rect">
              <a:avLst/>
            </a:prstGeom>
            <a:solidFill>
              <a:srgbClr val="FDFBF9"/>
            </a:solidFill>
            <a:ln>
              <a:noFill/>
            </a:ln>
            <a:effectLst>
              <a:outerShdw blurRad="381000" sx="102000" sy="102000" algn="ctr" rotWithShape="0">
                <a:srgbClr val="E1775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grpSp>
    </p:spTree>
    <p:extLst>
      <p:ext uri="{BB962C8B-B14F-4D97-AF65-F5344CB8AC3E}">
        <p14:creationId xmlns:p14="http://schemas.microsoft.com/office/powerpoint/2010/main" val="4146358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grpSp>
        <p:nvGrpSpPr>
          <p:cNvPr id="3" name="组合 2"/>
          <p:cNvGrpSpPr/>
          <p:nvPr userDrawn="1"/>
        </p:nvGrpSpPr>
        <p:grpSpPr>
          <a:xfrm>
            <a:off x="0" y="0"/>
            <a:ext cx="12192000" cy="6858000"/>
            <a:chOff x="0" y="0"/>
            <a:chExt cx="12192000" cy="6858000"/>
          </a:xfrm>
        </p:grpSpPr>
        <p:sp>
          <p:nvSpPr>
            <p:cNvPr id="4" name="矩形 3"/>
            <p:cNvSpPr/>
            <p:nvPr/>
          </p:nvSpPr>
          <p:spPr bwMode="auto">
            <a:xfrm>
              <a:off x="0" y="0"/>
              <a:ext cx="12192000" cy="6858000"/>
            </a:xfrm>
            <a:prstGeom prst="rect">
              <a:avLst/>
            </a:prstGeom>
            <a:gradFill>
              <a:gsLst>
                <a:gs pos="0">
                  <a:srgbClr val="E17751"/>
                </a:gs>
                <a:gs pos="100000">
                  <a:srgbClr val="F4AD7D"/>
                </a:gs>
              </a:gsLst>
              <a:lin ang="16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任意多边形: 形状 115"/>
            <p:cNvSpPr>
              <a:spLocks noChangeAspect="1"/>
            </p:cNvSpPr>
            <p:nvPr/>
          </p:nvSpPr>
          <p:spPr bwMode="auto">
            <a:xfrm>
              <a:off x="754444" y="0"/>
              <a:ext cx="11437556" cy="6312353"/>
            </a:xfrm>
            <a:custGeom>
              <a:avLst/>
              <a:gdLst>
                <a:gd name="connsiteX0" fmla="*/ 0 w 11437556"/>
                <a:gd name="connsiteY0" fmla="*/ 0 h 6312353"/>
                <a:gd name="connsiteX1" fmla="*/ 11437556 w 11437556"/>
                <a:gd name="connsiteY1" fmla="*/ 0 h 6312353"/>
                <a:gd name="connsiteX2" fmla="*/ 11437556 w 11437556"/>
                <a:gd name="connsiteY2" fmla="*/ 5850316 h 6312353"/>
                <a:gd name="connsiteX3" fmla="*/ 11267872 w 11437556"/>
                <a:gd name="connsiteY3" fmla="*/ 5907731 h 6312353"/>
                <a:gd name="connsiteX4" fmla="*/ 8591547 w 11437556"/>
                <a:gd name="connsiteY4" fmla="*/ 6312353 h 6312353"/>
                <a:gd name="connsiteX5" fmla="*/ 137665 w 11437556"/>
                <a:gd name="connsiteY5" fmla="*/ 406855 h 631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37556" h="6312353">
                  <a:moveTo>
                    <a:pt x="0" y="0"/>
                  </a:moveTo>
                  <a:lnTo>
                    <a:pt x="11437556" y="0"/>
                  </a:lnTo>
                  <a:lnTo>
                    <a:pt x="11437556" y="5850316"/>
                  </a:lnTo>
                  <a:lnTo>
                    <a:pt x="11267872" y="5907731"/>
                  </a:lnTo>
                  <a:cubicBezTo>
                    <a:pt x="10422422" y="6170693"/>
                    <a:pt x="9523527" y="6312353"/>
                    <a:pt x="8591547" y="6312353"/>
                  </a:cubicBezTo>
                  <a:cubicBezTo>
                    <a:pt x="4708295" y="6312353"/>
                    <a:pt x="1399460" y="3852980"/>
                    <a:pt x="137665" y="406855"/>
                  </a:cubicBezTo>
                  <a:close/>
                </a:path>
              </a:pathLst>
            </a:custGeom>
            <a:gradFill>
              <a:gsLst>
                <a:gs pos="0">
                  <a:srgbClr val="E17751"/>
                </a:gs>
                <a:gs pos="100000">
                  <a:srgbClr val="FDD5A6">
                    <a:alpha val="50000"/>
                  </a:srgbClr>
                </a:gs>
              </a:gsLst>
              <a:lin ang="16800000" scaled="0"/>
            </a:gradFill>
            <a:ln>
              <a:noFill/>
            </a:ln>
            <a:effectLst>
              <a:innerShdw blurRad="254000" dist="127000" dir="8100000">
                <a:schemeClr val="accent2">
                  <a:lumMod val="75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bwMode="auto">
            <a:xfrm>
              <a:off x="179400" y="180000"/>
              <a:ext cx="11833200" cy="6498000"/>
            </a:xfrm>
            <a:prstGeom prst="rect">
              <a:avLst/>
            </a:prstGeom>
            <a:solidFill>
              <a:srgbClr val="FDFBF9"/>
            </a:solidFill>
            <a:ln>
              <a:noFill/>
            </a:ln>
            <a:effectLst>
              <a:outerShdw blurRad="381000" sx="102000" sy="102000" algn="ctr" rotWithShape="0">
                <a:srgbClr val="E1775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grpSp>
    </p:spTree>
    <p:extLst>
      <p:ext uri="{BB962C8B-B14F-4D97-AF65-F5344CB8AC3E}">
        <p14:creationId xmlns:p14="http://schemas.microsoft.com/office/powerpoint/2010/main" val="1459269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5_页眉页脚">
    <p:spTree>
      <p:nvGrpSpPr>
        <p:cNvPr id="1" name=""/>
        <p:cNvGrpSpPr/>
        <p:nvPr/>
      </p:nvGrpSpPr>
      <p:grpSpPr>
        <a:xfrm>
          <a:off x="0" y="0"/>
          <a:ext cx="0" cy="0"/>
          <a:chOff x="0" y="0"/>
          <a:chExt cx="0" cy="0"/>
        </a:xfrm>
      </p:grpSpPr>
      <p:grpSp>
        <p:nvGrpSpPr>
          <p:cNvPr id="9" name="组合 8"/>
          <p:cNvGrpSpPr/>
          <p:nvPr userDrawn="1"/>
        </p:nvGrpSpPr>
        <p:grpSpPr>
          <a:xfrm>
            <a:off x="0" y="0"/>
            <a:ext cx="12192000" cy="6858000"/>
            <a:chOff x="0" y="0"/>
            <a:chExt cx="12192000" cy="6858000"/>
          </a:xfrm>
        </p:grpSpPr>
        <p:sp>
          <p:nvSpPr>
            <p:cNvPr id="10" name="矩形 9"/>
            <p:cNvSpPr/>
            <p:nvPr/>
          </p:nvSpPr>
          <p:spPr bwMode="auto">
            <a:xfrm>
              <a:off x="0" y="0"/>
              <a:ext cx="12192000" cy="6858000"/>
            </a:xfrm>
            <a:prstGeom prst="rect">
              <a:avLst/>
            </a:prstGeom>
            <a:gradFill>
              <a:gsLst>
                <a:gs pos="0">
                  <a:srgbClr val="E17751"/>
                </a:gs>
                <a:gs pos="100000">
                  <a:srgbClr val="F4AD7D"/>
                </a:gs>
              </a:gsLst>
              <a:lin ang="16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1" name="任意多边形: 形状 115"/>
            <p:cNvSpPr>
              <a:spLocks noChangeAspect="1"/>
            </p:cNvSpPr>
            <p:nvPr/>
          </p:nvSpPr>
          <p:spPr bwMode="auto">
            <a:xfrm>
              <a:off x="754444" y="0"/>
              <a:ext cx="11437556" cy="6312353"/>
            </a:xfrm>
            <a:custGeom>
              <a:avLst/>
              <a:gdLst>
                <a:gd name="connsiteX0" fmla="*/ 0 w 11437556"/>
                <a:gd name="connsiteY0" fmla="*/ 0 h 6312353"/>
                <a:gd name="connsiteX1" fmla="*/ 11437556 w 11437556"/>
                <a:gd name="connsiteY1" fmla="*/ 0 h 6312353"/>
                <a:gd name="connsiteX2" fmla="*/ 11437556 w 11437556"/>
                <a:gd name="connsiteY2" fmla="*/ 5850316 h 6312353"/>
                <a:gd name="connsiteX3" fmla="*/ 11267872 w 11437556"/>
                <a:gd name="connsiteY3" fmla="*/ 5907731 h 6312353"/>
                <a:gd name="connsiteX4" fmla="*/ 8591547 w 11437556"/>
                <a:gd name="connsiteY4" fmla="*/ 6312353 h 6312353"/>
                <a:gd name="connsiteX5" fmla="*/ 137665 w 11437556"/>
                <a:gd name="connsiteY5" fmla="*/ 406855 h 631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37556" h="6312353">
                  <a:moveTo>
                    <a:pt x="0" y="0"/>
                  </a:moveTo>
                  <a:lnTo>
                    <a:pt x="11437556" y="0"/>
                  </a:lnTo>
                  <a:lnTo>
                    <a:pt x="11437556" y="5850316"/>
                  </a:lnTo>
                  <a:lnTo>
                    <a:pt x="11267872" y="5907731"/>
                  </a:lnTo>
                  <a:cubicBezTo>
                    <a:pt x="10422422" y="6170693"/>
                    <a:pt x="9523527" y="6312353"/>
                    <a:pt x="8591547" y="6312353"/>
                  </a:cubicBezTo>
                  <a:cubicBezTo>
                    <a:pt x="4708295" y="6312353"/>
                    <a:pt x="1399460" y="3852980"/>
                    <a:pt x="137665" y="406855"/>
                  </a:cubicBezTo>
                  <a:close/>
                </a:path>
              </a:pathLst>
            </a:custGeom>
            <a:gradFill>
              <a:gsLst>
                <a:gs pos="0">
                  <a:srgbClr val="E17751"/>
                </a:gs>
                <a:gs pos="100000">
                  <a:srgbClr val="FDD5A6">
                    <a:alpha val="50000"/>
                  </a:srgbClr>
                </a:gs>
              </a:gsLst>
              <a:lin ang="16800000" scaled="0"/>
            </a:gradFill>
            <a:ln>
              <a:noFill/>
            </a:ln>
            <a:effectLst>
              <a:innerShdw blurRad="254000" dist="127000" dir="8100000">
                <a:schemeClr val="accent2">
                  <a:lumMod val="75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 name="矩形 11"/>
            <p:cNvSpPr/>
            <p:nvPr/>
          </p:nvSpPr>
          <p:spPr bwMode="auto">
            <a:xfrm>
              <a:off x="179400" y="180000"/>
              <a:ext cx="11833200" cy="6498000"/>
            </a:xfrm>
            <a:prstGeom prst="rect">
              <a:avLst/>
            </a:prstGeom>
            <a:solidFill>
              <a:srgbClr val="FDFBF9"/>
            </a:solidFill>
            <a:ln>
              <a:noFill/>
            </a:ln>
            <a:effectLst>
              <a:outerShdw blurRad="381000" sx="102000" sy="102000" algn="ctr" rotWithShape="0">
                <a:srgbClr val="E1775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grpSp>
    </p:spTree>
    <p:extLst>
      <p:ext uri="{BB962C8B-B14F-4D97-AF65-F5344CB8AC3E}">
        <p14:creationId xmlns:p14="http://schemas.microsoft.com/office/powerpoint/2010/main" val="1066545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第二讲">
    <p:spTree>
      <p:nvGrpSpPr>
        <p:cNvPr id="1" name=""/>
        <p:cNvGrpSpPr/>
        <p:nvPr/>
      </p:nvGrpSpPr>
      <p:grpSpPr>
        <a:xfrm>
          <a:off x="0" y="0"/>
          <a:ext cx="0" cy="0"/>
          <a:chOff x="0" y="0"/>
          <a:chExt cx="0" cy="0"/>
        </a:xfrm>
      </p:grpSpPr>
      <p:sp>
        <p:nvSpPr>
          <p:cNvPr id="10" name="文本框 9"/>
          <p:cNvSpPr txBox="1"/>
          <p:nvPr userDrawn="1"/>
        </p:nvSpPr>
        <p:spPr>
          <a:xfrm>
            <a:off x="45719" y="194477"/>
            <a:ext cx="7156536" cy="278281"/>
          </a:xfrm>
          <a:prstGeom prst="rect">
            <a:avLst/>
          </a:prstGeom>
          <a:noFill/>
        </p:spPr>
        <p:txBody>
          <a:bodyPr wrap="square" rtlCol="0">
            <a:spAutoFit/>
          </a:bodyPr>
          <a:lstStyle/>
          <a:p>
            <a:pPr algn="just">
              <a:lnSpc>
                <a:spcPct val="120000"/>
              </a:lnSpc>
            </a:pPr>
            <a:r>
              <a:rPr lang="zh-CN" altLang="en-US" sz="1100" dirty="0">
                <a:solidFill>
                  <a:schemeClr val="bg1">
                    <a:lumMod val="50000"/>
                  </a:schemeClr>
                </a:solidFill>
                <a:latin typeface="微软雅黑" panose="020B0503020204020204" pitchFamily="34" charset="-122"/>
                <a:ea typeface="微软雅黑" panose="020B0503020204020204" pitchFamily="34" charset="-122"/>
              </a:rPr>
              <a:t>第二讲 认识和把握科学社会主义基本原则</a:t>
            </a:r>
          </a:p>
        </p:txBody>
      </p:sp>
      <p:sp>
        <p:nvSpPr>
          <p:cNvPr id="11" name="文本框 10"/>
          <p:cNvSpPr txBox="1"/>
          <p:nvPr userDrawn="1"/>
        </p:nvSpPr>
        <p:spPr>
          <a:xfrm>
            <a:off x="9762565" y="6440536"/>
            <a:ext cx="2364096" cy="295978"/>
          </a:xfrm>
          <a:prstGeom prst="rect">
            <a:avLst/>
          </a:prstGeom>
          <a:noFill/>
        </p:spPr>
        <p:txBody>
          <a:bodyPr wrap="square" rtlCol="0">
            <a:spAutoFit/>
          </a:bodyPr>
          <a:lstStyle/>
          <a:p>
            <a:pPr algn="r">
              <a:lnSpc>
                <a:spcPct val="150000"/>
              </a:lnSpc>
            </a:pPr>
            <a:r>
              <a:rPr lang="zh-CN" altLang="en-US" sz="1000" b="1" spc="120" dirty="0">
                <a:solidFill>
                  <a:schemeClr val="bg1">
                    <a:lumMod val="50000"/>
                  </a:schemeClr>
                </a:solidFill>
                <a:latin typeface="微软雅黑" panose="020B0503020204020204" pitchFamily="34" charset="-122"/>
                <a:ea typeface="微软雅黑" panose="020B0503020204020204" pitchFamily="34" charset="-122"/>
              </a:rPr>
              <a:t>马克思主义基本原理</a:t>
            </a:r>
            <a:endParaRPr lang="en-US" altLang="zh-CN" sz="1000" b="1" spc="12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0" y="184281"/>
            <a:ext cx="45719" cy="298672"/>
          </a:xfrm>
          <a:prstGeom prst="rect">
            <a:avLst/>
          </a:prstGeom>
          <a:solidFill>
            <a:srgbClr val="E177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9082408" y="202812"/>
            <a:ext cx="3007432" cy="261610"/>
          </a:xfrm>
          <a:prstGeom prst="rect">
            <a:avLst/>
          </a:prstGeom>
        </p:spPr>
        <p:txBody>
          <a:bodyPr wrap="square">
            <a:spAutoFit/>
          </a:bodyPr>
          <a:lstStyle/>
          <a:p>
            <a:pPr algn="r"/>
            <a:r>
              <a:rPr lang="zh-CN" altLang="en-US" sz="1100" spc="0" dirty="0">
                <a:solidFill>
                  <a:schemeClr val="bg1">
                    <a:lumMod val="50000"/>
                  </a:schemeClr>
                </a:solidFill>
                <a:latin typeface="微软雅黑" panose="020B0503020204020204" pitchFamily="34" charset="-122"/>
                <a:ea typeface="微软雅黑" panose="020B0503020204020204" pitchFamily="34" charset="-122"/>
              </a:rPr>
              <a:t>专题七  社会主义论</a:t>
            </a:r>
          </a:p>
        </p:txBody>
      </p:sp>
    </p:spTree>
    <p:extLst>
      <p:ext uri="{BB962C8B-B14F-4D97-AF65-F5344CB8AC3E}">
        <p14:creationId xmlns:p14="http://schemas.microsoft.com/office/powerpoint/2010/main" val="287839400"/>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第三讲">
    <p:spTree>
      <p:nvGrpSpPr>
        <p:cNvPr id="1" name=""/>
        <p:cNvGrpSpPr/>
        <p:nvPr/>
      </p:nvGrpSpPr>
      <p:grpSpPr>
        <a:xfrm>
          <a:off x="0" y="0"/>
          <a:ext cx="0" cy="0"/>
          <a:chOff x="0" y="0"/>
          <a:chExt cx="0" cy="0"/>
        </a:xfrm>
      </p:grpSpPr>
      <p:sp>
        <p:nvSpPr>
          <p:cNvPr id="7" name="文本框 6"/>
          <p:cNvSpPr txBox="1"/>
          <p:nvPr userDrawn="1"/>
        </p:nvSpPr>
        <p:spPr>
          <a:xfrm>
            <a:off x="45719" y="194477"/>
            <a:ext cx="7156536" cy="278281"/>
          </a:xfrm>
          <a:prstGeom prst="rect">
            <a:avLst/>
          </a:prstGeom>
          <a:noFill/>
        </p:spPr>
        <p:txBody>
          <a:bodyPr wrap="square" rtlCol="0">
            <a:spAutoFit/>
          </a:bodyPr>
          <a:lstStyle/>
          <a:p>
            <a:pPr algn="just">
              <a:lnSpc>
                <a:spcPct val="120000"/>
              </a:lnSpc>
            </a:pPr>
            <a:r>
              <a:rPr lang="zh-CN" altLang="en-US" sz="1100" dirty="0">
                <a:solidFill>
                  <a:schemeClr val="bg1">
                    <a:lumMod val="50000"/>
                  </a:schemeClr>
                </a:solidFill>
                <a:latin typeface="微软雅黑" panose="020B0503020204020204" pitchFamily="34" charset="-122"/>
                <a:ea typeface="微软雅黑" panose="020B0503020204020204" pitchFamily="34" charset="-122"/>
              </a:rPr>
              <a:t>第三讲 在实践中探索现实社会主义的发展规律</a:t>
            </a:r>
          </a:p>
        </p:txBody>
      </p:sp>
      <p:sp>
        <p:nvSpPr>
          <p:cNvPr id="8" name="文本框 7"/>
          <p:cNvSpPr txBox="1"/>
          <p:nvPr userDrawn="1"/>
        </p:nvSpPr>
        <p:spPr>
          <a:xfrm>
            <a:off x="9762565" y="6440536"/>
            <a:ext cx="2364096" cy="295978"/>
          </a:xfrm>
          <a:prstGeom prst="rect">
            <a:avLst/>
          </a:prstGeom>
          <a:noFill/>
        </p:spPr>
        <p:txBody>
          <a:bodyPr wrap="square" rtlCol="0">
            <a:spAutoFit/>
          </a:bodyPr>
          <a:lstStyle/>
          <a:p>
            <a:pPr algn="r">
              <a:lnSpc>
                <a:spcPct val="150000"/>
              </a:lnSpc>
            </a:pPr>
            <a:r>
              <a:rPr lang="zh-CN" altLang="en-US" sz="1000" b="1" spc="120" dirty="0">
                <a:solidFill>
                  <a:schemeClr val="bg1">
                    <a:lumMod val="50000"/>
                  </a:schemeClr>
                </a:solidFill>
                <a:latin typeface="微软雅黑" panose="020B0503020204020204" pitchFamily="34" charset="-122"/>
                <a:ea typeface="微软雅黑" panose="020B0503020204020204" pitchFamily="34" charset="-122"/>
              </a:rPr>
              <a:t>马克思主义基本原理</a:t>
            </a:r>
            <a:endParaRPr lang="en-US" altLang="zh-CN" sz="1000" b="1" spc="12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9" name="矩形 8"/>
          <p:cNvSpPr/>
          <p:nvPr userDrawn="1"/>
        </p:nvSpPr>
        <p:spPr>
          <a:xfrm>
            <a:off x="0" y="184281"/>
            <a:ext cx="45719" cy="298672"/>
          </a:xfrm>
          <a:prstGeom prst="rect">
            <a:avLst/>
          </a:prstGeom>
          <a:solidFill>
            <a:srgbClr val="E177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9082408" y="202812"/>
            <a:ext cx="3007432" cy="261610"/>
          </a:xfrm>
          <a:prstGeom prst="rect">
            <a:avLst/>
          </a:prstGeom>
        </p:spPr>
        <p:txBody>
          <a:bodyPr wrap="square">
            <a:spAutoFit/>
          </a:bodyPr>
          <a:lstStyle/>
          <a:p>
            <a:pPr algn="r"/>
            <a:r>
              <a:rPr lang="zh-CN" altLang="en-US" sz="1100" spc="0" dirty="0">
                <a:solidFill>
                  <a:schemeClr val="bg1">
                    <a:lumMod val="50000"/>
                  </a:schemeClr>
                </a:solidFill>
                <a:latin typeface="微软雅黑" panose="020B0503020204020204" pitchFamily="34" charset="-122"/>
                <a:ea typeface="微软雅黑" panose="020B0503020204020204" pitchFamily="34" charset="-122"/>
              </a:rPr>
              <a:t>专题七  社会主义论</a:t>
            </a:r>
          </a:p>
        </p:txBody>
      </p:sp>
    </p:spTree>
    <p:extLst>
      <p:ext uri="{BB962C8B-B14F-4D97-AF65-F5344CB8AC3E}">
        <p14:creationId xmlns:p14="http://schemas.microsoft.com/office/powerpoint/2010/main" val="1348204884"/>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9924577-0BA4-33B4-5ACF-8D55E0D93B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DC48A66E-AC37-9551-D50E-C149CDA7A0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E526EC8-CBDB-A85D-92EA-087E93BC7C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747AAF-685B-3E43-8B03-D79BC766AE6A}" type="datetimeFigureOut">
              <a:rPr kumimoji="1" lang="zh-CN" altLang="en-US" smtClean="0"/>
              <a:t>2023/5/4</a:t>
            </a:fld>
            <a:endParaRPr kumimoji="1" lang="zh-CN" altLang="en-US"/>
          </a:p>
        </p:txBody>
      </p:sp>
      <p:sp>
        <p:nvSpPr>
          <p:cNvPr id="5" name="页脚占位符 4">
            <a:extLst>
              <a:ext uri="{FF2B5EF4-FFF2-40B4-BE49-F238E27FC236}">
                <a16:creationId xmlns:a16="http://schemas.microsoft.com/office/drawing/2014/main" id="{4F26ABD1-3AA1-AD43-AC88-070F3D48AD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5F95BC7E-565E-2207-B18B-E7FFD069C3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D31300-DEB5-0246-95E9-91A12AE232B2}" type="slidenum">
              <a:rPr kumimoji="1" lang="zh-CN" altLang="en-US" smtClean="0"/>
              <a:t>‹#›</a:t>
            </a:fld>
            <a:endParaRPr kumimoji="1" lang="zh-CN" altLang="en-US"/>
          </a:p>
        </p:txBody>
      </p:sp>
    </p:spTree>
    <p:extLst>
      <p:ext uri="{BB962C8B-B14F-4D97-AF65-F5344CB8AC3E}">
        <p14:creationId xmlns:p14="http://schemas.microsoft.com/office/powerpoint/2010/main" val="35324766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223631" y="3398279"/>
            <a:ext cx="184731" cy="369332"/>
          </a:xfrm>
          <a:prstGeom prst="rect">
            <a:avLst/>
          </a:prstGeom>
          <a:noFill/>
        </p:spPr>
        <p:txBody>
          <a:bodyPr wrap="none" rtlCol="0">
            <a:spAutoFit/>
          </a:bodyPr>
          <a:lstStyle/>
          <a:p>
            <a:endParaRPr lang="zh-CN" altLang="en-US" dirty="0"/>
          </a:p>
        </p:txBody>
      </p:sp>
      <p:grpSp>
        <p:nvGrpSpPr>
          <p:cNvPr id="118" name="组合 117"/>
          <p:cNvGrpSpPr/>
          <p:nvPr/>
        </p:nvGrpSpPr>
        <p:grpSpPr>
          <a:xfrm>
            <a:off x="5303388" y="540000"/>
            <a:ext cx="2490272" cy="707886"/>
            <a:chOff x="1131850" y="3079821"/>
            <a:chExt cx="1475815" cy="707886"/>
          </a:xfrm>
        </p:grpSpPr>
        <p:sp>
          <p:nvSpPr>
            <p:cNvPr id="119" name="文本框 118"/>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导论小结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1</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grpSp>
          <p:nvGrpSpPr>
            <p:cNvPr id="120" name="组合 119"/>
            <p:cNvGrpSpPr/>
            <p:nvPr/>
          </p:nvGrpSpPr>
          <p:grpSpPr>
            <a:xfrm>
              <a:off x="1131850" y="3158981"/>
              <a:ext cx="263338" cy="243183"/>
              <a:chOff x="1164218" y="3158981"/>
              <a:chExt cx="263338" cy="243183"/>
            </a:xfrm>
          </p:grpSpPr>
          <p:grpSp>
            <p:nvGrpSpPr>
              <p:cNvPr id="121" name="组合 120"/>
              <p:cNvGrpSpPr/>
              <p:nvPr/>
            </p:nvGrpSpPr>
            <p:grpSpPr>
              <a:xfrm>
                <a:off x="1164220" y="3158981"/>
                <a:ext cx="263336" cy="240802"/>
                <a:chOff x="1164220" y="3158981"/>
                <a:chExt cx="263336" cy="240802"/>
              </a:xfrm>
            </p:grpSpPr>
            <p:sp>
              <p:nvSpPr>
                <p:cNvPr id="123" name="平行四边形 122"/>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4" name="直角三角形 123"/>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5" name="平行四边形 124"/>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22" name="直角三角形 121"/>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18" name="组合 17">
            <a:extLst>
              <a:ext uri="{FF2B5EF4-FFF2-40B4-BE49-F238E27FC236}">
                <a16:creationId xmlns:a16="http://schemas.microsoft.com/office/drawing/2014/main" id="{D9320CF2-EF93-9A89-925C-8F0874E89FD5}"/>
              </a:ext>
            </a:extLst>
          </p:cNvPr>
          <p:cNvGrpSpPr/>
          <p:nvPr/>
        </p:nvGrpSpPr>
        <p:grpSpPr>
          <a:xfrm>
            <a:off x="1647771" y="1405506"/>
            <a:ext cx="8896458" cy="4467332"/>
            <a:chOff x="1369482" y="1405506"/>
            <a:chExt cx="8896458" cy="4467332"/>
          </a:xfrm>
        </p:grpSpPr>
        <p:cxnSp>
          <p:nvCxnSpPr>
            <p:cNvPr id="35" name="直接连接符 34"/>
            <p:cNvCxnSpPr/>
            <p:nvPr/>
          </p:nvCxnSpPr>
          <p:spPr>
            <a:xfrm flipH="1" flipV="1">
              <a:off x="7121651" y="162150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flipV="1">
              <a:off x="7121651" y="224394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7121651" y="1621506"/>
              <a:ext cx="0" cy="622441"/>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flipV="1">
              <a:off x="6319244" y="1931465"/>
              <a:ext cx="800366" cy="252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flipV="1">
              <a:off x="7093494" y="310081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flipV="1">
              <a:off x="7093494" y="3624920"/>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flipV="1">
              <a:off x="7093494" y="414902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7093494" y="3101006"/>
              <a:ext cx="0" cy="104409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6319244" y="3624920"/>
              <a:ext cx="775068"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flipV="1">
              <a:off x="2449777" y="1930204"/>
              <a:ext cx="432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flipV="1">
              <a:off x="2449777" y="3624920"/>
              <a:ext cx="432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flipV="1">
              <a:off x="2449777" y="5327424"/>
              <a:ext cx="432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2449777" y="1930204"/>
              <a:ext cx="0" cy="339722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flipV="1">
              <a:off x="1837777" y="3624920"/>
              <a:ext cx="612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89" name="iṧļiḑe"/>
            <p:cNvSpPr/>
            <p:nvPr/>
          </p:nvSpPr>
          <p:spPr>
            <a:xfrm>
              <a:off x="1369482" y="1644920"/>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000" b="1" dirty="0">
                  <a:solidFill>
                    <a:srgbClr val="E17751"/>
                  </a:solidFill>
                  <a:latin typeface="微软雅黑" panose="020B0503020204020204" charset="-122"/>
                  <a:ea typeface="微软雅黑" panose="020B0503020204020204" charset="-122"/>
                </a:rPr>
                <a:t>马克思主义的</a:t>
              </a:r>
            </a:p>
            <a:p>
              <a:pPr algn="ctr"/>
              <a:r>
                <a:rPr lang="zh-CN" altLang="en-US" sz="2000" b="1" dirty="0">
                  <a:solidFill>
                    <a:srgbClr val="E17751"/>
                  </a:solidFill>
                  <a:latin typeface="微软雅黑" panose="020B0503020204020204" charset="-122"/>
                  <a:ea typeface="微软雅黑" panose="020B0503020204020204" charset="-122"/>
                </a:rPr>
                <a:t>创立与发展</a:t>
              </a:r>
            </a:p>
          </p:txBody>
        </p:sp>
        <p:cxnSp>
          <p:nvCxnSpPr>
            <p:cNvPr id="91" name="直接连接符 90"/>
            <p:cNvCxnSpPr/>
            <p:nvPr/>
          </p:nvCxnSpPr>
          <p:spPr>
            <a:xfrm flipH="1" flipV="1">
              <a:off x="7121651" y="503439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flipV="1">
              <a:off x="7121651" y="5656838"/>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7121651" y="5034397"/>
              <a:ext cx="0" cy="622441"/>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flipV="1">
              <a:off x="6319244" y="5344356"/>
              <a:ext cx="800366" cy="252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01" name="组合 100"/>
            <p:cNvGrpSpPr/>
            <p:nvPr/>
          </p:nvGrpSpPr>
          <p:grpSpPr>
            <a:xfrm>
              <a:off x="2881777" y="1518726"/>
              <a:ext cx="3460224" cy="828000"/>
              <a:chOff x="2073418" y="858311"/>
              <a:chExt cx="3457031" cy="828000"/>
            </a:xfrm>
          </p:grpSpPr>
          <p:sp>
            <p:nvSpPr>
              <p:cNvPr id="102" name="iṣ1ïḑé"/>
              <p:cNvSpPr/>
              <p:nvPr/>
            </p:nvSpPr>
            <p:spPr>
              <a:xfrm>
                <a:off x="2073418" y="858311"/>
                <a:ext cx="3457031"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charset="-122"/>
                    <a:ea typeface="微软雅黑" panose="020B0503020204020204" charset="-122"/>
                  </a:rPr>
                  <a:t>什么是马克思主义</a:t>
                </a:r>
              </a:p>
            </p:txBody>
          </p:sp>
          <p:cxnSp>
            <p:nvCxnSpPr>
              <p:cNvPr id="103" name="直接连接符 102"/>
              <p:cNvCxnSpPr/>
              <p:nvPr/>
            </p:nvCxnSpPr>
            <p:spPr>
              <a:xfrm>
                <a:off x="2076838" y="966311"/>
                <a:ext cx="0" cy="61200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4" name="组合 103"/>
            <p:cNvGrpSpPr/>
            <p:nvPr/>
          </p:nvGrpSpPr>
          <p:grpSpPr>
            <a:xfrm>
              <a:off x="2884971" y="3210920"/>
              <a:ext cx="3457030" cy="828000"/>
              <a:chOff x="2073419" y="910582"/>
              <a:chExt cx="3457030" cy="828000"/>
            </a:xfrm>
          </p:grpSpPr>
          <p:sp>
            <p:nvSpPr>
              <p:cNvPr id="105" name="iṣ1ïḑé"/>
              <p:cNvSpPr/>
              <p:nvPr/>
            </p:nvSpPr>
            <p:spPr>
              <a:xfrm>
                <a:off x="2073419" y="910582"/>
                <a:ext cx="345703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30000"/>
                  </a:lnSpc>
                </a:pPr>
                <a:r>
                  <a:rPr lang="zh-CN" altLang="en-US" sz="1600" dirty="0">
                    <a:solidFill>
                      <a:schemeClr val="tx1">
                        <a:lumMod val="85000"/>
                        <a:lumOff val="15000"/>
                      </a:schemeClr>
                    </a:solidFill>
                    <a:latin typeface="微软雅黑" panose="020B0503020204020204" charset="-122"/>
                    <a:ea typeface="微软雅黑" panose="020B0503020204020204" charset="-122"/>
                  </a:rPr>
                  <a:t>为什么马克思主义创立于</a:t>
                </a:r>
                <a:endParaRPr lang="en-US" altLang="zh-CN" sz="1600" dirty="0">
                  <a:solidFill>
                    <a:schemeClr val="tx1">
                      <a:lumMod val="85000"/>
                      <a:lumOff val="15000"/>
                    </a:schemeClr>
                  </a:solidFill>
                  <a:latin typeface="微软雅黑" panose="020B0503020204020204" charset="-122"/>
                  <a:ea typeface="微软雅黑" panose="020B0503020204020204" charset="-122"/>
                </a:endParaRPr>
              </a:p>
              <a:p>
                <a:pPr algn="ctr">
                  <a:lnSpc>
                    <a:spcPct val="130000"/>
                  </a:lnSpc>
                </a:pPr>
                <a:r>
                  <a:rPr lang="en-US" altLang="zh-CN" sz="1600" dirty="0">
                    <a:solidFill>
                      <a:schemeClr val="tx1">
                        <a:lumMod val="85000"/>
                        <a:lumOff val="15000"/>
                      </a:schemeClr>
                    </a:solidFill>
                    <a:latin typeface="微软雅黑" panose="020B0503020204020204" charset="-122"/>
                    <a:ea typeface="微软雅黑" panose="020B0503020204020204" charset="-122"/>
                  </a:rPr>
                  <a:t>19</a:t>
                </a:r>
                <a:r>
                  <a:rPr lang="zh-CN" altLang="en-US" sz="1600" dirty="0">
                    <a:solidFill>
                      <a:schemeClr val="tx1">
                        <a:lumMod val="85000"/>
                        <a:lumOff val="15000"/>
                      </a:schemeClr>
                    </a:solidFill>
                    <a:latin typeface="微软雅黑" panose="020B0503020204020204" charset="-122"/>
                    <a:ea typeface="微软雅黑" panose="020B0503020204020204" charset="-122"/>
                  </a:rPr>
                  <a:t>世纪的欧洲</a:t>
                </a:r>
              </a:p>
            </p:txBody>
          </p:sp>
          <p:cxnSp>
            <p:nvCxnSpPr>
              <p:cNvPr id="106" name="直接连接符 105"/>
              <p:cNvCxnSpPr/>
              <p:nvPr/>
            </p:nvCxnSpPr>
            <p:spPr>
              <a:xfrm>
                <a:off x="2076838" y="1018582"/>
                <a:ext cx="0" cy="61200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7" name="组合 106"/>
            <p:cNvGrpSpPr/>
            <p:nvPr/>
          </p:nvGrpSpPr>
          <p:grpSpPr>
            <a:xfrm>
              <a:off x="2884971" y="4934666"/>
              <a:ext cx="3457030" cy="828000"/>
              <a:chOff x="2073419" y="910582"/>
              <a:chExt cx="3457030" cy="828000"/>
            </a:xfrm>
          </p:grpSpPr>
          <p:sp>
            <p:nvSpPr>
              <p:cNvPr id="108" name="iṣ1ïḑé"/>
              <p:cNvSpPr/>
              <p:nvPr/>
            </p:nvSpPr>
            <p:spPr>
              <a:xfrm>
                <a:off x="2073419" y="910582"/>
                <a:ext cx="345703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charset="-122"/>
                    <a:ea typeface="微软雅黑" panose="020B0503020204020204" charset="-122"/>
                  </a:rPr>
                  <a:t>马克思主义走过了怎样的历程</a:t>
                </a:r>
              </a:p>
            </p:txBody>
          </p:sp>
          <p:cxnSp>
            <p:nvCxnSpPr>
              <p:cNvPr id="109" name="直接连接符 108"/>
              <p:cNvCxnSpPr/>
              <p:nvPr/>
            </p:nvCxnSpPr>
            <p:spPr>
              <a:xfrm>
                <a:off x="2076838" y="1018582"/>
                <a:ext cx="0" cy="61200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C78CD70C-12ED-14F6-FF50-6640CFB3CE1F}"/>
                </a:ext>
              </a:extLst>
            </p:cNvPr>
            <p:cNvGrpSpPr/>
            <p:nvPr/>
          </p:nvGrpSpPr>
          <p:grpSpPr>
            <a:xfrm>
              <a:off x="7385940" y="1405506"/>
              <a:ext cx="2880000" cy="432000"/>
              <a:chOff x="7385940" y="1405506"/>
              <a:chExt cx="2880000" cy="432000"/>
            </a:xfrm>
          </p:grpSpPr>
          <p:sp>
            <p:nvSpPr>
              <p:cNvPr id="47" name="îṣľîďê"/>
              <p:cNvSpPr/>
              <p:nvPr/>
            </p:nvSpPr>
            <p:spPr>
              <a:xfrm>
                <a:off x="7385940" y="1405506"/>
                <a:ext cx="2880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79705"/>
                <a:r>
                  <a:rPr lang="zh-CN" altLang="en-US" sz="1400" dirty="0">
                    <a:solidFill>
                      <a:schemeClr val="tx1">
                        <a:lumMod val="75000"/>
                        <a:lumOff val="25000"/>
                      </a:schemeClr>
                    </a:solidFill>
                    <a:latin typeface="微软雅黑" panose="020B0503020204020204" charset="-122"/>
                    <a:ea typeface="微软雅黑" panose="020B0503020204020204" charset="-122"/>
                  </a:rPr>
                  <a:t>马克思主义的科学内涵</a:t>
                </a:r>
              </a:p>
            </p:txBody>
          </p:sp>
          <p:cxnSp>
            <p:nvCxnSpPr>
              <p:cNvPr id="2" name="直接连接符 1">
                <a:extLst>
                  <a:ext uri="{FF2B5EF4-FFF2-40B4-BE49-F238E27FC236}">
                    <a16:creationId xmlns:a16="http://schemas.microsoft.com/office/drawing/2014/main" id="{8C12F7B5-0620-5797-C871-D3009A41A98B}"/>
                  </a:ext>
                </a:extLst>
              </p:cNvPr>
              <p:cNvCxnSpPr>
                <a:cxnSpLocks/>
              </p:cNvCxnSpPr>
              <p:nvPr/>
            </p:nvCxnSpPr>
            <p:spPr>
              <a:xfrm>
                <a:off x="10265940" y="1513506"/>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86EF7180-8D13-F4D8-F296-76795DC534F9}"/>
                </a:ext>
              </a:extLst>
            </p:cNvPr>
            <p:cNvGrpSpPr/>
            <p:nvPr/>
          </p:nvGrpSpPr>
          <p:grpSpPr>
            <a:xfrm>
              <a:off x="7385940" y="2027947"/>
              <a:ext cx="2880000" cy="432000"/>
              <a:chOff x="7385940" y="2027947"/>
              <a:chExt cx="2880000" cy="432000"/>
            </a:xfrm>
          </p:grpSpPr>
          <p:sp>
            <p:nvSpPr>
              <p:cNvPr id="45" name="iṩ1ïḓé"/>
              <p:cNvSpPr/>
              <p:nvPr/>
            </p:nvSpPr>
            <p:spPr>
              <a:xfrm>
                <a:off x="7385940" y="2027947"/>
                <a:ext cx="2880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79705"/>
                <a:r>
                  <a:rPr lang="zh-CN" altLang="en-US" sz="1400" dirty="0">
                    <a:solidFill>
                      <a:schemeClr val="tx1">
                        <a:lumMod val="75000"/>
                        <a:lumOff val="25000"/>
                      </a:schemeClr>
                    </a:solidFill>
                    <a:latin typeface="微软雅黑" panose="020B0503020204020204" charset="-122"/>
                    <a:ea typeface="微软雅黑" panose="020B0503020204020204" charset="-122"/>
                  </a:rPr>
                  <a:t>马克思主义的基本原理</a:t>
                </a:r>
              </a:p>
            </p:txBody>
          </p:sp>
          <p:cxnSp>
            <p:nvCxnSpPr>
              <p:cNvPr id="5" name="直接连接符 4">
                <a:extLst>
                  <a:ext uri="{FF2B5EF4-FFF2-40B4-BE49-F238E27FC236}">
                    <a16:creationId xmlns:a16="http://schemas.microsoft.com/office/drawing/2014/main" id="{370ACDF7-FED5-F821-99F9-71444D840F68}"/>
                  </a:ext>
                </a:extLst>
              </p:cNvPr>
              <p:cNvCxnSpPr>
                <a:cxnSpLocks/>
              </p:cNvCxnSpPr>
              <p:nvPr/>
            </p:nvCxnSpPr>
            <p:spPr>
              <a:xfrm>
                <a:off x="10265940" y="213594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647C8076-D65B-44C2-F29D-8A2A92AE7C55}"/>
                </a:ext>
              </a:extLst>
            </p:cNvPr>
            <p:cNvGrpSpPr/>
            <p:nvPr/>
          </p:nvGrpSpPr>
          <p:grpSpPr>
            <a:xfrm>
              <a:off x="7383082" y="2884814"/>
              <a:ext cx="2882858" cy="432000"/>
              <a:chOff x="7383082" y="2884814"/>
              <a:chExt cx="2882858" cy="432000"/>
            </a:xfrm>
          </p:grpSpPr>
          <p:sp>
            <p:nvSpPr>
              <p:cNvPr id="79" name="îṣľîďê"/>
              <p:cNvSpPr/>
              <p:nvPr/>
            </p:nvSpPr>
            <p:spPr>
              <a:xfrm>
                <a:off x="7383082" y="2884814"/>
                <a:ext cx="2880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79705"/>
                <a:r>
                  <a:rPr lang="zh-CN" altLang="en-US" sz="1400" dirty="0">
                    <a:solidFill>
                      <a:schemeClr val="tx1">
                        <a:lumMod val="75000"/>
                        <a:lumOff val="25000"/>
                      </a:schemeClr>
                    </a:solidFill>
                    <a:latin typeface="微软雅黑" panose="020B0503020204020204" charset="-122"/>
                    <a:ea typeface="微软雅黑" panose="020B0503020204020204" charset="-122"/>
                  </a:rPr>
                  <a:t>马克思主义创立的社会根源</a:t>
                </a:r>
              </a:p>
            </p:txBody>
          </p:sp>
          <p:cxnSp>
            <p:nvCxnSpPr>
              <p:cNvPr id="6" name="直接连接符 5">
                <a:extLst>
                  <a:ext uri="{FF2B5EF4-FFF2-40B4-BE49-F238E27FC236}">
                    <a16:creationId xmlns:a16="http://schemas.microsoft.com/office/drawing/2014/main" id="{10B60362-0B15-EE69-0D3F-14FE1EB6A9E6}"/>
                  </a:ext>
                </a:extLst>
              </p:cNvPr>
              <p:cNvCxnSpPr>
                <a:cxnSpLocks/>
              </p:cNvCxnSpPr>
              <p:nvPr/>
            </p:nvCxnSpPr>
            <p:spPr>
              <a:xfrm>
                <a:off x="10265940" y="2992814"/>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0238470B-8E80-CFC9-2E7B-7CCA9C0AA489}"/>
                </a:ext>
              </a:extLst>
            </p:cNvPr>
            <p:cNvGrpSpPr/>
            <p:nvPr/>
          </p:nvGrpSpPr>
          <p:grpSpPr>
            <a:xfrm>
              <a:off x="7383082" y="3408920"/>
              <a:ext cx="2882858" cy="432000"/>
              <a:chOff x="7383082" y="3408920"/>
              <a:chExt cx="2882858" cy="432000"/>
            </a:xfrm>
          </p:grpSpPr>
          <p:sp>
            <p:nvSpPr>
              <p:cNvPr id="76" name="iṩ1ïḓé"/>
              <p:cNvSpPr/>
              <p:nvPr/>
            </p:nvSpPr>
            <p:spPr>
              <a:xfrm>
                <a:off x="7383082" y="3408920"/>
                <a:ext cx="2880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179705"/>
                <a:r>
                  <a:rPr lang="zh-CN" altLang="en-US" sz="1400" dirty="0">
                    <a:solidFill>
                      <a:schemeClr val="tx1">
                        <a:lumMod val="75000"/>
                        <a:lumOff val="25000"/>
                      </a:schemeClr>
                    </a:solidFill>
                    <a:latin typeface="微软雅黑" panose="020B0503020204020204" charset="-122"/>
                    <a:ea typeface="微软雅黑" panose="020B0503020204020204" charset="-122"/>
                  </a:rPr>
                  <a:t>马克思主义创立的阶级基础</a:t>
                </a:r>
              </a:p>
            </p:txBody>
          </p:sp>
          <p:cxnSp>
            <p:nvCxnSpPr>
              <p:cNvPr id="7" name="直接连接符 6">
                <a:extLst>
                  <a:ext uri="{FF2B5EF4-FFF2-40B4-BE49-F238E27FC236}">
                    <a16:creationId xmlns:a16="http://schemas.microsoft.com/office/drawing/2014/main" id="{A1915815-5EF0-3145-F8B0-408D92AF19A5}"/>
                  </a:ext>
                </a:extLst>
              </p:cNvPr>
              <p:cNvCxnSpPr>
                <a:cxnSpLocks/>
              </p:cNvCxnSpPr>
              <p:nvPr/>
            </p:nvCxnSpPr>
            <p:spPr>
              <a:xfrm>
                <a:off x="10265940" y="3516920"/>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5" name="组合 14">
              <a:extLst>
                <a:ext uri="{FF2B5EF4-FFF2-40B4-BE49-F238E27FC236}">
                  <a16:creationId xmlns:a16="http://schemas.microsoft.com/office/drawing/2014/main" id="{1C480DE6-FF39-2D86-F9D6-F20A7AA2BD45}"/>
                </a:ext>
              </a:extLst>
            </p:cNvPr>
            <p:cNvGrpSpPr/>
            <p:nvPr/>
          </p:nvGrpSpPr>
          <p:grpSpPr>
            <a:xfrm>
              <a:off x="7383082" y="3933026"/>
              <a:ext cx="2882858" cy="432000"/>
              <a:chOff x="7383082" y="3933026"/>
              <a:chExt cx="2882858" cy="432000"/>
            </a:xfrm>
          </p:grpSpPr>
          <p:sp>
            <p:nvSpPr>
              <p:cNvPr id="74" name="iṣḷîḓê"/>
              <p:cNvSpPr/>
              <p:nvPr/>
            </p:nvSpPr>
            <p:spPr>
              <a:xfrm>
                <a:off x="7383082" y="3933026"/>
                <a:ext cx="2880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79705"/>
                <a:r>
                  <a:rPr lang="zh-CN" altLang="en-US" sz="1400" dirty="0">
                    <a:solidFill>
                      <a:schemeClr val="tx1">
                        <a:lumMod val="75000"/>
                        <a:lumOff val="25000"/>
                      </a:schemeClr>
                    </a:solidFill>
                    <a:latin typeface="微软雅黑" panose="020B0503020204020204" charset="-122"/>
                    <a:ea typeface="微软雅黑" panose="020B0503020204020204" charset="-122"/>
                  </a:rPr>
                  <a:t>马克思主义创立的思想渊源</a:t>
                </a:r>
              </a:p>
            </p:txBody>
          </p:sp>
          <p:cxnSp>
            <p:nvCxnSpPr>
              <p:cNvPr id="8" name="直接连接符 7">
                <a:extLst>
                  <a:ext uri="{FF2B5EF4-FFF2-40B4-BE49-F238E27FC236}">
                    <a16:creationId xmlns:a16="http://schemas.microsoft.com/office/drawing/2014/main" id="{4D906976-4B7D-D856-CCE6-AA287F8455F0}"/>
                  </a:ext>
                </a:extLst>
              </p:cNvPr>
              <p:cNvCxnSpPr>
                <a:cxnSpLocks/>
              </p:cNvCxnSpPr>
              <p:nvPr/>
            </p:nvCxnSpPr>
            <p:spPr>
              <a:xfrm>
                <a:off x="10265940" y="4041026"/>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958795B3-11D6-F44A-CD94-6D10DDA3410C}"/>
                </a:ext>
              </a:extLst>
            </p:cNvPr>
            <p:cNvGrpSpPr/>
            <p:nvPr/>
          </p:nvGrpSpPr>
          <p:grpSpPr>
            <a:xfrm>
              <a:off x="7385940" y="4818397"/>
              <a:ext cx="2880000" cy="432000"/>
              <a:chOff x="7385940" y="4818397"/>
              <a:chExt cx="2880000" cy="432000"/>
            </a:xfrm>
          </p:grpSpPr>
          <p:sp>
            <p:nvSpPr>
              <p:cNvPr id="99" name="îṣľîďê"/>
              <p:cNvSpPr/>
              <p:nvPr/>
            </p:nvSpPr>
            <p:spPr>
              <a:xfrm>
                <a:off x="7385940" y="4818397"/>
                <a:ext cx="2880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79705"/>
                <a:r>
                  <a:rPr lang="zh-CN" altLang="en-US" sz="1400" dirty="0">
                    <a:solidFill>
                      <a:schemeClr val="tx1">
                        <a:lumMod val="75000"/>
                        <a:lumOff val="25000"/>
                      </a:schemeClr>
                    </a:solidFill>
                    <a:latin typeface="微软雅黑" panose="020B0503020204020204" charset="-122"/>
                    <a:ea typeface="微软雅黑" panose="020B0503020204020204" charset="-122"/>
                  </a:rPr>
                  <a:t>列宁对马克思主义的发展</a:t>
                </a:r>
              </a:p>
            </p:txBody>
          </p:sp>
          <p:cxnSp>
            <p:nvCxnSpPr>
              <p:cNvPr id="9" name="直接连接符 8">
                <a:extLst>
                  <a:ext uri="{FF2B5EF4-FFF2-40B4-BE49-F238E27FC236}">
                    <a16:creationId xmlns:a16="http://schemas.microsoft.com/office/drawing/2014/main" id="{6FFE0B35-B692-5938-E273-78BA7C3888FB}"/>
                  </a:ext>
                </a:extLst>
              </p:cNvPr>
              <p:cNvCxnSpPr>
                <a:cxnSpLocks/>
              </p:cNvCxnSpPr>
              <p:nvPr/>
            </p:nvCxnSpPr>
            <p:spPr>
              <a:xfrm>
                <a:off x="10265940" y="492639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B45E9834-068D-CA85-A787-C77AB8477DD3}"/>
                </a:ext>
              </a:extLst>
            </p:cNvPr>
            <p:cNvGrpSpPr/>
            <p:nvPr/>
          </p:nvGrpSpPr>
          <p:grpSpPr>
            <a:xfrm>
              <a:off x="7385940" y="5440838"/>
              <a:ext cx="2880000" cy="432000"/>
              <a:chOff x="7385940" y="5440838"/>
              <a:chExt cx="2880000" cy="432000"/>
            </a:xfrm>
          </p:grpSpPr>
          <p:sp>
            <p:nvSpPr>
              <p:cNvPr id="97" name="iṩ1ïḓé"/>
              <p:cNvSpPr/>
              <p:nvPr/>
            </p:nvSpPr>
            <p:spPr>
              <a:xfrm>
                <a:off x="7385940" y="5440838"/>
                <a:ext cx="2880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79705"/>
                <a:r>
                  <a:rPr lang="zh-CN" altLang="en-US" sz="1400" dirty="0">
                    <a:solidFill>
                      <a:schemeClr val="tx1">
                        <a:lumMod val="75000"/>
                        <a:lumOff val="25000"/>
                      </a:schemeClr>
                    </a:solidFill>
                    <a:latin typeface="微软雅黑" panose="020B0503020204020204" charset="-122"/>
                    <a:ea typeface="微软雅黑" panose="020B0503020204020204" charset="-122"/>
                  </a:rPr>
                  <a:t>马克思主义在中国的发展</a:t>
                </a:r>
              </a:p>
            </p:txBody>
          </p:sp>
          <p:cxnSp>
            <p:nvCxnSpPr>
              <p:cNvPr id="10" name="直接连接符 9">
                <a:extLst>
                  <a:ext uri="{FF2B5EF4-FFF2-40B4-BE49-F238E27FC236}">
                    <a16:creationId xmlns:a16="http://schemas.microsoft.com/office/drawing/2014/main" id="{310670E3-A5BE-7F98-36C7-F8DDC6162AEC}"/>
                  </a:ext>
                </a:extLst>
              </p:cNvPr>
              <p:cNvCxnSpPr>
                <a:cxnSpLocks/>
              </p:cNvCxnSpPr>
              <p:nvPr/>
            </p:nvCxnSpPr>
            <p:spPr>
              <a:xfrm>
                <a:off x="10265940" y="554883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146"/>
          <p:cNvGrpSpPr/>
          <p:nvPr/>
        </p:nvGrpSpPr>
        <p:grpSpPr>
          <a:xfrm>
            <a:off x="5307294" y="360000"/>
            <a:ext cx="2433202" cy="707886"/>
            <a:chOff x="1131850" y="3079821"/>
            <a:chExt cx="1475815" cy="707886"/>
          </a:xfrm>
        </p:grpSpPr>
        <p:sp>
          <p:nvSpPr>
            <p:cNvPr id="148" name="文本框 147"/>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dirty="0">
                  <a:solidFill>
                    <a:prstClr val="black">
                      <a:lumMod val="95000"/>
                      <a:lumOff val="5000"/>
                    </a:prstClr>
                  </a:solidFill>
                  <a:latin typeface="微软雅黑" panose="020B0503020204020204" charset="-122"/>
                  <a:ea typeface="微软雅黑" panose="020B0503020204020204" charset="-122"/>
                </a:rPr>
                <a:t>导论</a:t>
              </a: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2</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grpSp>
          <p:nvGrpSpPr>
            <p:cNvPr id="149" name="组合 148"/>
            <p:cNvGrpSpPr/>
            <p:nvPr/>
          </p:nvGrpSpPr>
          <p:grpSpPr>
            <a:xfrm>
              <a:off x="1131850" y="3158981"/>
              <a:ext cx="263338" cy="243183"/>
              <a:chOff x="1164218" y="3158981"/>
              <a:chExt cx="263338" cy="243183"/>
            </a:xfrm>
          </p:grpSpPr>
          <p:grpSp>
            <p:nvGrpSpPr>
              <p:cNvPr id="150" name="组合 149"/>
              <p:cNvGrpSpPr/>
              <p:nvPr/>
            </p:nvGrpSpPr>
            <p:grpSpPr>
              <a:xfrm>
                <a:off x="1164220" y="3158981"/>
                <a:ext cx="263336" cy="240802"/>
                <a:chOff x="1164220" y="3158981"/>
                <a:chExt cx="263336" cy="240802"/>
              </a:xfrm>
            </p:grpSpPr>
            <p:sp>
              <p:nvSpPr>
                <p:cNvPr id="152" name="平行四边形 151"/>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3" name="直角三角形 152"/>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4" name="平行四边形 153"/>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51" name="直角三角形 150"/>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37" name="组合 36">
            <a:extLst>
              <a:ext uri="{FF2B5EF4-FFF2-40B4-BE49-F238E27FC236}">
                <a16:creationId xmlns:a16="http://schemas.microsoft.com/office/drawing/2014/main" id="{E1F32309-D574-85B7-F404-436D2B5FD770}"/>
              </a:ext>
            </a:extLst>
          </p:cNvPr>
          <p:cNvGrpSpPr/>
          <p:nvPr/>
        </p:nvGrpSpPr>
        <p:grpSpPr>
          <a:xfrm>
            <a:off x="751180" y="752227"/>
            <a:ext cx="10689640" cy="5834738"/>
            <a:chOff x="656361" y="752227"/>
            <a:chExt cx="10689640" cy="5834738"/>
          </a:xfrm>
        </p:grpSpPr>
        <p:grpSp>
          <p:nvGrpSpPr>
            <p:cNvPr id="32" name="组合 31">
              <a:extLst>
                <a:ext uri="{FF2B5EF4-FFF2-40B4-BE49-F238E27FC236}">
                  <a16:creationId xmlns:a16="http://schemas.microsoft.com/office/drawing/2014/main" id="{437C2304-E559-1A51-8DC9-9F21F9890A08}"/>
                </a:ext>
              </a:extLst>
            </p:cNvPr>
            <p:cNvGrpSpPr/>
            <p:nvPr/>
          </p:nvGrpSpPr>
          <p:grpSpPr>
            <a:xfrm>
              <a:off x="6151873" y="964265"/>
              <a:ext cx="1088801" cy="489443"/>
              <a:chOff x="6151873" y="964265"/>
              <a:chExt cx="1088801" cy="489443"/>
            </a:xfrm>
          </p:grpSpPr>
          <p:cxnSp>
            <p:nvCxnSpPr>
              <p:cNvPr id="63" name="直接连接符 62"/>
              <p:cNvCxnSpPr>
                <a:cxnSpLocks/>
              </p:cNvCxnSpPr>
              <p:nvPr/>
            </p:nvCxnSpPr>
            <p:spPr>
              <a:xfrm flipH="1" flipV="1">
                <a:off x="6952559" y="965510"/>
                <a:ext cx="288115"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cxnSpLocks/>
              </p:cNvCxnSpPr>
              <p:nvPr/>
            </p:nvCxnSpPr>
            <p:spPr>
              <a:xfrm flipH="1" flipV="1">
                <a:off x="6952559" y="1453708"/>
                <a:ext cx="288115"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cxnSpLocks/>
              </p:cNvCxnSpPr>
              <p:nvPr/>
            </p:nvCxnSpPr>
            <p:spPr>
              <a:xfrm>
                <a:off x="6952559" y="964265"/>
                <a:ext cx="0" cy="488198"/>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cxnSpLocks/>
              </p:cNvCxnSpPr>
              <p:nvPr/>
            </p:nvCxnSpPr>
            <p:spPr>
              <a:xfrm flipH="1" flipV="1">
                <a:off x="6151873" y="1208364"/>
                <a:ext cx="800686" cy="249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3103743F-7A42-B9D4-9158-D4B07A45E7B0}"/>
                </a:ext>
              </a:extLst>
            </p:cNvPr>
            <p:cNvGrpSpPr/>
            <p:nvPr/>
          </p:nvGrpSpPr>
          <p:grpSpPr>
            <a:xfrm>
              <a:off x="6176725" y="3414086"/>
              <a:ext cx="1066164" cy="947743"/>
              <a:chOff x="6176725" y="3414086"/>
              <a:chExt cx="1066164" cy="947743"/>
            </a:xfrm>
          </p:grpSpPr>
          <p:cxnSp>
            <p:nvCxnSpPr>
              <p:cNvPr id="83" name="直接连接符 82"/>
              <p:cNvCxnSpPr>
                <a:cxnSpLocks/>
              </p:cNvCxnSpPr>
              <p:nvPr/>
            </p:nvCxnSpPr>
            <p:spPr>
              <a:xfrm flipH="1" flipV="1">
                <a:off x="6954604" y="3414086"/>
                <a:ext cx="288285"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cxnSpLocks/>
              </p:cNvCxnSpPr>
              <p:nvPr/>
            </p:nvCxnSpPr>
            <p:spPr>
              <a:xfrm flipH="1" flipV="1">
                <a:off x="6954604" y="3887957"/>
                <a:ext cx="288285"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cxnSpLocks/>
              </p:cNvCxnSpPr>
              <p:nvPr/>
            </p:nvCxnSpPr>
            <p:spPr>
              <a:xfrm flipH="1" flipV="1">
                <a:off x="6954604" y="4361829"/>
                <a:ext cx="288285"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cxnSpLocks/>
              </p:cNvCxnSpPr>
              <p:nvPr/>
            </p:nvCxnSpPr>
            <p:spPr>
              <a:xfrm>
                <a:off x="6952559" y="3414260"/>
                <a:ext cx="0" cy="944024"/>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a:cxnSpLocks/>
              </p:cNvCxnSpPr>
              <p:nvPr/>
            </p:nvCxnSpPr>
            <p:spPr>
              <a:xfrm flipH="1">
                <a:off x="6176725" y="3887957"/>
                <a:ext cx="775834"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657F3D54-0674-8FC9-73EC-C24F26BD6DEE}"/>
                </a:ext>
              </a:extLst>
            </p:cNvPr>
            <p:cNvGrpSpPr/>
            <p:nvPr/>
          </p:nvGrpSpPr>
          <p:grpSpPr>
            <a:xfrm>
              <a:off x="6099600" y="4909577"/>
              <a:ext cx="1146808" cy="1470032"/>
              <a:chOff x="6099600" y="4909577"/>
              <a:chExt cx="1146808" cy="1470032"/>
            </a:xfrm>
          </p:grpSpPr>
          <p:cxnSp>
            <p:nvCxnSpPr>
              <p:cNvPr id="112" name="直接连接符 111"/>
              <p:cNvCxnSpPr>
                <a:cxnSpLocks/>
              </p:cNvCxnSpPr>
              <p:nvPr/>
            </p:nvCxnSpPr>
            <p:spPr>
              <a:xfrm flipH="1" flipV="1">
                <a:off x="6951187" y="4909577"/>
                <a:ext cx="295221"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cxnSpLocks/>
              </p:cNvCxnSpPr>
              <p:nvPr/>
            </p:nvCxnSpPr>
            <p:spPr>
              <a:xfrm flipH="1" flipV="1">
                <a:off x="6951187" y="5399588"/>
                <a:ext cx="295221"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cxnSpLocks/>
              </p:cNvCxnSpPr>
              <p:nvPr/>
            </p:nvCxnSpPr>
            <p:spPr>
              <a:xfrm flipH="1" flipV="1">
                <a:off x="6951187" y="5889599"/>
                <a:ext cx="295221"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a:cxnSpLocks/>
              </p:cNvCxnSpPr>
              <p:nvPr/>
            </p:nvCxnSpPr>
            <p:spPr>
              <a:xfrm>
                <a:off x="6952559" y="4909577"/>
                <a:ext cx="0" cy="1456211"/>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a:cxnSpLocks/>
              </p:cNvCxnSpPr>
              <p:nvPr/>
            </p:nvCxnSpPr>
            <p:spPr>
              <a:xfrm flipH="1">
                <a:off x="6099600" y="5637682"/>
                <a:ext cx="85295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a:cxnSpLocks/>
              </p:cNvCxnSpPr>
              <p:nvPr/>
            </p:nvCxnSpPr>
            <p:spPr>
              <a:xfrm flipH="1" flipV="1">
                <a:off x="6951187" y="6379609"/>
                <a:ext cx="295221"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133" name="直接连接符 132"/>
            <p:cNvCxnSpPr>
              <a:cxnSpLocks/>
            </p:cNvCxnSpPr>
            <p:nvPr/>
          </p:nvCxnSpPr>
          <p:spPr>
            <a:xfrm flipH="1" flipV="1">
              <a:off x="1255469" y="3888236"/>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a:cxnSpLocks/>
            </p:cNvCxnSpPr>
            <p:nvPr/>
          </p:nvCxnSpPr>
          <p:spPr>
            <a:xfrm flipH="1" flipV="1">
              <a:off x="1650653" y="1319636"/>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flipH="1" flipV="1">
              <a:off x="1650653" y="242209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cxnSpLocks/>
            </p:cNvCxnSpPr>
            <p:nvPr/>
          </p:nvCxnSpPr>
          <p:spPr>
            <a:xfrm flipH="1" flipV="1">
              <a:off x="1650653" y="3888236"/>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flipV="1">
              <a:off x="1650653" y="5522461"/>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1650653" y="1319636"/>
              <a:ext cx="0" cy="4202825"/>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46" name="iṧļiḑe"/>
            <p:cNvSpPr/>
            <p:nvPr/>
          </p:nvSpPr>
          <p:spPr>
            <a:xfrm>
              <a:off x="656361" y="1578499"/>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000" b="1" dirty="0">
                  <a:solidFill>
                    <a:srgbClr val="E17751"/>
                  </a:solidFill>
                  <a:latin typeface="微软雅黑" panose="020B0503020204020204" pitchFamily="34" charset="-122"/>
                  <a:ea typeface="微软雅黑" panose="020B0503020204020204" pitchFamily="34" charset="-122"/>
                </a:rPr>
                <a:t>努</a:t>
              </a:r>
            </a:p>
            <a:p>
              <a:pPr algn="ctr"/>
              <a:r>
                <a:rPr lang="zh-CN" altLang="en-US" sz="2000" b="1" dirty="0">
                  <a:solidFill>
                    <a:srgbClr val="E17751"/>
                  </a:solidFill>
                  <a:latin typeface="微软雅黑" panose="020B0503020204020204" pitchFamily="34" charset="-122"/>
                  <a:ea typeface="微软雅黑" panose="020B0503020204020204" pitchFamily="34" charset="-122"/>
                </a:rPr>
                <a:t>力</a:t>
              </a:r>
            </a:p>
            <a:p>
              <a:pPr algn="ctr"/>
              <a:r>
                <a:rPr lang="zh-CN" altLang="en-US" sz="2000" b="1" dirty="0">
                  <a:solidFill>
                    <a:srgbClr val="E17751"/>
                  </a:solidFill>
                  <a:latin typeface="微软雅黑" panose="020B0503020204020204" pitchFamily="34" charset="-122"/>
                  <a:ea typeface="微软雅黑" panose="020B0503020204020204" pitchFamily="34" charset="-122"/>
                </a:rPr>
                <a:t>学</a:t>
              </a:r>
            </a:p>
            <a:p>
              <a:pPr algn="ctr"/>
              <a:r>
                <a:rPr lang="zh-CN" altLang="en-US" sz="2000" b="1" dirty="0">
                  <a:solidFill>
                    <a:srgbClr val="E17751"/>
                  </a:solidFill>
                  <a:latin typeface="微软雅黑" panose="020B0503020204020204" pitchFamily="34" charset="-122"/>
                  <a:ea typeface="微软雅黑" panose="020B0503020204020204" pitchFamily="34" charset="-122"/>
                </a:rPr>
                <a:t>好</a:t>
              </a:r>
            </a:p>
            <a:p>
              <a:pPr algn="ctr"/>
              <a:r>
                <a:rPr lang="zh-CN" altLang="en-US" sz="2000" b="1" dirty="0">
                  <a:solidFill>
                    <a:srgbClr val="E17751"/>
                  </a:solidFill>
                  <a:latin typeface="微软雅黑" panose="020B0503020204020204" pitchFamily="34" charset="-122"/>
                  <a:ea typeface="微软雅黑" panose="020B0503020204020204" pitchFamily="34" charset="-122"/>
                </a:rPr>
                <a:t>用</a:t>
              </a:r>
            </a:p>
            <a:p>
              <a:pPr algn="ctr"/>
              <a:r>
                <a:rPr lang="zh-CN" altLang="en-US" sz="2000" b="1" dirty="0">
                  <a:solidFill>
                    <a:srgbClr val="E17751"/>
                  </a:solidFill>
                  <a:latin typeface="微软雅黑" panose="020B0503020204020204" pitchFamily="34" charset="-122"/>
                  <a:ea typeface="微软雅黑" panose="020B0503020204020204" pitchFamily="34" charset="-122"/>
                </a:rPr>
                <a:t>好</a:t>
              </a:r>
            </a:p>
            <a:p>
              <a:pPr algn="ctr"/>
              <a:r>
                <a:rPr lang="zh-CN" altLang="en-US" sz="2000" b="1" dirty="0">
                  <a:solidFill>
                    <a:srgbClr val="E17751"/>
                  </a:solidFill>
                  <a:latin typeface="微软雅黑" panose="020B0503020204020204" pitchFamily="34" charset="-122"/>
                  <a:ea typeface="微软雅黑" panose="020B0503020204020204" pitchFamily="34" charset="-122"/>
                </a:rPr>
                <a:t>马</a:t>
              </a:r>
            </a:p>
            <a:p>
              <a:pPr algn="ctr"/>
              <a:r>
                <a:rPr lang="zh-CN" altLang="en-US" sz="2000" b="1" dirty="0">
                  <a:solidFill>
                    <a:srgbClr val="E17751"/>
                  </a:solidFill>
                  <a:latin typeface="微软雅黑" panose="020B0503020204020204" pitchFamily="34" charset="-122"/>
                  <a:ea typeface="微软雅黑" panose="020B0503020204020204" pitchFamily="34" charset="-122"/>
                </a:rPr>
                <a:t>克</a:t>
              </a:r>
            </a:p>
            <a:p>
              <a:pPr algn="ctr"/>
              <a:r>
                <a:rPr lang="zh-CN" altLang="en-US" sz="2000" b="1" dirty="0">
                  <a:solidFill>
                    <a:srgbClr val="E17751"/>
                  </a:solidFill>
                  <a:latin typeface="微软雅黑" panose="020B0503020204020204" pitchFamily="34" charset="-122"/>
                  <a:ea typeface="微软雅黑" panose="020B0503020204020204" pitchFamily="34" charset="-122"/>
                </a:rPr>
                <a:t>思</a:t>
              </a:r>
            </a:p>
            <a:p>
              <a:pPr algn="ctr"/>
              <a:r>
                <a:rPr lang="zh-CN" altLang="en-US" sz="2000" b="1" dirty="0">
                  <a:solidFill>
                    <a:srgbClr val="E17751"/>
                  </a:solidFill>
                  <a:latin typeface="微软雅黑" panose="020B0503020204020204" pitchFamily="34" charset="-122"/>
                  <a:ea typeface="微软雅黑" panose="020B0503020204020204" pitchFamily="34" charset="-122"/>
                </a:rPr>
                <a:t>主</a:t>
              </a:r>
            </a:p>
            <a:p>
              <a:pPr algn="ctr"/>
              <a:r>
                <a:rPr lang="zh-CN" altLang="en-US" sz="2000" b="1" dirty="0">
                  <a:solidFill>
                    <a:srgbClr val="E17751"/>
                  </a:solidFill>
                  <a:latin typeface="微软雅黑" panose="020B0503020204020204" pitchFamily="34" charset="-122"/>
                  <a:ea typeface="微软雅黑" panose="020B0503020204020204" pitchFamily="34" charset="-122"/>
                </a:rPr>
                <a:t>义</a:t>
              </a:r>
            </a:p>
          </p:txBody>
        </p:sp>
        <p:grpSp>
          <p:nvGrpSpPr>
            <p:cNvPr id="33" name="组合 32">
              <a:extLst>
                <a:ext uri="{FF2B5EF4-FFF2-40B4-BE49-F238E27FC236}">
                  <a16:creationId xmlns:a16="http://schemas.microsoft.com/office/drawing/2014/main" id="{D3D3C2B6-1B16-4719-7330-CC4F7AA6E990}"/>
                </a:ext>
              </a:extLst>
            </p:cNvPr>
            <p:cNvGrpSpPr/>
            <p:nvPr/>
          </p:nvGrpSpPr>
          <p:grpSpPr>
            <a:xfrm>
              <a:off x="5939029" y="1967632"/>
              <a:ext cx="1304416" cy="923827"/>
              <a:chOff x="5939029" y="1967632"/>
              <a:chExt cx="1304416" cy="923827"/>
            </a:xfrm>
          </p:grpSpPr>
          <p:cxnSp>
            <p:nvCxnSpPr>
              <p:cNvPr id="160" name="直接连接符 159"/>
              <p:cNvCxnSpPr>
                <a:cxnSpLocks/>
              </p:cNvCxnSpPr>
              <p:nvPr/>
            </p:nvCxnSpPr>
            <p:spPr>
              <a:xfrm>
                <a:off x="6952559" y="1968121"/>
                <a:ext cx="0" cy="497336"/>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1" name="直接连接符 160"/>
              <p:cNvCxnSpPr>
                <a:cxnSpLocks/>
              </p:cNvCxnSpPr>
              <p:nvPr/>
            </p:nvCxnSpPr>
            <p:spPr>
              <a:xfrm flipH="1" flipV="1">
                <a:off x="5939029" y="2442424"/>
                <a:ext cx="1013530" cy="3177"/>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159"/>
              <p:cNvCxnSpPr>
                <a:cxnSpLocks/>
              </p:cNvCxnSpPr>
              <p:nvPr/>
            </p:nvCxnSpPr>
            <p:spPr>
              <a:xfrm>
                <a:off x="6952559" y="2434259"/>
                <a:ext cx="0" cy="45720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155"/>
              <p:cNvCxnSpPr/>
              <p:nvPr/>
            </p:nvCxnSpPr>
            <p:spPr>
              <a:xfrm flipH="1" flipV="1">
                <a:off x="6955155" y="2891459"/>
                <a:ext cx="28829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155"/>
              <p:cNvCxnSpPr>
                <a:cxnSpLocks/>
              </p:cNvCxnSpPr>
              <p:nvPr/>
            </p:nvCxnSpPr>
            <p:spPr>
              <a:xfrm flipH="1" flipV="1">
                <a:off x="6951345" y="1967632"/>
                <a:ext cx="28829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155">
                <a:extLst>
                  <a:ext uri="{FF2B5EF4-FFF2-40B4-BE49-F238E27FC236}">
                    <a16:creationId xmlns:a16="http://schemas.microsoft.com/office/drawing/2014/main" id="{7EFBF0D6-3C1D-4AA5-B01C-3977E4F944DA}"/>
                  </a:ext>
                </a:extLst>
              </p:cNvPr>
              <p:cNvCxnSpPr>
                <a:cxnSpLocks/>
              </p:cNvCxnSpPr>
              <p:nvPr/>
            </p:nvCxnSpPr>
            <p:spPr>
              <a:xfrm flipH="1" flipV="1">
                <a:off x="6951345" y="2445601"/>
                <a:ext cx="28829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a:extLst>
                <a:ext uri="{FF2B5EF4-FFF2-40B4-BE49-F238E27FC236}">
                  <a16:creationId xmlns:a16="http://schemas.microsoft.com/office/drawing/2014/main" id="{412ADDC6-2E66-7CAA-7A20-4FE47256872F}"/>
                </a:ext>
              </a:extLst>
            </p:cNvPr>
            <p:cNvGrpSpPr/>
            <p:nvPr/>
          </p:nvGrpSpPr>
          <p:grpSpPr>
            <a:xfrm>
              <a:off x="7212721" y="752227"/>
              <a:ext cx="3096000" cy="426566"/>
              <a:chOff x="7212721" y="752227"/>
              <a:chExt cx="3096000" cy="426566"/>
            </a:xfrm>
          </p:grpSpPr>
          <p:sp>
            <p:nvSpPr>
              <p:cNvPr id="76" name="îṣľîďê"/>
              <p:cNvSpPr/>
              <p:nvPr/>
            </p:nvSpPr>
            <p:spPr>
              <a:xfrm>
                <a:off x="7212721" y="752227"/>
                <a:ext cx="3096000" cy="426566"/>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马克思主义的鲜明特征</a:t>
                </a:r>
              </a:p>
            </p:txBody>
          </p:sp>
          <p:cxnSp>
            <p:nvCxnSpPr>
              <p:cNvPr id="4" name="直接连接符 3">
                <a:extLst>
                  <a:ext uri="{FF2B5EF4-FFF2-40B4-BE49-F238E27FC236}">
                    <a16:creationId xmlns:a16="http://schemas.microsoft.com/office/drawing/2014/main" id="{E1B47E47-9C08-5954-BD4F-52D26EEF008B}"/>
                  </a:ext>
                </a:extLst>
              </p:cNvPr>
              <p:cNvCxnSpPr>
                <a:cxnSpLocks/>
              </p:cNvCxnSpPr>
              <p:nvPr/>
            </p:nvCxnSpPr>
            <p:spPr>
              <a:xfrm>
                <a:off x="10308721" y="857510"/>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2" name="组合 21">
              <a:extLst>
                <a:ext uri="{FF2B5EF4-FFF2-40B4-BE49-F238E27FC236}">
                  <a16:creationId xmlns:a16="http://schemas.microsoft.com/office/drawing/2014/main" id="{3C744BAF-7FF4-EF44-1093-EDBBCBBCEDAC}"/>
                </a:ext>
              </a:extLst>
            </p:cNvPr>
            <p:cNvGrpSpPr/>
            <p:nvPr/>
          </p:nvGrpSpPr>
          <p:grpSpPr>
            <a:xfrm>
              <a:off x="7212721" y="1240425"/>
              <a:ext cx="3096000" cy="426566"/>
              <a:chOff x="7212721" y="1240425"/>
              <a:chExt cx="3096000" cy="426566"/>
            </a:xfrm>
          </p:grpSpPr>
          <p:sp>
            <p:nvSpPr>
              <p:cNvPr id="69" name="iṩ1ïḓé"/>
              <p:cNvSpPr/>
              <p:nvPr/>
            </p:nvSpPr>
            <p:spPr>
              <a:xfrm>
                <a:off x="7212721" y="1240425"/>
                <a:ext cx="3096000" cy="426566"/>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“归根到底是因为马克思主义行”</a:t>
                </a:r>
              </a:p>
            </p:txBody>
          </p:sp>
          <p:cxnSp>
            <p:nvCxnSpPr>
              <p:cNvPr id="5" name="直接连接符 4">
                <a:extLst>
                  <a:ext uri="{FF2B5EF4-FFF2-40B4-BE49-F238E27FC236}">
                    <a16:creationId xmlns:a16="http://schemas.microsoft.com/office/drawing/2014/main" id="{1502BE87-CB0F-5336-046A-7BF269E9E9B5}"/>
                  </a:ext>
                </a:extLst>
              </p:cNvPr>
              <p:cNvCxnSpPr>
                <a:cxnSpLocks/>
              </p:cNvCxnSpPr>
              <p:nvPr/>
            </p:nvCxnSpPr>
            <p:spPr>
              <a:xfrm>
                <a:off x="10308721" y="134570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3" name="组合 22">
              <a:extLst>
                <a:ext uri="{FF2B5EF4-FFF2-40B4-BE49-F238E27FC236}">
                  <a16:creationId xmlns:a16="http://schemas.microsoft.com/office/drawing/2014/main" id="{B10561F1-8E1C-18B6-358C-689B673B3C98}"/>
                </a:ext>
              </a:extLst>
            </p:cNvPr>
            <p:cNvGrpSpPr/>
            <p:nvPr/>
          </p:nvGrpSpPr>
          <p:grpSpPr>
            <a:xfrm>
              <a:off x="7212721" y="1751634"/>
              <a:ext cx="3096000" cy="431997"/>
              <a:chOff x="7212721" y="1751634"/>
              <a:chExt cx="3096000" cy="431997"/>
            </a:xfrm>
          </p:grpSpPr>
          <p:sp>
            <p:nvSpPr>
              <p:cNvPr id="164" name="îṣľîďê"/>
              <p:cNvSpPr/>
              <p:nvPr/>
            </p:nvSpPr>
            <p:spPr>
              <a:xfrm>
                <a:off x="7212721" y="1751634"/>
                <a:ext cx="3096000" cy="431997"/>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观察当代世界变化的认识工具</a:t>
                </a:r>
              </a:p>
            </p:txBody>
          </p:sp>
          <p:cxnSp>
            <p:nvCxnSpPr>
              <p:cNvPr id="6" name="直接连接符 5">
                <a:extLst>
                  <a:ext uri="{FF2B5EF4-FFF2-40B4-BE49-F238E27FC236}">
                    <a16:creationId xmlns:a16="http://schemas.microsoft.com/office/drawing/2014/main" id="{E5022F29-730B-31D4-5A1F-CA397EA4DC55}"/>
                  </a:ext>
                </a:extLst>
              </p:cNvPr>
              <p:cNvCxnSpPr>
                <a:cxnSpLocks/>
              </p:cNvCxnSpPr>
              <p:nvPr/>
            </p:nvCxnSpPr>
            <p:spPr>
              <a:xfrm>
                <a:off x="10308721" y="1859632"/>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ED0572E5-4B2A-C9C7-F2CB-B3E7B5292C8B}"/>
                </a:ext>
              </a:extLst>
            </p:cNvPr>
            <p:cNvGrpSpPr/>
            <p:nvPr/>
          </p:nvGrpSpPr>
          <p:grpSpPr>
            <a:xfrm>
              <a:off x="7212721" y="2239323"/>
              <a:ext cx="3096000" cy="390703"/>
              <a:chOff x="7212721" y="2248661"/>
              <a:chExt cx="3096000" cy="390703"/>
            </a:xfrm>
          </p:grpSpPr>
          <p:sp>
            <p:nvSpPr>
              <p:cNvPr id="162" name="iṩ1ïḓé"/>
              <p:cNvSpPr/>
              <p:nvPr/>
            </p:nvSpPr>
            <p:spPr>
              <a:xfrm>
                <a:off x="7212721" y="2248661"/>
                <a:ext cx="3096000" cy="390703"/>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指引当代中国发展的行动指南</a:t>
                </a:r>
              </a:p>
            </p:txBody>
          </p:sp>
          <p:cxnSp>
            <p:nvCxnSpPr>
              <p:cNvPr id="7" name="直接连接符 6">
                <a:extLst>
                  <a:ext uri="{FF2B5EF4-FFF2-40B4-BE49-F238E27FC236}">
                    <a16:creationId xmlns:a16="http://schemas.microsoft.com/office/drawing/2014/main" id="{8AECFB0E-0127-8A6D-FBDC-C9FF6DCE74D3}"/>
                  </a:ext>
                </a:extLst>
              </p:cNvPr>
              <p:cNvCxnSpPr>
                <a:cxnSpLocks/>
              </p:cNvCxnSpPr>
              <p:nvPr/>
            </p:nvCxnSpPr>
            <p:spPr>
              <a:xfrm>
                <a:off x="10308721" y="2336012"/>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A0BC5780-816A-3773-386A-221A0552CC44}"/>
                </a:ext>
              </a:extLst>
            </p:cNvPr>
            <p:cNvGrpSpPr/>
            <p:nvPr/>
          </p:nvGrpSpPr>
          <p:grpSpPr>
            <a:xfrm>
              <a:off x="7212721" y="3218790"/>
              <a:ext cx="3096000" cy="390593"/>
              <a:chOff x="7212721" y="3218790"/>
              <a:chExt cx="3096000" cy="390593"/>
            </a:xfrm>
          </p:grpSpPr>
          <p:sp>
            <p:nvSpPr>
              <p:cNvPr id="92" name="îṣľîďê"/>
              <p:cNvSpPr/>
              <p:nvPr/>
            </p:nvSpPr>
            <p:spPr>
              <a:xfrm>
                <a:off x="7212721" y="3218790"/>
                <a:ext cx="3096000" cy="390593"/>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为青年铸就科学的理想信念</a:t>
                </a:r>
              </a:p>
            </p:txBody>
          </p:sp>
          <p:cxnSp>
            <p:nvCxnSpPr>
              <p:cNvPr id="10" name="直接连接符 9">
                <a:extLst>
                  <a:ext uri="{FF2B5EF4-FFF2-40B4-BE49-F238E27FC236}">
                    <a16:creationId xmlns:a16="http://schemas.microsoft.com/office/drawing/2014/main" id="{19F9AC9C-C5C1-3683-7D2B-4033841B7EC6}"/>
                  </a:ext>
                </a:extLst>
              </p:cNvPr>
              <p:cNvCxnSpPr>
                <a:cxnSpLocks/>
              </p:cNvCxnSpPr>
              <p:nvPr/>
            </p:nvCxnSpPr>
            <p:spPr>
              <a:xfrm>
                <a:off x="10308721" y="3306086"/>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6" name="组合 25">
              <a:extLst>
                <a:ext uri="{FF2B5EF4-FFF2-40B4-BE49-F238E27FC236}">
                  <a16:creationId xmlns:a16="http://schemas.microsoft.com/office/drawing/2014/main" id="{CF87AF45-C89B-A845-09BC-604D100C930D}"/>
                </a:ext>
              </a:extLst>
            </p:cNvPr>
            <p:cNvGrpSpPr/>
            <p:nvPr/>
          </p:nvGrpSpPr>
          <p:grpSpPr>
            <a:xfrm>
              <a:off x="7212721" y="3692662"/>
              <a:ext cx="3096000" cy="390593"/>
              <a:chOff x="7212721" y="3692661"/>
              <a:chExt cx="3096000" cy="390593"/>
            </a:xfrm>
          </p:grpSpPr>
          <p:sp>
            <p:nvSpPr>
              <p:cNvPr id="90" name="iṩ1ïḓé"/>
              <p:cNvSpPr/>
              <p:nvPr/>
            </p:nvSpPr>
            <p:spPr>
              <a:xfrm>
                <a:off x="7212721" y="3692661"/>
                <a:ext cx="3096000" cy="390593"/>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为青年提供科学的思维方法</a:t>
                </a:r>
              </a:p>
            </p:txBody>
          </p:sp>
          <p:cxnSp>
            <p:nvCxnSpPr>
              <p:cNvPr id="11" name="直接连接符 10">
                <a:extLst>
                  <a:ext uri="{FF2B5EF4-FFF2-40B4-BE49-F238E27FC236}">
                    <a16:creationId xmlns:a16="http://schemas.microsoft.com/office/drawing/2014/main" id="{75A9C9EE-469C-2167-07D8-FF6D20E4BB26}"/>
                  </a:ext>
                </a:extLst>
              </p:cNvPr>
              <p:cNvCxnSpPr>
                <a:cxnSpLocks/>
              </p:cNvCxnSpPr>
              <p:nvPr/>
            </p:nvCxnSpPr>
            <p:spPr>
              <a:xfrm>
                <a:off x="10308721" y="377995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7" name="组合 26">
              <a:extLst>
                <a:ext uri="{FF2B5EF4-FFF2-40B4-BE49-F238E27FC236}">
                  <a16:creationId xmlns:a16="http://schemas.microsoft.com/office/drawing/2014/main" id="{E510AD6E-6E75-19A1-7FAE-BDA3DF41524F}"/>
                </a:ext>
              </a:extLst>
            </p:cNvPr>
            <p:cNvGrpSpPr/>
            <p:nvPr/>
          </p:nvGrpSpPr>
          <p:grpSpPr>
            <a:xfrm>
              <a:off x="7212721" y="4166533"/>
              <a:ext cx="3096000" cy="390593"/>
              <a:chOff x="7212721" y="4166533"/>
              <a:chExt cx="3096000" cy="390593"/>
            </a:xfrm>
          </p:grpSpPr>
          <p:sp>
            <p:nvSpPr>
              <p:cNvPr id="88" name="iṣḷîḓê"/>
              <p:cNvSpPr/>
              <p:nvPr/>
            </p:nvSpPr>
            <p:spPr>
              <a:xfrm>
                <a:off x="7212721" y="4166533"/>
                <a:ext cx="3096000" cy="390593"/>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为青年提供科学的实践方法</a:t>
                </a:r>
              </a:p>
            </p:txBody>
          </p:sp>
          <p:cxnSp>
            <p:nvCxnSpPr>
              <p:cNvPr id="14" name="直接连接符 13">
                <a:extLst>
                  <a:ext uri="{FF2B5EF4-FFF2-40B4-BE49-F238E27FC236}">
                    <a16:creationId xmlns:a16="http://schemas.microsoft.com/office/drawing/2014/main" id="{6E81CBDC-AA24-56A7-E563-597FACBEE84D}"/>
                  </a:ext>
                </a:extLst>
              </p:cNvPr>
              <p:cNvCxnSpPr>
                <a:cxnSpLocks/>
              </p:cNvCxnSpPr>
              <p:nvPr/>
            </p:nvCxnSpPr>
            <p:spPr>
              <a:xfrm>
                <a:off x="10308721" y="425382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9EFFECE3-4069-B53A-C92F-174AA74E33C9}"/>
                </a:ext>
              </a:extLst>
            </p:cNvPr>
            <p:cNvGrpSpPr/>
            <p:nvPr/>
          </p:nvGrpSpPr>
          <p:grpSpPr>
            <a:xfrm>
              <a:off x="7212721" y="4702221"/>
              <a:ext cx="4133280" cy="414712"/>
              <a:chOff x="7212721" y="4702221"/>
              <a:chExt cx="4133280" cy="414712"/>
            </a:xfrm>
          </p:grpSpPr>
          <p:sp>
            <p:nvSpPr>
              <p:cNvPr id="125" name="îṣľîďê"/>
              <p:cNvSpPr/>
              <p:nvPr/>
            </p:nvSpPr>
            <p:spPr>
              <a:xfrm>
                <a:off x="7212721" y="4702221"/>
                <a:ext cx="4133280" cy="414712"/>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学习和掌握马克思主义的基本立场、观点和方法</a:t>
                </a:r>
              </a:p>
            </p:txBody>
          </p:sp>
          <p:cxnSp>
            <p:nvCxnSpPr>
              <p:cNvPr id="15" name="直接连接符 14">
                <a:extLst>
                  <a:ext uri="{FF2B5EF4-FFF2-40B4-BE49-F238E27FC236}">
                    <a16:creationId xmlns:a16="http://schemas.microsoft.com/office/drawing/2014/main" id="{21AA3514-093B-2D78-21D7-D4BC1E28E074}"/>
                  </a:ext>
                </a:extLst>
              </p:cNvPr>
              <p:cNvCxnSpPr>
                <a:cxnSpLocks/>
              </p:cNvCxnSpPr>
              <p:nvPr/>
            </p:nvCxnSpPr>
            <p:spPr>
              <a:xfrm>
                <a:off x="11346001" y="480157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DA0C7117-D966-70D7-C5D9-014A07B5F026}"/>
                </a:ext>
              </a:extLst>
            </p:cNvPr>
            <p:cNvGrpSpPr/>
            <p:nvPr/>
          </p:nvGrpSpPr>
          <p:grpSpPr>
            <a:xfrm>
              <a:off x="7212721" y="5192232"/>
              <a:ext cx="4133280" cy="414712"/>
              <a:chOff x="7212721" y="5205352"/>
              <a:chExt cx="4133280" cy="414712"/>
            </a:xfrm>
          </p:grpSpPr>
          <p:sp>
            <p:nvSpPr>
              <p:cNvPr id="123" name="iṩ1ïḓé"/>
              <p:cNvSpPr/>
              <p:nvPr/>
            </p:nvSpPr>
            <p:spPr>
              <a:xfrm>
                <a:off x="7212721" y="5205352"/>
                <a:ext cx="4133280" cy="414712"/>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学习和掌握马克思主义中国化的理论成果</a:t>
                </a:r>
              </a:p>
            </p:txBody>
          </p:sp>
          <p:cxnSp>
            <p:nvCxnSpPr>
              <p:cNvPr id="17" name="直接连接符 16">
                <a:extLst>
                  <a:ext uri="{FF2B5EF4-FFF2-40B4-BE49-F238E27FC236}">
                    <a16:creationId xmlns:a16="http://schemas.microsoft.com/office/drawing/2014/main" id="{15E3456A-34BB-8D34-313F-E8ECDC40BB36}"/>
                  </a:ext>
                </a:extLst>
              </p:cNvPr>
              <p:cNvCxnSpPr>
                <a:cxnSpLocks/>
              </p:cNvCxnSpPr>
              <p:nvPr/>
            </p:nvCxnSpPr>
            <p:spPr>
              <a:xfrm>
                <a:off x="11346001" y="530470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D37AFA14-0F54-EFD6-A24A-9EB04FDBFD60}"/>
                </a:ext>
              </a:extLst>
            </p:cNvPr>
            <p:cNvGrpSpPr/>
            <p:nvPr/>
          </p:nvGrpSpPr>
          <p:grpSpPr>
            <a:xfrm>
              <a:off x="7212721" y="5682243"/>
              <a:ext cx="4133280" cy="414712"/>
              <a:chOff x="7212721" y="5708484"/>
              <a:chExt cx="4133280" cy="414712"/>
            </a:xfrm>
          </p:grpSpPr>
          <p:sp>
            <p:nvSpPr>
              <p:cNvPr id="121" name="iṣḷîḓê"/>
              <p:cNvSpPr/>
              <p:nvPr/>
            </p:nvSpPr>
            <p:spPr>
              <a:xfrm>
                <a:off x="7212721" y="5708484"/>
                <a:ext cx="4133280" cy="414712"/>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坚持理论联系实际的马克思主义学风</a:t>
                </a:r>
              </a:p>
            </p:txBody>
          </p:sp>
          <p:cxnSp>
            <p:nvCxnSpPr>
              <p:cNvPr id="18" name="直接连接符 17">
                <a:extLst>
                  <a:ext uri="{FF2B5EF4-FFF2-40B4-BE49-F238E27FC236}">
                    <a16:creationId xmlns:a16="http://schemas.microsoft.com/office/drawing/2014/main" id="{355CBAEE-7F20-B109-658E-A717426644B8}"/>
                  </a:ext>
                </a:extLst>
              </p:cNvPr>
              <p:cNvCxnSpPr>
                <a:cxnSpLocks/>
              </p:cNvCxnSpPr>
              <p:nvPr/>
            </p:nvCxnSpPr>
            <p:spPr>
              <a:xfrm>
                <a:off x="11346001" y="5807840"/>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31" name="组合 30">
              <a:extLst>
                <a:ext uri="{FF2B5EF4-FFF2-40B4-BE49-F238E27FC236}">
                  <a16:creationId xmlns:a16="http://schemas.microsoft.com/office/drawing/2014/main" id="{258B95DE-C72C-9EA1-6001-235B75496A2E}"/>
                </a:ext>
              </a:extLst>
            </p:cNvPr>
            <p:cNvGrpSpPr/>
            <p:nvPr/>
          </p:nvGrpSpPr>
          <p:grpSpPr>
            <a:xfrm>
              <a:off x="7212721" y="6172253"/>
              <a:ext cx="4133280" cy="414712"/>
              <a:chOff x="7212721" y="6172253"/>
              <a:chExt cx="4133280" cy="414712"/>
            </a:xfrm>
          </p:grpSpPr>
          <p:sp>
            <p:nvSpPr>
              <p:cNvPr id="171" name="iṣḷîḓê"/>
              <p:cNvSpPr/>
              <p:nvPr/>
            </p:nvSpPr>
            <p:spPr>
              <a:xfrm>
                <a:off x="7212721" y="6172253"/>
                <a:ext cx="4133280" cy="414712"/>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自觉将马克思主义内化于心、外化于行</a:t>
                </a:r>
              </a:p>
            </p:txBody>
          </p:sp>
          <p:cxnSp>
            <p:nvCxnSpPr>
              <p:cNvPr id="19" name="直接连接符 18">
                <a:extLst>
                  <a:ext uri="{FF2B5EF4-FFF2-40B4-BE49-F238E27FC236}">
                    <a16:creationId xmlns:a16="http://schemas.microsoft.com/office/drawing/2014/main" id="{6B99A165-3A0C-E588-42C6-241F6DD6784D}"/>
                  </a:ext>
                </a:extLst>
              </p:cNvPr>
              <p:cNvCxnSpPr>
                <a:cxnSpLocks/>
              </p:cNvCxnSpPr>
              <p:nvPr/>
            </p:nvCxnSpPr>
            <p:spPr>
              <a:xfrm>
                <a:off x="11346001" y="627160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1F4EDDB0-2903-1285-CAC7-2A69378BE373}"/>
                </a:ext>
              </a:extLst>
            </p:cNvPr>
            <p:cNvGrpSpPr/>
            <p:nvPr/>
          </p:nvGrpSpPr>
          <p:grpSpPr>
            <a:xfrm>
              <a:off x="7212721" y="2685719"/>
              <a:ext cx="3096000" cy="402590"/>
              <a:chOff x="7212721" y="2685719"/>
              <a:chExt cx="3096000" cy="402590"/>
            </a:xfrm>
          </p:grpSpPr>
          <p:sp>
            <p:nvSpPr>
              <p:cNvPr id="94" name="iṩ1ïḓé"/>
              <p:cNvSpPr/>
              <p:nvPr/>
            </p:nvSpPr>
            <p:spPr>
              <a:xfrm>
                <a:off x="7212721" y="2685719"/>
                <a:ext cx="3096000" cy="40259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引领人类社会进步的科学真理</a:t>
                </a:r>
              </a:p>
            </p:txBody>
          </p:sp>
          <p:cxnSp>
            <p:nvCxnSpPr>
              <p:cNvPr id="9" name="直接连接符 8">
                <a:extLst>
                  <a:ext uri="{FF2B5EF4-FFF2-40B4-BE49-F238E27FC236}">
                    <a16:creationId xmlns:a16="http://schemas.microsoft.com/office/drawing/2014/main" id="{8739C05F-1299-6C6B-C800-8F54E51EAE32}"/>
                  </a:ext>
                </a:extLst>
              </p:cNvPr>
              <p:cNvCxnSpPr>
                <a:cxnSpLocks/>
              </p:cNvCxnSpPr>
              <p:nvPr/>
            </p:nvCxnSpPr>
            <p:spPr>
              <a:xfrm>
                <a:off x="10308721" y="2779014"/>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4" name="组合 133"/>
            <p:cNvGrpSpPr/>
            <p:nvPr/>
          </p:nvGrpSpPr>
          <p:grpSpPr>
            <a:xfrm>
              <a:off x="1938653" y="905636"/>
              <a:ext cx="4286154" cy="828000"/>
              <a:chOff x="2073419" y="858311"/>
              <a:chExt cx="4286154" cy="828000"/>
            </a:xfrm>
          </p:grpSpPr>
          <p:sp>
            <p:nvSpPr>
              <p:cNvPr id="144" name="iṣ1ïḑé"/>
              <p:cNvSpPr/>
              <p:nvPr/>
            </p:nvSpPr>
            <p:spPr>
              <a:xfrm>
                <a:off x="2073419" y="858311"/>
                <a:ext cx="4286154"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马克思主义有哪些独特魅力</a:t>
                </a:r>
              </a:p>
            </p:txBody>
          </p:sp>
          <p:cxnSp>
            <p:nvCxnSpPr>
              <p:cNvPr id="145" name="直接连接符 144"/>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5" name="组合 134"/>
            <p:cNvGrpSpPr/>
            <p:nvPr/>
          </p:nvGrpSpPr>
          <p:grpSpPr>
            <a:xfrm>
              <a:off x="1941829" y="1985417"/>
              <a:ext cx="4282978" cy="828000"/>
              <a:chOff x="2076595" y="953368"/>
              <a:chExt cx="4282978" cy="828000"/>
            </a:xfrm>
          </p:grpSpPr>
          <p:sp>
            <p:nvSpPr>
              <p:cNvPr id="142" name="iṣ1ïḑé"/>
              <p:cNvSpPr/>
              <p:nvPr/>
            </p:nvSpPr>
            <p:spPr>
              <a:xfrm>
                <a:off x="2076595" y="953368"/>
                <a:ext cx="4282978"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马克思主义的当代价值是什么</a:t>
                </a:r>
              </a:p>
            </p:txBody>
          </p:sp>
          <p:cxnSp>
            <p:nvCxnSpPr>
              <p:cNvPr id="143" name="直接连接符 142"/>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6" name="组合 135"/>
            <p:cNvGrpSpPr/>
            <p:nvPr/>
          </p:nvGrpSpPr>
          <p:grpSpPr>
            <a:xfrm>
              <a:off x="1938653" y="3474236"/>
              <a:ext cx="4286154" cy="828000"/>
              <a:chOff x="2073419" y="1128294"/>
              <a:chExt cx="4286154" cy="828000"/>
            </a:xfrm>
          </p:grpSpPr>
          <p:sp>
            <p:nvSpPr>
              <p:cNvPr id="140" name="iṣ1ïḑé"/>
              <p:cNvSpPr/>
              <p:nvPr/>
            </p:nvSpPr>
            <p:spPr>
              <a:xfrm>
                <a:off x="2073419" y="1128294"/>
                <a:ext cx="4286154"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马克思主义对青年成长有什么指导意义</a:t>
                </a:r>
              </a:p>
            </p:txBody>
          </p:sp>
          <p:cxnSp>
            <p:nvCxnSpPr>
              <p:cNvPr id="141" name="直接连接符 140"/>
              <p:cNvCxnSpPr/>
              <p:nvPr/>
            </p:nvCxnSpPr>
            <p:spPr>
              <a:xfrm>
                <a:off x="2076838" y="125353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7" name="组合 136"/>
            <p:cNvGrpSpPr/>
            <p:nvPr/>
          </p:nvGrpSpPr>
          <p:grpSpPr>
            <a:xfrm>
              <a:off x="1938653" y="5223682"/>
              <a:ext cx="4286154" cy="828000"/>
              <a:chOff x="2073419" y="910582"/>
              <a:chExt cx="4286154" cy="828000"/>
            </a:xfrm>
          </p:grpSpPr>
          <p:sp>
            <p:nvSpPr>
              <p:cNvPr id="138" name="iṣ1ïḑé"/>
              <p:cNvSpPr/>
              <p:nvPr/>
            </p:nvSpPr>
            <p:spPr>
              <a:xfrm>
                <a:off x="2073419" y="910582"/>
                <a:ext cx="4286154"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当代青年如何学习和运用马克思主义</a:t>
                </a:r>
              </a:p>
            </p:txBody>
          </p:sp>
          <p:cxnSp>
            <p:nvCxnSpPr>
              <p:cNvPr id="139" name="直接连接符 138"/>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1" name="组合 170"/>
          <p:cNvGrpSpPr/>
          <p:nvPr/>
        </p:nvGrpSpPr>
        <p:grpSpPr>
          <a:xfrm>
            <a:off x="8005949" y="3554680"/>
            <a:ext cx="1041429" cy="362211"/>
            <a:chOff x="9239595" y="4620165"/>
            <a:chExt cx="1041429" cy="362211"/>
          </a:xfrm>
        </p:grpSpPr>
        <p:cxnSp>
          <p:nvCxnSpPr>
            <p:cNvPr id="172" name="直接连接符 171"/>
            <p:cNvCxnSpPr/>
            <p:nvPr/>
          </p:nvCxnSpPr>
          <p:spPr>
            <a:xfrm flipH="1" flipV="1">
              <a:off x="9993024" y="462016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a:xfrm>
              <a:off x="9993024" y="4621621"/>
              <a:ext cx="0" cy="35929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flipH="1">
              <a:off x="9239595" y="4801270"/>
              <a:ext cx="75343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flipH="1" flipV="1">
              <a:off x="9993024" y="498237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
        <p:nvSpPr>
          <p:cNvPr id="176" name="圆角矩形 175">
            <a:extLst>
              <a:ext uri="{FF2B5EF4-FFF2-40B4-BE49-F238E27FC236}">
                <a16:creationId xmlns:a16="http://schemas.microsoft.com/office/drawing/2014/main" id="{EA7764DD-14CA-4FDD-816E-3B0334A756C3}"/>
              </a:ext>
            </a:extLst>
          </p:cNvPr>
          <p:cNvSpPr/>
          <p:nvPr/>
        </p:nvSpPr>
        <p:spPr>
          <a:xfrm>
            <a:off x="9044100" y="3394739"/>
            <a:ext cx="1241159"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物质决定意识</a:t>
            </a:r>
          </a:p>
        </p:txBody>
      </p:sp>
      <p:sp>
        <p:nvSpPr>
          <p:cNvPr id="177" name="圆角矩形 176">
            <a:extLst>
              <a:ext uri="{FF2B5EF4-FFF2-40B4-BE49-F238E27FC236}">
                <a16:creationId xmlns:a16="http://schemas.microsoft.com/office/drawing/2014/main" id="{3EF4F2F8-0E10-46C9-A032-9D3054CE83AB}"/>
              </a:ext>
            </a:extLst>
          </p:cNvPr>
          <p:cNvSpPr/>
          <p:nvPr/>
        </p:nvSpPr>
        <p:spPr>
          <a:xfrm>
            <a:off x="9044101" y="3762858"/>
            <a:ext cx="1798686"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意识对物质具有反作用</a:t>
            </a:r>
          </a:p>
        </p:txBody>
      </p:sp>
      <p:grpSp>
        <p:nvGrpSpPr>
          <p:cNvPr id="164" name="组合 163"/>
          <p:cNvGrpSpPr/>
          <p:nvPr/>
        </p:nvGrpSpPr>
        <p:grpSpPr>
          <a:xfrm>
            <a:off x="8005949" y="2231920"/>
            <a:ext cx="1041429" cy="362211"/>
            <a:chOff x="9239595" y="4620165"/>
            <a:chExt cx="1041429" cy="362211"/>
          </a:xfrm>
        </p:grpSpPr>
        <p:cxnSp>
          <p:nvCxnSpPr>
            <p:cNvPr id="165" name="直接连接符 164"/>
            <p:cNvCxnSpPr/>
            <p:nvPr/>
          </p:nvCxnSpPr>
          <p:spPr>
            <a:xfrm flipH="1" flipV="1">
              <a:off x="9993024" y="462016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a:xfrm>
              <a:off x="9993024" y="4620165"/>
              <a:ext cx="0" cy="35929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9239595" y="4799814"/>
              <a:ext cx="75343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flipH="1" flipV="1">
              <a:off x="9993024" y="498237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
        <p:nvSpPr>
          <p:cNvPr id="169" name="圆角矩形 168">
            <a:extLst>
              <a:ext uri="{FF2B5EF4-FFF2-40B4-BE49-F238E27FC236}">
                <a16:creationId xmlns:a16="http://schemas.microsoft.com/office/drawing/2014/main" id="{EA7764DD-14CA-4FDD-816E-3B0334A756C3}"/>
              </a:ext>
            </a:extLst>
          </p:cNvPr>
          <p:cNvSpPr/>
          <p:nvPr/>
        </p:nvSpPr>
        <p:spPr>
          <a:xfrm>
            <a:off x="9044100" y="2078687"/>
            <a:ext cx="1241159"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从实践出发</a:t>
            </a:r>
          </a:p>
        </p:txBody>
      </p:sp>
      <p:sp>
        <p:nvSpPr>
          <p:cNvPr id="170" name="圆角矩形 169">
            <a:extLst>
              <a:ext uri="{FF2B5EF4-FFF2-40B4-BE49-F238E27FC236}">
                <a16:creationId xmlns:a16="http://schemas.microsoft.com/office/drawing/2014/main" id="{3EF4F2F8-0E10-46C9-A032-9D3054CE83AB}"/>
              </a:ext>
            </a:extLst>
          </p:cNvPr>
          <p:cNvSpPr/>
          <p:nvPr/>
        </p:nvSpPr>
        <p:spPr>
          <a:xfrm>
            <a:off x="9044100" y="2446806"/>
            <a:ext cx="1241159"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从主体出发</a:t>
            </a:r>
          </a:p>
        </p:txBody>
      </p:sp>
      <p:grpSp>
        <p:nvGrpSpPr>
          <p:cNvPr id="150" name="组合 149"/>
          <p:cNvGrpSpPr/>
          <p:nvPr/>
        </p:nvGrpSpPr>
        <p:grpSpPr>
          <a:xfrm>
            <a:off x="7520725" y="404650"/>
            <a:ext cx="1041429" cy="638450"/>
            <a:chOff x="8130654" y="3583340"/>
            <a:chExt cx="1041429" cy="638450"/>
          </a:xfrm>
        </p:grpSpPr>
        <p:cxnSp>
          <p:nvCxnSpPr>
            <p:cNvPr id="151" name="直接连接符 150"/>
            <p:cNvCxnSpPr/>
            <p:nvPr/>
          </p:nvCxnSpPr>
          <p:spPr>
            <a:xfrm flipH="1" flipV="1">
              <a:off x="8884083" y="3583340"/>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flipH="1" flipV="1">
              <a:off x="8884083" y="390858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8884083" y="3585935"/>
              <a:ext cx="0" cy="635855"/>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flipH="1">
              <a:off x="8130654" y="4063935"/>
              <a:ext cx="75343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flipH="1" flipV="1">
              <a:off x="8884083" y="4221790"/>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40" name="组合 139"/>
          <p:cNvGrpSpPr/>
          <p:nvPr/>
        </p:nvGrpSpPr>
        <p:grpSpPr>
          <a:xfrm>
            <a:off x="6285127" y="922344"/>
            <a:ext cx="1041429" cy="767847"/>
            <a:chOff x="9239595" y="4620165"/>
            <a:chExt cx="1041429" cy="767847"/>
          </a:xfrm>
        </p:grpSpPr>
        <p:cxnSp>
          <p:nvCxnSpPr>
            <p:cNvPr id="141" name="直接连接符 140"/>
            <p:cNvCxnSpPr/>
            <p:nvPr/>
          </p:nvCxnSpPr>
          <p:spPr>
            <a:xfrm flipH="1" flipV="1">
              <a:off x="9993024" y="462016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a:off x="9993024" y="4620165"/>
              <a:ext cx="0" cy="767847"/>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flipH="1">
              <a:off x="9239595" y="4845869"/>
              <a:ext cx="75343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flipH="1" flipV="1">
              <a:off x="9993024" y="5388012"/>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
        <p:nvSpPr>
          <p:cNvPr id="145" name="圆角矩形 144">
            <a:extLst>
              <a:ext uri="{FF2B5EF4-FFF2-40B4-BE49-F238E27FC236}">
                <a16:creationId xmlns:a16="http://schemas.microsoft.com/office/drawing/2014/main" id="{EA7764DD-14CA-4FDD-816E-3B0334A756C3}"/>
              </a:ext>
            </a:extLst>
          </p:cNvPr>
          <p:cNvSpPr/>
          <p:nvPr/>
        </p:nvSpPr>
        <p:spPr>
          <a:xfrm>
            <a:off x="7158035" y="769111"/>
            <a:ext cx="898909"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唯物主义 </a:t>
            </a:r>
          </a:p>
        </p:txBody>
      </p:sp>
      <p:grpSp>
        <p:nvGrpSpPr>
          <p:cNvPr id="59" name="组合 58"/>
          <p:cNvGrpSpPr/>
          <p:nvPr/>
        </p:nvGrpSpPr>
        <p:grpSpPr>
          <a:xfrm>
            <a:off x="573149" y="370950"/>
            <a:ext cx="2489026" cy="400110"/>
            <a:chOff x="1131850" y="3079821"/>
            <a:chExt cx="1475815" cy="400110"/>
          </a:xfrm>
        </p:grpSpPr>
        <p:sp>
          <p:nvSpPr>
            <p:cNvPr id="60" name="文本框 59"/>
            <p:cNvSpPr txBox="1"/>
            <p:nvPr/>
          </p:nvSpPr>
          <p:spPr>
            <a:xfrm>
              <a:off x="1383665" y="3079821"/>
              <a:ext cx="1224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第一章</a:t>
              </a: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1</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grpSp>
          <p:nvGrpSpPr>
            <p:cNvPr id="61" name="组合 60"/>
            <p:cNvGrpSpPr/>
            <p:nvPr/>
          </p:nvGrpSpPr>
          <p:grpSpPr>
            <a:xfrm>
              <a:off x="1131850" y="3158981"/>
              <a:ext cx="263338" cy="243183"/>
              <a:chOff x="1164218" y="3158981"/>
              <a:chExt cx="263338" cy="243183"/>
            </a:xfrm>
          </p:grpSpPr>
          <p:grpSp>
            <p:nvGrpSpPr>
              <p:cNvPr id="62" name="组合 61"/>
              <p:cNvGrpSpPr/>
              <p:nvPr/>
            </p:nvGrpSpPr>
            <p:grpSpPr>
              <a:xfrm>
                <a:off x="1164220" y="3158981"/>
                <a:ext cx="263336" cy="240802"/>
                <a:chOff x="1164220" y="3158981"/>
                <a:chExt cx="263336" cy="240802"/>
              </a:xfrm>
            </p:grpSpPr>
            <p:sp>
              <p:nvSpPr>
                <p:cNvPr id="64" name="平行四边形 63"/>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5" name="直角三角形 64"/>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6" name="平行四边形 65"/>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63" name="直角三角形 62"/>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cxnSp>
        <p:nvCxnSpPr>
          <p:cNvPr id="69" name="直接连接符 68"/>
          <p:cNvCxnSpPr/>
          <p:nvPr/>
        </p:nvCxnSpPr>
        <p:spPr>
          <a:xfrm flipH="1" flipV="1">
            <a:off x="2410742" y="1204013"/>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flipV="1">
            <a:off x="2410742" y="3143854"/>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flipV="1">
            <a:off x="2410742" y="5500949"/>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2410742" y="1204013"/>
            <a:ext cx="0" cy="429693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1786773" y="3143854"/>
            <a:ext cx="624785"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67" name="iṧļiḑe"/>
          <p:cNvSpPr/>
          <p:nvPr/>
        </p:nvSpPr>
        <p:spPr>
          <a:xfrm>
            <a:off x="1212609" y="1373263"/>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000" b="1" dirty="0">
                <a:solidFill>
                  <a:srgbClr val="E17751"/>
                </a:solidFill>
                <a:latin typeface="微软雅黑" panose="020B0503020204020204" pitchFamily="34" charset="-122"/>
                <a:ea typeface="微软雅黑" panose="020B0503020204020204" pitchFamily="34" charset="-122"/>
              </a:rPr>
              <a:t>马克思主义唯物论</a:t>
            </a:r>
          </a:p>
        </p:txBody>
      </p:sp>
      <p:grpSp>
        <p:nvGrpSpPr>
          <p:cNvPr id="83" name="组合 82"/>
          <p:cNvGrpSpPr/>
          <p:nvPr/>
        </p:nvGrpSpPr>
        <p:grpSpPr>
          <a:xfrm>
            <a:off x="5226202" y="477654"/>
            <a:ext cx="1573119" cy="288000"/>
            <a:chOff x="4715590" y="2188737"/>
            <a:chExt cx="3312000" cy="432000"/>
          </a:xfrm>
        </p:grpSpPr>
        <p:sp>
          <p:nvSpPr>
            <p:cNvPr id="95" name="îṣľîďê"/>
            <p:cNvSpPr/>
            <p:nvPr/>
          </p:nvSpPr>
          <p:spPr>
            <a:xfrm>
              <a:off x="4715590" y="2188737"/>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世界观的演化轨迹</a:t>
              </a:r>
            </a:p>
          </p:txBody>
        </p:sp>
        <p:cxnSp>
          <p:nvCxnSpPr>
            <p:cNvPr id="96" name="直接连接符 95"/>
            <p:cNvCxnSpPr/>
            <p:nvPr/>
          </p:nvCxnSpPr>
          <p:spPr>
            <a:xfrm>
              <a:off x="8027590" y="229673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84" name="组合 83"/>
          <p:cNvGrpSpPr/>
          <p:nvPr/>
        </p:nvGrpSpPr>
        <p:grpSpPr>
          <a:xfrm>
            <a:off x="5226202" y="1001760"/>
            <a:ext cx="1573119" cy="288000"/>
            <a:chOff x="4715590" y="2712843"/>
            <a:chExt cx="3312000" cy="432000"/>
          </a:xfrm>
        </p:grpSpPr>
        <p:sp>
          <p:nvSpPr>
            <p:cNvPr id="93" name="iṩ1ïḓé"/>
            <p:cNvSpPr/>
            <p:nvPr/>
          </p:nvSpPr>
          <p:spPr>
            <a:xfrm>
              <a:off x="4715590" y="27128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 哲学世界观</a:t>
              </a:r>
            </a:p>
          </p:txBody>
        </p:sp>
        <p:cxnSp>
          <p:nvCxnSpPr>
            <p:cNvPr id="94" name="直接连接符 93"/>
            <p:cNvCxnSpPr/>
            <p:nvPr/>
          </p:nvCxnSpPr>
          <p:spPr>
            <a:xfrm>
              <a:off x="8027590" y="28208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a:off x="5226202" y="1525866"/>
            <a:ext cx="1573119" cy="288000"/>
            <a:chOff x="4715590" y="3236949"/>
            <a:chExt cx="3312000" cy="432000"/>
          </a:xfrm>
        </p:grpSpPr>
        <p:sp>
          <p:nvSpPr>
            <p:cNvPr id="91"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 哲学基本问题 </a:t>
              </a:r>
            </a:p>
          </p:txBody>
        </p:sp>
        <p:cxnSp>
          <p:nvCxnSpPr>
            <p:cNvPr id="92" name="直接连接符 91"/>
            <p:cNvCxnSpPr/>
            <p:nvPr/>
          </p:nvCxnSpPr>
          <p:spPr>
            <a:xfrm>
              <a:off x="8027590" y="334494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86" name="直接连接符 85"/>
          <p:cNvCxnSpPr/>
          <p:nvPr/>
        </p:nvCxnSpPr>
        <p:spPr>
          <a:xfrm flipH="1" flipV="1">
            <a:off x="4936614" y="69365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flipV="1">
            <a:off x="4936614" y="1217760"/>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flipV="1">
            <a:off x="4936614" y="174186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4936614" y="693846"/>
            <a:ext cx="0" cy="104409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4162364" y="1217760"/>
            <a:ext cx="775068"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97" name="组合 96"/>
          <p:cNvGrpSpPr/>
          <p:nvPr/>
        </p:nvGrpSpPr>
        <p:grpSpPr>
          <a:xfrm>
            <a:off x="5226202" y="2253539"/>
            <a:ext cx="3248990" cy="288000"/>
            <a:chOff x="4715590" y="2188737"/>
            <a:chExt cx="3312000" cy="432000"/>
          </a:xfrm>
        </p:grpSpPr>
        <p:sp>
          <p:nvSpPr>
            <p:cNvPr id="98" name="îṣľîďê"/>
            <p:cNvSpPr/>
            <p:nvPr/>
          </p:nvSpPr>
          <p:spPr>
            <a:xfrm>
              <a:off x="4715590" y="2188737"/>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马克思主义看世界的出发点</a:t>
              </a:r>
            </a:p>
          </p:txBody>
        </p:sp>
        <p:cxnSp>
          <p:nvCxnSpPr>
            <p:cNvPr id="99" name="直接连接符 98"/>
            <p:cNvCxnSpPr/>
            <p:nvPr/>
          </p:nvCxnSpPr>
          <p:spPr>
            <a:xfrm>
              <a:off x="8027590" y="229673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00" name="组合 99"/>
          <p:cNvGrpSpPr/>
          <p:nvPr/>
        </p:nvGrpSpPr>
        <p:grpSpPr>
          <a:xfrm>
            <a:off x="5226202" y="2700205"/>
            <a:ext cx="3248990" cy="288000"/>
            <a:chOff x="4715590" y="2712843"/>
            <a:chExt cx="3312000" cy="432000"/>
          </a:xfrm>
        </p:grpSpPr>
        <p:sp>
          <p:nvSpPr>
            <p:cNvPr id="101" name="iṩ1ïḓé"/>
            <p:cNvSpPr/>
            <p:nvPr/>
          </p:nvSpPr>
          <p:spPr>
            <a:xfrm>
              <a:off x="4715590" y="27128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马克思主义物质观、运动观和时空观</a:t>
              </a:r>
            </a:p>
          </p:txBody>
        </p:sp>
        <p:cxnSp>
          <p:nvCxnSpPr>
            <p:cNvPr id="102" name="直接连接符 101"/>
            <p:cNvCxnSpPr/>
            <p:nvPr/>
          </p:nvCxnSpPr>
          <p:spPr>
            <a:xfrm>
              <a:off x="8027590" y="28208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03" name="组合 102"/>
          <p:cNvGrpSpPr/>
          <p:nvPr/>
        </p:nvGrpSpPr>
        <p:grpSpPr>
          <a:xfrm>
            <a:off x="5226202" y="3146871"/>
            <a:ext cx="3248990" cy="288000"/>
            <a:chOff x="4715590" y="3236949"/>
            <a:chExt cx="3312000" cy="432000"/>
          </a:xfrm>
        </p:grpSpPr>
        <p:sp>
          <p:nvSpPr>
            <p:cNvPr id="104"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马克思主义意识观</a:t>
              </a:r>
            </a:p>
          </p:txBody>
        </p:sp>
        <p:cxnSp>
          <p:nvCxnSpPr>
            <p:cNvPr id="105" name="直接连接符 104"/>
            <p:cNvCxnSpPr/>
            <p:nvPr/>
          </p:nvCxnSpPr>
          <p:spPr>
            <a:xfrm>
              <a:off x="8027590" y="334494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06" name="直接连接符 105"/>
          <p:cNvCxnSpPr/>
          <p:nvPr/>
        </p:nvCxnSpPr>
        <p:spPr>
          <a:xfrm flipH="1" flipV="1">
            <a:off x="4936614" y="2469539"/>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flipV="1">
            <a:off x="4936614" y="284420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flipV="1">
            <a:off x="4936614" y="3290871"/>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4936614" y="2469731"/>
            <a:ext cx="0" cy="1937526"/>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4162364" y="3103634"/>
            <a:ext cx="775068"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11" name="组合 110"/>
          <p:cNvGrpSpPr/>
          <p:nvPr/>
        </p:nvGrpSpPr>
        <p:grpSpPr>
          <a:xfrm>
            <a:off x="5226202" y="3593538"/>
            <a:ext cx="3248990" cy="288000"/>
            <a:chOff x="4715590" y="2712843"/>
            <a:chExt cx="3312000" cy="432000"/>
          </a:xfrm>
        </p:grpSpPr>
        <p:sp>
          <p:nvSpPr>
            <p:cNvPr id="112" name="iṩ1ïḓé"/>
            <p:cNvSpPr/>
            <p:nvPr/>
          </p:nvSpPr>
          <p:spPr>
            <a:xfrm>
              <a:off x="4715590" y="27128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物质与意识的辩证关系</a:t>
              </a:r>
            </a:p>
          </p:txBody>
        </p:sp>
        <p:cxnSp>
          <p:nvCxnSpPr>
            <p:cNvPr id="113" name="直接连接符 112"/>
            <p:cNvCxnSpPr/>
            <p:nvPr/>
          </p:nvCxnSpPr>
          <p:spPr>
            <a:xfrm>
              <a:off x="8027590" y="28208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17" name="直接连接符 116"/>
          <p:cNvCxnSpPr/>
          <p:nvPr/>
        </p:nvCxnSpPr>
        <p:spPr>
          <a:xfrm flipH="1" flipV="1">
            <a:off x="4936614" y="3737538"/>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flipV="1">
            <a:off x="4936614" y="440725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19" name="组合 118"/>
          <p:cNvGrpSpPr/>
          <p:nvPr/>
        </p:nvGrpSpPr>
        <p:grpSpPr>
          <a:xfrm>
            <a:off x="5226201" y="4787363"/>
            <a:ext cx="3739525" cy="288000"/>
            <a:chOff x="4715590" y="2188737"/>
            <a:chExt cx="3312000" cy="432000"/>
          </a:xfrm>
        </p:grpSpPr>
        <p:sp>
          <p:nvSpPr>
            <p:cNvPr id="120" name="îṣľîďê"/>
            <p:cNvSpPr/>
            <p:nvPr/>
          </p:nvSpPr>
          <p:spPr>
            <a:xfrm>
              <a:off x="4715590" y="2188737"/>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给我们以坚实的根基和科学的立场</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121" name="直接连接符 120"/>
            <p:cNvCxnSpPr/>
            <p:nvPr/>
          </p:nvCxnSpPr>
          <p:spPr>
            <a:xfrm>
              <a:off x="8027590" y="229673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22" name="组合 121"/>
          <p:cNvGrpSpPr/>
          <p:nvPr/>
        </p:nvGrpSpPr>
        <p:grpSpPr>
          <a:xfrm>
            <a:off x="5226201" y="5158269"/>
            <a:ext cx="3739525" cy="288000"/>
            <a:chOff x="4715590" y="2712843"/>
            <a:chExt cx="3312000" cy="432000"/>
          </a:xfrm>
        </p:grpSpPr>
        <p:sp>
          <p:nvSpPr>
            <p:cNvPr id="123" name="iṩ1ïḓé"/>
            <p:cNvSpPr/>
            <p:nvPr/>
          </p:nvSpPr>
          <p:spPr>
            <a:xfrm>
              <a:off x="4715590" y="27128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给我们以奋进的姿态和斗争的精神</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124" name="直接连接符 123"/>
            <p:cNvCxnSpPr/>
            <p:nvPr/>
          </p:nvCxnSpPr>
          <p:spPr>
            <a:xfrm>
              <a:off x="8027590" y="28208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25" name="组合 124"/>
          <p:cNvGrpSpPr/>
          <p:nvPr/>
        </p:nvGrpSpPr>
        <p:grpSpPr>
          <a:xfrm>
            <a:off x="5226201" y="5529175"/>
            <a:ext cx="3739525" cy="288000"/>
            <a:chOff x="4715590" y="3236949"/>
            <a:chExt cx="3312000" cy="432000"/>
          </a:xfrm>
        </p:grpSpPr>
        <p:sp>
          <p:nvSpPr>
            <p:cNvPr id="126"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给我们以走向未来的坚定信念和必胜信心</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127" name="直接连接符 126"/>
            <p:cNvCxnSpPr/>
            <p:nvPr/>
          </p:nvCxnSpPr>
          <p:spPr>
            <a:xfrm>
              <a:off x="8027590" y="334494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28" name="直接连接符 127"/>
          <p:cNvCxnSpPr/>
          <p:nvPr/>
        </p:nvCxnSpPr>
        <p:spPr>
          <a:xfrm flipH="1" flipV="1">
            <a:off x="4936614" y="4931363"/>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flipH="1" flipV="1">
            <a:off x="4936614" y="5302269"/>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4497726" y="5673175"/>
            <a:ext cx="726888"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4936614" y="4931363"/>
            <a:ext cx="0" cy="1555626"/>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32" name="组合 131"/>
          <p:cNvGrpSpPr/>
          <p:nvPr/>
        </p:nvGrpSpPr>
        <p:grpSpPr>
          <a:xfrm>
            <a:off x="5226201" y="5900081"/>
            <a:ext cx="3739525" cy="288000"/>
            <a:chOff x="4715590" y="2712843"/>
            <a:chExt cx="3312000" cy="432000"/>
          </a:xfrm>
        </p:grpSpPr>
        <p:sp>
          <p:nvSpPr>
            <p:cNvPr id="133" name="iṩ1ïḓé"/>
            <p:cNvSpPr/>
            <p:nvPr/>
          </p:nvSpPr>
          <p:spPr>
            <a:xfrm>
              <a:off x="4715590" y="27128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给我们以有效的思想方法和工作方法</a:t>
              </a:r>
            </a:p>
          </p:txBody>
        </p:sp>
        <p:cxnSp>
          <p:nvCxnSpPr>
            <p:cNvPr id="134" name="直接连接符 133"/>
            <p:cNvCxnSpPr/>
            <p:nvPr/>
          </p:nvCxnSpPr>
          <p:spPr>
            <a:xfrm>
              <a:off x="8027590" y="28208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5" name="组合 134"/>
          <p:cNvGrpSpPr/>
          <p:nvPr/>
        </p:nvGrpSpPr>
        <p:grpSpPr>
          <a:xfrm>
            <a:off x="5226201" y="6270989"/>
            <a:ext cx="3739525" cy="288000"/>
            <a:chOff x="4715590" y="3236949"/>
            <a:chExt cx="3312000" cy="432000"/>
          </a:xfrm>
        </p:grpSpPr>
        <p:sp>
          <p:nvSpPr>
            <p:cNvPr id="136"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给我们以开阔的视野和博大的情怀</a:t>
              </a:r>
            </a:p>
          </p:txBody>
        </p:sp>
        <p:cxnSp>
          <p:nvCxnSpPr>
            <p:cNvPr id="137" name="直接连接符 136"/>
            <p:cNvCxnSpPr/>
            <p:nvPr/>
          </p:nvCxnSpPr>
          <p:spPr>
            <a:xfrm>
              <a:off x="8027590" y="334494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38" name="直接连接符 137"/>
          <p:cNvCxnSpPr/>
          <p:nvPr/>
        </p:nvCxnSpPr>
        <p:spPr>
          <a:xfrm flipH="1" flipV="1">
            <a:off x="4936614" y="648897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flipH="1" flipV="1">
            <a:off x="4936614" y="6044081"/>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47" name="圆角矩形 146">
            <a:extLst>
              <a:ext uri="{FF2B5EF4-FFF2-40B4-BE49-F238E27FC236}">
                <a16:creationId xmlns:a16="http://schemas.microsoft.com/office/drawing/2014/main" id="{4C23D0B1-800E-4B85-B0B3-B33DF2F393D0}"/>
              </a:ext>
            </a:extLst>
          </p:cNvPr>
          <p:cNvSpPr/>
          <p:nvPr/>
        </p:nvSpPr>
        <p:spPr>
          <a:xfrm>
            <a:off x="8558876" y="239694"/>
            <a:ext cx="1800000"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古代朴素唯物主义 </a:t>
            </a:r>
          </a:p>
        </p:txBody>
      </p:sp>
      <p:sp>
        <p:nvSpPr>
          <p:cNvPr id="148" name="圆角矩形 147">
            <a:extLst>
              <a:ext uri="{FF2B5EF4-FFF2-40B4-BE49-F238E27FC236}">
                <a16:creationId xmlns:a16="http://schemas.microsoft.com/office/drawing/2014/main" id="{13482FB8-73BF-4ACD-8272-2B1F2F5007E6}"/>
              </a:ext>
            </a:extLst>
          </p:cNvPr>
          <p:cNvSpPr/>
          <p:nvPr/>
        </p:nvSpPr>
        <p:spPr>
          <a:xfrm>
            <a:off x="8558876" y="570642"/>
            <a:ext cx="1800000"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近代形而上学唯物主义 </a:t>
            </a:r>
          </a:p>
        </p:txBody>
      </p:sp>
      <p:sp>
        <p:nvSpPr>
          <p:cNvPr id="149" name="圆角矩形 148">
            <a:extLst>
              <a:ext uri="{FF2B5EF4-FFF2-40B4-BE49-F238E27FC236}">
                <a16:creationId xmlns:a16="http://schemas.microsoft.com/office/drawing/2014/main" id="{F85CE352-8011-407D-AB72-56E04104927D}"/>
              </a:ext>
            </a:extLst>
          </p:cNvPr>
          <p:cNvSpPr/>
          <p:nvPr/>
        </p:nvSpPr>
        <p:spPr>
          <a:xfrm>
            <a:off x="8558876" y="901590"/>
            <a:ext cx="1800000"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辩证唯物主义 </a:t>
            </a:r>
          </a:p>
        </p:txBody>
      </p:sp>
      <p:grpSp>
        <p:nvGrpSpPr>
          <p:cNvPr id="157" name="组合 156"/>
          <p:cNvGrpSpPr/>
          <p:nvPr/>
        </p:nvGrpSpPr>
        <p:grpSpPr>
          <a:xfrm>
            <a:off x="7520725" y="1515335"/>
            <a:ext cx="1041429" cy="362211"/>
            <a:chOff x="9239595" y="4620165"/>
            <a:chExt cx="1041429" cy="362211"/>
          </a:xfrm>
        </p:grpSpPr>
        <p:cxnSp>
          <p:nvCxnSpPr>
            <p:cNvPr id="158" name="直接连接符 157"/>
            <p:cNvCxnSpPr/>
            <p:nvPr/>
          </p:nvCxnSpPr>
          <p:spPr>
            <a:xfrm flipH="1" flipV="1">
              <a:off x="9993024" y="462016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a:off x="9993024" y="4620165"/>
              <a:ext cx="0" cy="35929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flipH="1">
              <a:off x="9239595" y="4799814"/>
              <a:ext cx="75343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flipH="1" flipV="1">
              <a:off x="9993024" y="498237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
        <p:nvSpPr>
          <p:cNvPr id="162" name="圆角矩形 161">
            <a:extLst>
              <a:ext uri="{FF2B5EF4-FFF2-40B4-BE49-F238E27FC236}">
                <a16:creationId xmlns:a16="http://schemas.microsoft.com/office/drawing/2014/main" id="{EA7764DD-14CA-4FDD-816E-3B0334A756C3}"/>
              </a:ext>
            </a:extLst>
          </p:cNvPr>
          <p:cNvSpPr/>
          <p:nvPr/>
        </p:nvSpPr>
        <p:spPr>
          <a:xfrm>
            <a:off x="8558876" y="1362102"/>
            <a:ext cx="1241159"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主观唯心主义</a:t>
            </a:r>
          </a:p>
        </p:txBody>
      </p:sp>
      <p:sp>
        <p:nvSpPr>
          <p:cNvPr id="163" name="圆角矩形 162">
            <a:extLst>
              <a:ext uri="{FF2B5EF4-FFF2-40B4-BE49-F238E27FC236}">
                <a16:creationId xmlns:a16="http://schemas.microsoft.com/office/drawing/2014/main" id="{3EF4F2F8-0E10-46C9-A032-9D3054CE83AB}"/>
              </a:ext>
            </a:extLst>
          </p:cNvPr>
          <p:cNvSpPr/>
          <p:nvPr/>
        </p:nvSpPr>
        <p:spPr>
          <a:xfrm>
            <a:off x="8558876" y="1730221"/>
            <a:ext cx="1241159"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客观唯心主义</a:t>
            </a:r>
          </a:p>
        </p:txBody>
      </p:sp>
      <p:sp>
        <p:nvSpPr>
          <p:cNvPr id="146" name="圆角矩形 145">
            <a:extLst>
              <a:ext uri="{FF2B5EF4-FFF2-40B4-BE49-F238E27FC236}">
                <a16:creationId xmlns:a16="http://schemas.microsoft.com/office/drawing/2014/main" id="{3EF4F2F8-0E10-46C9-A032-9D3054CE83AB}"/>
              </a:ext>
            </a:extLst>
          </p:cNvPr>
          <p:cNvSpPr/>
          <p:nvPr/>
        </p:nvSpPr>
        <p:spPr>
          <a:xfrm>
            <a:off x="7158035" y="1532319"/>
            <a:ext cx="898909"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唯心主义</a:t>
            </a:r>
          </a:p>
        </p:txBody>
      </p:sp>
      <p:grpSp>
        <p:nvGrpSpPr>
          <p:cNvPr id="178" name="组合 177"/>
          <p:cNvGrpSpPr/>
          <p:nvPr/>
        </p:nvGrpSpPr>
        <p:grpSpPr>
          <a:xfrm>
            <a:off x="8005949" y="4304248"/>
            <a:ext cx="1041429" cy="362211"/>
            <a:chOff x="9239595" y="4620165"/>
            <a:chExt cx="1041429" cy="362211"/>
          </a:xfrm>
        </p:grpSpPr>
        <p:cxnSp>
          <p:nvCxnSpPr>
            <p:cNvPr id="179" name="直接连接符 178"/>
            <p:cNvCxnSpPr/>
            <p:nvPr/>
          </p:nvCxnSpPr>
          <p:spPr>
            <a:xfrm flipH="1" flipV="1">
              <a:off x="9993024" y="462016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a:off x="9993024" y="4620165"/>
              <a:ext cx="0" cy="35929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flipH="1">
              <a:off x="9239595" y="4723174"/>
              <a:ext cx="75343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flipH="1" flipV="1">
              <a:off x="9993024" y="498237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
        <p:nvSpPr>
          <p:cNvPr id="183" name="圆角矩形 182">
            <a:extLst>
              <a:ext uri="{FF2B5EF4-FFF2-40B4-BE49-F238E27FC236}">
                <a16:creationId xmlns:a16="http://schemas.microsoft.com/office/drawing/2014/main" id="{EA7764DD-14CA-4FDD-816E-3B0334A756C3}"/>
              </a:ext>
            </a:extLst>
          </p:cNvPr>
          <p:cNvSpPr/>
          <p:nvPr/>
        </p:nvSpPr>
        <p:spPr>
          <a:xfrm>
            <a:off x="9044100" y="4146054"/>
            <a:ext cx="1789671"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世界统一于物质</a:t>
            </a:r>
          </a:p>
        </p:txBody>
      </p:sp>
      <p:sp>
        <p:nvSpPr>
          <p:cNvPr id="184" name="圆角矩形 183">
            <a:extLst>
              <a:ext uri="{FF2B5EF4-FFF2-40B4-BE49-F238E27FC236}">
                <a16:creationId xmlns:a16="http://schemas.microsoft.com/office/drawing/2014/main" id="{3EF4F2F8-0E10-46C9-A032-9D3054CE83AB}"/>
              </a:ext>
            </a:extLst>
          </p:cNvPr>
          <p:cNvSpPr/>
          <p:nvPr/>
        </p:nvSpPr>
        <p:spPr>
          <a:xfrm>
            <a:off x="9044101" y="4514173"/>
            <a:ext cx="2533772" cy="306467"/>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latin typeface="微软雅黑" panose="020B0503020204020204" pitchFamily="34" charset="-122"/>
                <a:ea typeface="微软雅黑" panose="020B0503020204020204" pitchFamily="34" charset="-122"/>
              </a:rPr>
              <a:t>世界的物质统一性是多样性的统一</a:t>
            </a:r>
          </a:p>
        </p:txBody>
      </p:sp>
      <p:grpSp>
        <p:nvGrpSpPr>
          <p:cNvPr id="114" name="组合 113"/>
          <p:cNvGrpSpPr/>
          <p:nvPr/>
        </p:nvGrpSpPr>
        <p:grpSpPr>
          <a:xfrm>
            <a:off x="5226202" y="4263257"/>
            <a:ext cx="3248990" cy="288000"/>
            <a:chOff x="4715590" y="3236949"/>
            <a:chExt cx="3312000" cy="432000"/>
          </a:xfrm>
        </p:grpSpPr>
        <p:sp>
          <p:nvSpPr>
            <p:cNvPr id="115"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世界的物质统一性</a:t>
              </a:r>
            </a:p>
          </p:txBody>
        </p:sp>
        <p:cxnSp>
          <p:nvCxnSpPr>
            <p:cNvPr id="116" name="直接连接符 115"/>
            <p:cNvCxnSpPr/>
            <p:nvPr/>
          </p:nvCxnSpPr>
          <p:spPr>
            <a:xfrm>
              <a:off x="8027590" y="334494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75" name="组合 74"/>
          <p:cNvGrpSpPr/>
          <p:nvPr/>
        </p:nvGrpSpPr>
        <p:grpSpPr>
          <a:xfrm>
            <a:off x="2698742" y="2668511"/>
            <a:ext cx="1944000" cy="950686"/>
            <a:chOff x="2073419" y="1212970"/>
            <a:chExt cx="1944000" cy="1051353"/>
          </a:xfrm>
        </p:grpSpPr>
        <p:sp>
          <p:nvSpPr>
            <p:cNvPr id="79" name="iṣ1ïḑé"/>
            <p:cNvSpPr/>
            <p:nvPr/>
          </p:nvSpPr>
          <p:spPr>
            <a:xfrm>
              <a:off x="2073419" y="1212970"/>
              <a:ext cx="1944000" cy="1051353"/>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马克思主义唯物论如何看世界</a:t>
              </a:r>
            </a:p>
          </p:txBody>
        </p:sp>
        <p:cxnSp>
          <p:nvCxnSpPr>
            <p:cNvPr id="80" name="直接连接符 79"/>
            <p:cNvCxnSpPr/>
            <p:nvPr/>
          </p:nvCxnSpPr>
          <p:spPr>
            <a:xfrm>
              <a:off x="2076838" y="1432646"/>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2698742" y="5025606"/>
            <a:ext cx="1944000" cy="950686"/>
            <a:chOff x="2073419" y="798906"/>
            <a:chExt cx="1944000" cy="1051353"/>
          </a:xfrm>
        </p:grpSpPr>
        <p:sp>
          <p:nvSpPr>
            <p:cNvPr id="77" name="iṣ1ïḑé"/>
            <p:cNvSpPr/>
            <p:nvPr/>
          </p:nvSpPr>
          <p:spPr>
            <a:xfrm>
              <a:off x="2073419" y="798906"/>
              <a:ext cx="1944000" cy="1051353"/>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为什么要用马克思主义唯物论看世界</a:t>
              </a:r>
            </a:p>
          </p:txBody>
        </p:sp>
        <p:cxnSp>
          <p:nvCxnSpPr>
            <p:cNvPr id="78" name="直接连接符 77"/>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2698742" y="730234"/>
            <a:ext cx="1944000" cy="950686"/>
            <a:chOff x="2073419" y="746635"/>
            <a:chExt cx="1944000" cy="1051353"/>
          </a:xfrm>
        </p:grpSpPr>
        <p:sp>
          <p:nvSpPr>
            <p:cNvPr id="81" name="iṣ1ïḑé"/>
            <p:cNvSpPr/>
            <p:nvPr/>
          </p:nvSpPr>
          <p:spPr>
            <a:xfrm>
              <a:off x="2073419" y="746635"/>
              <a:ext cx="1944000" cy="1051353"/>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以往的哲学如何</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看世界</a:t>
              </a:r>
            </a:p>
          </p:txBody>
        </p:sp>
        <p:cxnSp>
          <p:nvCxnSpPr>
            <p:cNvPr id="82" name="直接连接符 81"/>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32969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6" name="直接连接符 135"/>
          <p:cNvCxnSpPr/>
          <p:nvPr/>
        </p:nvCxnSpPr>
        <p:spPr>
          <a:xfrm flipH="1" flipV="1">
            <a:off x="5088729" y="2606449"/>
            <a:ext cx="720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6" name="直接连接符 12"/>
          <p:cNvCxnSpPr/>
          <p:nvPr/>
        </p:nvCxnSpPr>
        <p:spPr>
          <a:xfrm flipH="1" flipV="1">
            <a:off x="5088729" y="1933745"/>
            <a:ext cx="720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51" name="直接连接符 164"/>
          <p:cNvCxnSpPr>
            <a:cxnSpLocks/>
          </p:cNvCxnSpPr>
          <p:nvPr/>
        </p:nvCxnSpPr>
        <p:spPr>
          <a:xfrm flipH="1">
            <a:off x="7059792" y="5782513"/>
            <a:ext cx="1894432"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flipV="1">
            <a:off x="5088729" y="582070"/>
            <a:ext cx="5320049" cy="1253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088729" y="1069906"/>
            <a:ext cx="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5088729" y="582070"/>
            <a:ext cx="6350" cy="2015511"/>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flipV="1">
            <a:off x="4692489" y="1597393"/>
            <a:ext cx="39624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5078784" y="1261041"/>
            <a:ext cx="5329994"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5070255" y="3294074"/>
            <a:ext cx="56105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5070255" y="3294074"/>
            <a:ext cx="0" cy="77377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flipV="1">
            <a:off x="4674255" y="3680961"/>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5070255" y="4067848"/>
            <a:ext cx="3248277"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25" name="iṧļiḑe"/>
          <p:cNvSpPr/>
          <p:nvPr/>
        </p:nvSpPr>
        <p:spPr>
          <a:xfrm>
            <a:off x="1374534" y="1635746"/>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000" b="1" dirty="0">
                <a:solidFill>
                  <a:srgbClr val="E17751"/>
                </a:solidFill>
                <a:latin typeface="微软雅黑" panose="020B0503020204020204" pitchFamily="34" charset="-122"/>
                <a:ea typeface="微软雅黑" panose="020B0503020204020204" pitchFamily="34" charset="-122"/>
              </a:rPr>
              <a:t>唯物辩证法的总特征</a:t>
            </a:r>
          </a:p>
          <a:p>
            <a:pPr algn="ctr"/>
            <a:endParaRPr lang="zh-CN" altLang="en-US" sz="2000" b="1" dirty="0">
              <a:solidFill>
                <a:srgbClr val="E17751"/>
              </a:solidFill>
              <a:latin typeface="微软雅黑" panose="020B0503020204020204" pitchFamily="34" charset="-122"/>
              <a:ea typeface="微软雅黑" panose="020B0503020204020204" pitchFamily="34" charset="-122"/>
            </a:endParaRPr>
          </a:p>
        </p:txBody>
      </p:sp>
      <p:cxnSp>
        <p:nvCxnSpPr>
          <p:cNvPr id="103" name="直接连接符 102"/>
          <p:cNvCxnSpPr/>
          <p:nvPr/>
        </p:nvCxnSpPr>
        <p:spPr>
          <a:xfrm>
            <a:off x="2428714" y="1597393"/>
            <a:ext cx="0" cy="403670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flipV="1">
            <a:off x="2032474" y="3680961"/>
            <a:ext cx="39624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flipV="1">
            <a:off x="2427444" y="1597393"/>
            <a:ext cx="28829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flipV="1">
            <a:off x="2427444" y="3680961"/>
            <a:ext cx="28829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flipV="1">
            <a:off x="2427444" y="5634100"/>
            <a:ext cx="28829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28" name="组合 127"/>
          <p:cNvGrpSpPr/>
          <p:nvPr/>
        </p:nvGrpSpPr>
        <p:grpSpPr>
          <a:xfrm>
            <a:off x="2703669" y="1183373"/>
            <a:ext cx="1979930" cy="828040"/>
            <a:chOff x="2073419" y="858311"/>
            <a:chExt cx="1980000" cy="828000"/>
          </a:xfrm>
        </p:grpSpPr>
        <p:sp>
          <p:nvSpPr>
            <p:cNvPr id="126" name="iṣ1ïḑé"/>
            <p:cNvSpPr/>
            <p:nvPr/>
          </p:nvSpPr>
          <p:spPr>
            <a:xfrm>
              <a:off x="2073419" y="858311"/>
              <a:ext cx="1980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辩证法与形而上学的对立</a:t>
              </a:r>
            </a:p>
          </p:txBody>
        </p:sp>
        <p:cxnSp>
          <p:nvCxnSpPr>
            <p:cNvPr id="127" name="直接连接符 126"/>
            <p:cNvCxnSpPr/>
            <p:nvPr/>
          </p:nvCxnSpPr>
          <p:spPr>
            <a:xfrm>
              <a:off x="2073419" y="982937"/>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grpSp>
        <p:nvGrpSpPr>
          <p:cNvPr id="138" name="组合 137"/>
          <p:cNvGrpSpPr/>
          <p:nvPr/>
        </p:nvGrpSpPr>
        <p:grpSpPr>
          <a:xfrm>
            <a:off x="2703669" y="3266941"/>
            <a:ext cx="1979930" cy="828040"/>
            <a:chOff x="2073419" y="858311"/>
            <a:chExt cx="1980000" cy="828000"/>
          </a:xfrm>
        </p:grpSpPr>
        <p:sp>
          <p:nvSpPr>
            <p:cNvPr id="139" name="iṣ1ïḑé"/>
            <p:cNvSpPr/>
            <p:nvPr/>
          </p:nvSpPr>
          <p:spPr>
            <a:xfrm>
              <a:off x="2073419" y="858311"/>
              <a:ext cx="1980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普遍联系的观点</a:t>
              </a:r>
            </a:p>
          </p:txBody>
        </p:sp>
        <p:cxnSp>
          <p:nvCxnSpPr>
            <p:cNvPr id="140" name="直接连接符 139"/>
            <p:cNvCxnSpPr/>
            <p:nvPr/>
          </p:nvCxnSpPr>
          <p:spPr>
            <a:xfrm>
              <a:off x="2073419" y="982937"/>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grpSp>
        <p:nvGrpSpPr>
          <p:cNvPr id="141" name="组合 140"/>
          <p:cNvGrpSpPr/>
          <p:nvPr/>
        </p:nvGrpSpPr>
        <p:grpSpPr>
          <a:xfrm>
            <a:off x="2703669" y="5220080"/>
            <a:ext cx="1979930" cy="828040"/>
            <a:chOff x="2073419" y="858311"/>
            <a:chExt cx="1980000" cy="828000"/>
          </a:xfrm>
        </p:grpSpPr>
        <p:sp>
          <p:nvSpPr>
            <p:cNvPr id="142" name="iṣ1ïḑé"/>
            <p:cNvSpPr/>
            <p:nvPr/>
          </p:nvSpPr>
          <p:spPr>
            <a:xfrm>
              <a:off x="2073419" y="858311"/>
              <a:ext cx="1980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永恒发展的观点</a:t>
              </a:r>
            </a:p>
          </p:txBody>
        </p:sp>
        <p:cxnSp>
          <p:nvCxnSpPr>
            <p:cNvPr id="143" name="直接连接符 142"/>
            <p:cNvCxnSpPr/>
            <p:nvPr/>
          </p:nvCxnSpPr>
          <p:spPr>
            <a:xfrm>
              <a:off x="2073419" y="982937"/>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grpSp>
        <p:nvGrpSpPr>
          <p:cNvPr id="135" name="组合 134"/>
          <p:cNvGrpSpPr/>
          <p:nvPr/>
        </p:nvGrpSpPr>
        <p:grpSpPr>
          <a:xfrm>
            <a:off x="5418606" y="2390549"/>
            <a:ext cx="3871688" cy="431800"/>
            <a:chOff x="8305563" y="1492351"/>
            <a:chExt cx="3240000" cy="432000"/>
          </a:xfrm>
          <a:effectLst>
            <a:outerShdw blurRad="76200" dir="18900000" sy="23000" kx="-1200000" algn="bl" rotWithShape="0">
              <a:prstClr val="black">
                <a:alpha val="20000"/>
              </a:prstClr>
            </a:outerShdw>
          </a:effectLst>
        </p:grpSpPr>
        <p:sp>
          <p:nvSpPr>
            <p:cNvPr id="137" name="iṣḷîḓê"/>
            <p:cNvSpPr/>
            <p:nvPr/>
          </p:nvSpPr>
          <p:spPr>
            <a:xfrm>
              <a:off x="8305563" y="1492351"/>
              <a:ext cx="3240000"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dirty="0">
                  <a:solidFill>
                    <a:prstClr val="black">
                      <a:lumMod val="85000"/>
                      <a:lumOff val="15000"/>
                    </a:prstClr>
                  </a:solidFill>
                  <a:latin typeface="微软雅黑" panose="020B0503020204020204" pitchFamily="34" charset="-122"/>
                  <a:ea typeface="微软雅黑" panose="020B0503020204020204" pitchFamily="34" charset="-122"/>
                </a:rPr>
                <a:t>唯物辩证法本质上是批判的、革命的</a:t>
              </a:r>
            </a:p>
          </p:txBody>
        </p:sp>
        <p:cxnSp>
          <p:nvCxnSpPr>
            <p:cNvPr id="144" name="直接连接符 143"/>
            <p:cNvCxnSpPr/>
            <p:nvPr/>
          </p:nvCxnSpPr>
          <p:spPr>
            <a:xfrm>
              <a:off x="11545563" y="160035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59" name="组合 158"/>
          <p:cNvGrpSpPr/>
          <p:nvPr/>
        </p:nvGrpSpPr>
        <p:grpSpPr>
          <a:xfrm>
            <a:off x="5418606" y="1717845"/>
            <a:ext cx="3871688" cy="431800"/>
            <a:chOff x="8305563" y="1495263"/>
            <a:chExt cx="3240000" cy="432000"/>
          </a:xfrm>
          <a:effectLst>
            <a:outerShdw blurRad="76200" dir="18900000" sy="23000" kx="-1200000" algn="bl" rotWithShape="0">
              <a:prstClr val="black">
                <a:alpha val="20000"/>
              </a:prstClr>
            </a:outerShdw>
          </a:effectLst>
        </p:grpSpPr>
        <p:sp>
          <p:nvSpPr>
            <p:cNvPr id="160" name="iṣḷîḓê"/>
            <p:cNvSpPr/>
            <p:nvPr/>
          </p:nvSpPr>
          <p:spPr>
            <a:xfrm>
              <a:off x="8305563" y="1495263"/>
              <a:ext cx="3240000"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prstClr val="black">
                      <a:lumMod val="85000"/>
                      <a:lumOff val="15000"/>
                    </a:prstClr>
                  </a:solidFill>
                  <a:latin typeface="微软雅黑" panose="020B0503020204020204" pitchFamily="34" charset="-122"/>
                  <a:ea typeface="微软雅黑" panose="020B0503020204020204" pitchFamily="34" charset="-122"/>
                </a:rPr>
                <a:t>唯物辩证法是客观辩证法和主观辩证法的统一</a:t>
              </a:r>
            </a:p>
          </p:txBody>
        </p:sp>
        <p:cxnSp>
          <p:nvCxnSpPr>
            <p:cNvPr id="161" name="直接连接符 160"/>
            <p:cNvCxnSpPr/>
            <p:nvPr/>
          </p:nvCxnSpPr>
          <p:spPr>
            <a:xfrm>
              <a:off x="11545563" y="160035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cxnSp>
        <p:nvCxnSpPr>
          <p:cNvPr id="165" name="直接连接符 164"/>
          <p:cNvCxnSpPr/>
          <p:nvPr/>
        </p:nvCxnSpPr>
        <p:spPr>
          <a:xfrm flipH="1">
            <a:off x="5130824" y="5044356"/>
            <a:ext cx="1928968"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a:off x="5130824" y="5044355"/>
            <a:ext cx="0" cy="117948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flipH="1">
            <a:off x="4692489" y="5634100"/>
            <a:ext cx="438335"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flipH="1" flipV="1">
            <a:off x="5130824" y="6223844"/>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91" name="组合 190"/>
          <p:cNvGrpSpPr/>
          <p:nvPr/>
        </p:nvGrpSpPr>
        <p:grpSpPr>
          <a:xfrm>
            <a:off x="5418606" y="372437"/>
            <a:ext cx="1088950" cy="431800"/>
            <a:chOff x="8305607" y="1492065"/>
            <a:chExt cx="3240002" cy="432000"/>
          </a:xfrm>
          <a:effectLst>
            <a:outerShdw blurRad="76200" dir="18900000" sy="23000" kx="-1200000" algn="bl" rotWithShape="0">
              <a:prstClr val="black">
                <a:alpha val="20000"/>
              </a:prstClr>
            </a:outerShdw>
          </a:effectLst>
        </p:grpSpPr>
        <p:sp>
          <p:nvSpPr>
            <p:cNvPr id="193" name="iṣḷîḓê"/>
            <p:cNvSpPr/>
            <p:nvPr/>
          </p:nvSpPr>
          <p:spPr>
            <a:xfrm>
              <a:off x="8305607" y="1492065"/>
              <a:ext cx="3240002"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dirty="0">
                  <a:solidFill>
                    <a:prstClr val="black">
                      <a:lumMod val="85000"/>
                      <a:lumOff val="15000"/>
                    </a:prstClr>
                  </a:solidFill>
                  <a:latin typeface="微软雅黑" panose="020B0503020204020204" pitchFamily="34" charset="-122"/>
                  <a:ea typeface="微软雅黑" panose="020B0503020204020204" pitchFamily="34" charset="-122"/>
                </a:rPr>
                <a:t>辩 证 法</a:t>
              </a:r>
            </a:p>
          </p:txBody>
        </p:sp>
        <p:cxnSp>
          <p:nvCxnSpPr>
            <p:cNvPr id="194" name="直接连接符 143"/>
            <p:cNvCxnSpPr/>
            <p:nvPr/>
          </p:nvCxnSpPr>
          <p:spPr>
            <a:xfrm>
              <a:off x="11545563" y="160035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03" name="组合 202"/>
          <p:cNvGrpSpPr/>
          <p:nvPr/>
        </p:nvGrpSpPr>
        <p:grpSpPr>
          <a:xfrm>
            <a:off x="5418606" y="1045141"/>
            <a:ext cx="1124095" cy="431800"/>
            <a:chOff x="8305607" y="1492065"/>
            <a:chExt cx="3240002" cy="432000"/>
          </a:xfrm>
          <a:effectLst>
            <a:outerShdw blurRad="76200" dir="18900000" sy="23000" kx="-1200000" algn="bl" rotWithShape="0">
              <a:prstClr val="black">
                <a:alpha val="20000"/>
              </a:prstClr>
            </a:outerShdw>
          </a:effectLst>
        </p:grpSpPr>
        <p:sp>
          <p:nvSpPr>
            <p:cNvPr id="204" name="iṣḷîḓê"/>
            <p:cNvSpPr/>
            <p:nvPr/>
          </p:nvSpPr>
          <p:spPr>
            <a:xfrm>
              <a:off x="8305607" y="1492065"/>
              <a:ext cx="3240002"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dirty="0">
                  <a:solidFill>
                    <a:prstClr val="black">
                      <a:lumMod val="85000"/>
                      <a:lumOff val="15000"/>
                    </a:prstClr>
                  </a:solidFill>
                  <a:latin typeface="微软雅黑" panose="020B0503020204020204" pitchFamily="34" charset="-122"/>
                  <a:ea typeface="微软雅黑" panose="020B0503020204020204" pitchFamily="34" charset="-122"/>
                </a:rPr>
                <a:t>形而上学</a:t>
              </a:r>
            </a:p>
          </p:txBody>
        </p:sp>
        <p:cxnSp>
          <p:nvCxnSpPr>
            <p:cNvPr id="205" name="直接连接符 143"/>
            <p:cNvCxnSpPr/>
            <p:nvPr/>
          </p:nvCxnSpPr>
          <p:spPr>
            <a:xfrm>
              <a:off x="11545563" y="160035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sp>
        <p:nvSpPr>
          <p:cNvPr id="208" name="iṣḷîḓê"/>
          <p:cNvSpPr/>
          <p:nvPr/>
        </p:nvSpPr>
        <p:spPr>
          <a:xfrm>
            <a:off x="7073502" y="418078"/>
            <a:ext cx="2473806" cy="340519"/>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pPr algn="ctr"/>
            <a:r>
              <a:rPr lang="zh-CN" altLang="en-US" sz="1400" dirty="0">
                <a:solidFill>
                  <a:schemeClr val="tx1"/>
                </a:solidFill>
                <a:latin typeface="微软雅黑" panose="020B0503020204020204" pitchFamily="34" charset="-122"/>
                <a:ea typeface="微软雅黑" panose="020B0503020204020204" pitchFamily="34" charset="-122"/>
              </a:rPr>
              <a:t>联系、发展、全面地看问题</a:t>
            </a:r>
          </a:p>
        </p:txBody>
      </p:sp>
      <p:sp>
        <p:nvSpPr>
          <p:cNvPr id="211" name="iṣḷîḓê"/>
          <p:cNvSpPr/>
          <p:nvPr/>
        </p:nvSpPr>
        <p:spPr>
          <a:xfrm>
            <a:off x="7073502" y="1090782"/>
            <a:ext cx="2473806" cy="340519"/>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pPr algn="ctr"/>
            <a:r>
              <a:rPr lang="zh-CN" altLang="en-US" sz="1400" dirty="0">
                <a:solidFill>
                  <a:schemeClr val="tx1"/>
                </a:solidFill>
                <a:latin typeface="微软雅黑" panose="020B0503020204020204" pitchFamily="34" charset="-122"/>
                <a:ea typeface="微软雅黑" panose="020B0503020204020204" pitchFamily="34" charset="-122"/>
              </a:rPr>
              <a:t>孤立、静止、片面地看问题</a:t>
            </a:r>
          </a:p>
        </p:txBody>
      </p:sp>
      <p:sp>
        <p:nvSpPr>
          <p:cNvPr id="214" name="iṣḷîḓê"/>
          <p:cNvSpPr/>
          <p:nvPr/>
        </p:nvSpPr>
        <p:spPr>
          <a:xfrm>
            <a:off x="10007950" y="418078"/>
            <a:ext cx="1125184" cy="340519"/>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pPr algn="ctr"/>
            <a:r>
              <a:rPr lang="zh-CN" altLang="en-US" sz="1400" dirty="0">
                <a:solidFill>
                  <a:schemeClr val="tx1"/>
                </a:solidFill>
                <a:latin typeface="微软雅黑" panose="020B0503020204020204" pitchFamily="34" charset="-122"/>
                <a:ea typeface="微软雅黑" panose="020B0503020204020204" pitchFamily="34" charset="-122"/>
              </a:rPr>
              <a:t>承认矛盾</a:t>
            </a:r>
          </a:p>
        </p:txBody>
      </p:sp>
      <p:sp>
        <p:nvSpPr>
          <p:cNvPr id="217" name="iṣḷîḓê"/>
          <p:cNvSpPr/>
          <p:nvPr/>
        </p:nvSpPr>
        <p:spPr>
          <a:xfrm>
            <a:off x="10007950" y="1090782"/>
            <a:ext cx="1125184" cy="340519"/>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pPr algn="ctr"/>
            <a:r>
              <a:rPr lang="zh-CN" altLang="en-US" sz="1400" dirty="0">
                <a:solidFill>
                  <a:schemeClr val="tx1"/>
                </a:solidFill>
                <a:latin typeface="微软雅黑" panose="020B0503020204020204" pitchFamily="34" charset="-122"/>
                <a:ea typeface="微软雅黑" panose="020B0503020204020204" pitchFamily="34" charset="-122"/>
              </a:rPr>
              <a:t>否认矛盾</a:t>
            </a:r>
          </a:p>
        </p:txBody>
      </p:sp>
      <p:grpSp>
        <p:nvGrpSpPr>
          <p:cNvPr id="222" name="组合 221"/>
          <p:cNvGrpSpPr/>
          <p:nvPr/>
        </p:nvGrpSpPr>
        <p:grpSpPr>
          <a:xfrm>
            <a:off x="5418606" y="3078174"/>
            <a:ext cx="1219547" cy="431800"/>
            <a:chOff x="8305607" y="1492065"/>
            <a:chExt cx="3240002" cy="432000"/>
          </a:xfrm>
          <a:effectLst>
            <a:outerShdw blurRad="76200" dir="18900000" sy="23000" kx="-1200000" algn="bl" rotWithShape="0">
              <a:prstClr val="black">
                <a:alpha val="20000"/>
              </a:prstClr>
            </a:outerShdw>
          </a:effectLst>
        </p:grpSpPr>
        <p:sp>
          <p:nvSpPr>
            <p:cNvPr id="223" name="iṣḷîḓê"/>
            <p:cNvSpPr/>
            <p:nvPr/>
          </p:nvSpPr>
          <p:spPr>
            <a:xfrm>
              <a:off x="8305607" y="1492065"/>
              <a:ext cx="3240002"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a:r>
                <a:rPr lang="zh-CN" altLang="en-US" sz="1400" dirty="0">
                  <a:solidFill>
                    <a:prstClr val="black">
                      <a:lumMod val="85000"/>
                      <a:lumOff val="15000"/>
                    </a:prstClr>
                  </a:solidFill>
                  <a:latin typeface="微软雅黑" panose="020B0503020204020204" pitchFamily="34" charset="-122"/>
                  <a:ea typeface="微软雅黑" panose="020B0503020204020204" pitchFamily="34" charset="-122"/>
                </a:rPr>
                <a:t>联系的内涵</a:t>
              </a:r>
            </a:p>
          </p:txBody>
        </p:sp>
        <p:cxnSp>
          <p:nvCxnSpPr>
            <p:cNvPr id="224" name="直接连接符 143"/>
            <p:cNvCxnSpPr/>
            <p:nvPr/>
          </p:nvCxnSpPr>
          <p:spPr>
            <a:xfrm>
              <a:off x="11545563" y="160035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28" name="组合 227"/>
          <p:cNvGrpSpPr/>
          <p:nvPr/>
        </p:nvGrpSpPr>
        <p:grpSpPr>
          <a:xfrm>
            <a:off x="5418606" y="3851948"/>
            <a:ext cx="1219581" cy="431800"/>
            <a:chOff x="8305607" y="1492065"/>
            <a:chExt cx="3240002" cy="432000"/>
          </a:xfrm>
          <a:effectLst>
            <a:outerShdw blurRad="76200" dir="18900000" sy="23000" kx="-1200000" algn="bl" rotWithShape="0">
              <a:prstClr val="black">
                <a:alpha val="20000"/>
              </a:prstClr>
            </a:outerShdw>
          </a:effectLst>
        </p:grpSpPr>
        <p:sp>
          <p:nvSpPr>
            <p:cNvPr id="229" name="iṣḷîḓê"/>
            <p:cNvSpPr/>
            <p:nvPr/>
          </p:nvSpPr>
          <p:spPr>
            <a:xfrm>
              <a:off x="8305607" y="1492065"/>
              <a:ext cx="3240002"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a:r>
                <a:rPr lang="zh-CN" altLang="en-US" sz="1400" dirty="0">
                  <a:solidFill>
                    <a:prstClr val="black">
                      <a:lumMod val="85000"/>
                      <a:lumOff val="15000"/>
                    </a:prstClr>
                  </a:solidFill>
                  <a:latin typeface="微软雅黑" panose="020B0503020204020204" pitchFamily="34" charset="-122"/>
                  <a:ea typeface="微软雅黑" panose="020B0503020204020204" pitchFamily="34" charset="-122"/>
                </a:rPr>
                <a:t>联系的特点</a:t>
              </a:r>
            </a:p>
          </p:txBody>
        </p:sp>
        <p:cxnSp>
          <p:nvCxnSpPr>
            <p:cNvPr id="230" name="直接连接符 143"/>
            <p:cNvCxnSpPr/>
            <p:nvPr/>
          </p:nvCxnSpPr>
          <p:spPr>
            <a:xfrm>
              <a:off x="11545563" y="160035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31" name="组合 230"/>
          <p:cNvGrpSpPr/>
          <p:nvPr/>
        </p:nvGrpSpPr>
        <p:grpSpPr>
          <a:xfrm>
            <a:off x="5418606" y="4828455"/>
            <a:ext cx="1219547" cy="431800"/>
            <a:chOff x="8305607" y="1492065"/>
            <a:chExt cx="3240002" cy="432000"/>
          </a:xfrm>
          <a:effectLst>
            <a:outerShdw blurRad="76200" dir="18900000" sy="23000" kx="-1200000" algn="bl" rotWithShape="0">
              <a:prstClr val="black">
                <a:alpha val="20000"/>
              </a:prstClr>
            </a:outerShdw>
          </a:effectLst>
        </p:grpSpPr>
        <p:sp>
          <p:nvSpPr>
            <p:cNvPr id="232" name="iṣḷîḓê"/>
            <p:cNvSpPr/>
            <p:nvPr/>
          </p:nvSpPr>
          <p:spPr>
            <a:xfrm>
              <a:off x="8305607" y="1492065"/>
              <a:ext cx="3240002"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a:r>
                <a:rPr lang="zh-CN" altLang="en-US" sz="1400" dirty="0">
                  <a:solidFill>
                    <a:prstClr val="black">
                      <a:lumMod val="85000"/>
                      <a:lumOff val="15000"/>
                    </a:prstClr>
                  </a:solidFill>
                  <a:latin typeface="微软雅黑" panose="020B0503020204020204" pitchFamily="34" charset="-122"/>
                  <a:ea typeface="微软雅黑" panose="020B0503020204020204" pitchFamily="34" charset="-122"/>
                </a:rPr>
                <a:t>发展的内涵</a:t>
              </a:r>
            </a:p>
          </p:txBody>
        </p:sp>
        <p:cxnSp>
          <p:nvCxnSpPr>
            <p:cNvPr id="233" name="直接连接符 143"/>
            <p:cNvCxnSpPr/>
            <p:nvPr/>
          </p:nvCxnSpPr>
          <p:spPr>
            <a:xfrm>
              <a:off x="11545563" y="160035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34" name="组合 233"/>
          <p:cNvGrpSpPr/>
          <p:nvPr/>
        </p:nvGrpSpPr>
        <p:grpSpPr>
          <a:xfrm>
            <a:off x="5418606" y="6007944"/>
            <a:ext cx="1907047" cy="431800"/>
            <a:chOff x="8305607" y="1492065"/>
            <a:chExt cx="3240002" cy="432000"/>
          </a:xfrm>
          <a:effectLst>
            <a:outerShdw blurRad="76200" dir="18900000" sy="23000" kx="-1200000" algn="bl" rotWithShape="0">
              <a:prstClr val="black">
                <a:alpha val="20000"/>
              </a:prstClr>
            </a:outerShdw>
          </a:effectLst>
        </p:grpSpPr>
        <p:sp>
          <p:nvSpPr>
            <p:cNvPr id="235" name="iṣḷîḓê"/>
            <p:cNvSpPr/>
            <p:nvPr/>
          </p:nvSpPr>
          <p:spPr>
            <a:xfrm>
              <a:off x="8305607" y="1492065"/>
              <a:ext cx="3240002"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lgn="ctr"/>
              <a:r>
                <a:rPr lang="zh-CN" altLang="en-US" sz="1400" dirty="0">
                  <a:solidFill>
                    <a:prstClr val="black">
                      <a:lumMod val="85000"/>
                      <a:lumOff val="15000"/>
                    </a:prstClr>
                  </a:solidFill>
                  <a:latin typeface="微软雅黑" panose="020B0503020204020204" pitchFamily="34" charset="-122"/>
                  <a:ea typeface="微软雅黑" panose="020B0503020204020204" pitchFamily="34" charset="-122"/>
                </a:rPr>
                <a:t>世界是过程的集合体</a:t>
              </a:r>
            </a:p>
          </p:txBody>
        </p:sp>
        <p:cxnSp>
          <p:nvCxnSpPr>
            <p:cNvPr id="236" name="直接连接符 143"/>
            <p:cNvCxnSpPr/>
            <p:nvPr/>
          </p:nvCxnSpPr>
          <p:spPr>
            <a:xfrm>
              <a:off x="11545563" y="160035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sp>
        <p:nvSpPr>
          <p:cNvPr id="240" name="iṣḷîḓê"/>
          <p:cNvSpPr/>
          <p:nvPr/>
        </p:nvSpPr>
        <p:spPr>
          <a:xfrm>
            <a:off x="7073500" y="3897589"/>
            <a:ext cx="3255353" cy="340519"/>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400" dirty="0">
                <a:solidFill>
                  <a:schemeClr val="tx1"/>
                </a:solidFill>
                <a:latin typeface="微软雅黑" panose="020B0503020204020204" pitchFamily="34" charset="-122"/>
                <a:ea typeface="微软雅黑" panose="020B0503020204020204" pitchFamily="34" charset="-122"/>
              </a:rPr>
              <a:t>客观性、普遍性、多样性、条件性</a:t>
            </a:r>
          </a:p>
        </p:txBody>
      </p:sp>
      <p:cxnSp>
        <p:nvCxnSpPr>
          <p:cNvPr id="242" name="直接连接符 35"/>
          <p:cNvCxnSpPr>
            <a:cxnSpLocks/>
          </p:cNvCxnSpPr>
          <p:nvPr/>
        </p:nvCxnSpPr>
        <p:spPr>
          <a:xfrm>
            <a:off x="7059792" y="4805193"/>
            <a:ext cx="0" cy="97732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43" name="直接连接符 164"/>
          <p:cNvCxnSpPr/>
          <p:nvPr/>
        </p:nvCxnSpPr>
        <p:spPr>
          <a:xfrm flipH="1">
            <a:off x="7059792" y="4805193"/>
            <a:ext cx="1894432"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44" name="直接连接符 164"/>
          <p:cNvCxnSpPr/>
          <p:nvPr/>
        </p:nvCxnSpPr>
        <p:spPr>
          <a:xfrm flipH="1">
            <a:off x="7059792" y="5270124"/>
            <a:ext cx="1894432"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46" name="iṣḷîḓê"/>
          <p:cNvSpPr/>
          <p:nvPr/>
        </p:nvSpPr>
        <p:spPr>
          <a:xfrm>
            <a:off x="7385707" y="5089963"/>
            <a:ext cx="3883506" cy="340519"/>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400" dirty="0">
                <a:solidFill>
                  <a:schemeClr val="tx1"/>
                </a:solidFill>
                <a:latin typeface="微软雅黑" panose="020B0503020204020204" pitchFamily="34" charset="-122"/>
                <a:ea typeface="微软雅黑" panose="020B0503020204020204" pitchFamily="34" charset="-122"/>
              </a:rPr>
              <a:t>对立面的统一和斗争是发展的原因</a:t>
            </a:r>
          </a:p>
        </p:txBody>
      </p:sp>
      <p:sp>
        <p:nvSpPr>
          <p:cNvPr id="253" name="iṣḷîḓê"/>
          <p:cNvSpPr/>
          <p:nvPr/>
        </p:nvSpPr>
        <p:spPr>
          <a:xfrm>
            <a:off x="7385707" y="4604045"/>
            <a:ext cx="3883506" cy="340519"/>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400" dirty="0">
                <a:solidFill>
                  <a:schemeClr val="tx1"/>
                </a:solidFill>
                <a:latin typeface="微软雅黑" panose="020B0503020204020204" pitchFamily="34" charset="-122"/>
                <a:ea typeface="微软雅黑" panose="020B0503020204020204" pitchFamily="34" charset="-122"/>
              </a:rPr>
              <a:t>普遍联系是发展的前提</a:t>
            </a:r>
          </a:p>
        </p:txBody>
      </p:sp>
      <p:sp>
        <p:nvSpPr>
          <p:cNvPr id="249" name="iṣḷîḓê"/>
          <p:cNvSpPr/>
          <p:nvPr/>
        </p:nvSpPr>
        <p:spPr>
          <a:xfrm>
            <a:off x="7385707" y="5601821"/>
            <a:ext cx="3883506" cy="340519"/>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400" dirty="0">
                <a:solidFill>
                  <a:schemeClr val="tx1"/>
                </a:solidFill>
                <a:latin typeface="微软雅黑" panose="020B0503020204020204" pitchFamily="34" charset="-122"/>
                <a:ea typeface="微软雅黑" panose="020B0503020204020204" pitchFamily="34" charset="-122"/>
              </a:rPr>
              <a:t>新事物的产生和旧事物的灭亡是发展的实质</a:t>
            </a:r>
          </a:p>
        </p:txBody>
      </p:sp>
      <p:grpSp>
        <p:nvGrpSpPr>
          <p:cNvPr id="15" name="组合 14">
            <a:extLst>
              <a:ext uri="{FF2B5EF4-FFF2-40B4-BE49-F238E27FC236}">
                <a16:creationId xmlns:a16="http://schemas.microsoft.com/office/drawing/2014/main" id="{765DBC49-9D0E-4F59-35B2-A7F0662B5602}"/>
              </a:ext>
            </a:extLst>
          </p:cNvPr>
          <p:cNvGrpSpPr/>
          <p:nvPr/>
        </p:nvGrpSpPr>
        <p:grpSpPr>
          <a:xfrm>
            <a:off x="573149" y="370950"/>
            <a:ext cx="2489026" cy="400110"/>
            <a:chOff x="1131850" y="3079821"/>
            <a:chExt cx="1475815" cy="400110"/>
          </a:xfrm>
        </p:grpSpPr>
        <p:sp>
          <p:nvSpPr>
            <p:cNvPr id="16" name="文本框 15">
              <a:extLst>
                <a:ext uri="{FF2B5EF4-FFF2-40B4-BE49-F238E27FC236}">
                  <a16:creationId xmlns:a16="http://schemas.microsoft.com/office/drawing/2014/main" id="{7396B19D-922D-4B39-73ED-EDA2654F558D}"/>
                </a:ext>
              </a:extLst>
            </p:cNvPr>
            <p:cNvSpPr txBox="1"/>
            <p:nvPr/>
          </p:nvSpPr>
          <p:spPr>
            <a:xfrm>
              <a:off x="1383665" y="3079821"/>
              <a:ext cx="1224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第一章</a:t>
              </a: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小结</a:t>
              </a:r>
              <a:r>
                <a:rPr kumimoji="1" lang="en-US" altLang="zh-CN" sz="2000" b="1" dirty="0">
                  <a:solidFill>
                    <a:prstClr val="black">
                      <a:lumMod val="95000"/>
                      <a:lumOff val="5000"/>
                    </a:prstClr>
                  </a:solidFill>
                  <a:latin typeface="微软雅黑" panose="020B0503020204020204" charset="-122"/>
                  <a:ea typeface="微软雅黑" panose="020B0503020204020204" charset="-122"/>
                </a:rPr>
                <a:t>2</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grpSp>
          <p:nvGrpSpPr>
            <p:cNvPr id="17" name="组合 16">
              <a:extLst>
                <a:ext uri="{FF2B5EF4-FFF2-40B4-BE49-F238E27FC236}">
                  <a16:creationId xmlns:a16="http://schemas.microsoft.com/office/drawing/2014/main" id="{65C5E7C6-CC21-78D7-FB0E-2DD7B55346F4}"/>
                </a:ext>
              </a:extLst>
            </p:cNvPr>
            <p:cNvGrpSpPr/>
            <p:nvPr/>
          </p:nvGrpSpPr>
          <p:grpSpPr>
            <a:xfrm>
              <a:off x="1131850" y="3158981"/>
              <a:ext cx="263338" cy="243183"/>
              <a:chOff x="1164218" y="3158981"/>
              <a:chExt cx="263338" cy="243183"/>
            </a:xfrm>
          </p:grpSpPr>
          <p:grpSp>
            <p:nvGrpSpPr>
              <p:cNvPr id="18" name="组合 17">
                <a:extLst>
                  <a:ext uri="{FF2B5EF4-FFF2-40B4-BE49-F238E27FC236}">
                    <a16:creationId xmlns:a16="http://schemas.microsoft.com/office/drawing/2014/main" id="{74460245-F47D-3161-5B1D-626143F22DE3}"/>
                  </a:ext>
                </a:extLst>
              </p:cNvPr>
              <p:cNvGrpSpPr/>
              <p:nvPr/>
            </p:nvGrpSpPr>
            <p:grpSpPr>
              <a:xfrm>
                <a:off x="1164220" y="3158981"/>
                <a:ext cx="263336" cy="240802"/>
                <a:chOff x="1164220" y="3158981"/>
                <a:chExt cx="263336" cy="240802"/>
              </a:xfrm>
            </p:grpSpPr>
            <p:sp>
              <p:nvSpPr>
                <p:cNvPr id="20" name="平行四边形 19">
                  <a:extLst>
                    <a:ext uri="{FF2B5EF4-FFF2-40B4-BE49-F238E27FC236}">
                      <a16:creationId xmlns:a16="http://schemas.microsoft.com/office/drawing/2014/main" id="{02D6EECE-C5FB-6BF6-22BF-1ACFE468A859}"/>
                    </a:ext>
                  </a:extLst>
                </p:cNvPr>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直角三角形 20">
                  <a:extLst>
                    <a:ext uri="{FF2B5EF4-FFF2-40B4-BE49-F238E27FC236}">
                      <a16:creationId xmlns:a16="http://schemas.microsoft.com/office/drawing/2014/main" id="{7526C44F-12C6-8151-7062-1DCB7816B5F2}"/>
                    </a:ext>
                  </a:extLst>
                </p:cNvPr>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平行四边形 21">
                  <a:extLst>
                    <a:ext uri="{FF2B5EF4-FFF2-40B4-BE49-F238E27FC236}">
                      <a16:creationId xmlns:a16="http://schemas.microsoft.com/office/drawing/2014/main" id="{2DD86BAA-6FB8-9786-F237-9967EAB37EFC}"/>
                    </a:ext>
                  </a:extLst>
                </p:cNvPr>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9" name="直角三角形 18">
                <a:extLst>
                  <a:ext uri="{FF2B5EF4-FFF2-40B4-BE49-F238E27FC236}">
                    <a16:creationId xmlns:a16="http://schemas.microsoft.com/office/drawing/2014/main" id="{8027DA5D-C986-BB04-9551-F950A3209C60}"/>
                  </a:ext>
                </a:extLst>
              </p:cNvPr>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spTree>
    <p:extLst>
      <p:ext uri="{BB962C8B-B14F-4D97-AF65-F5344CB8AC3E}">
        <p14:creationId xmlns:p14="http://schemas.microsoft.com/office/powerpoint/2010/main" val="404753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5358093" y="540000"/>
            <a:ext cx="2595054" cy="400110"/>
            <a:chOff x="1131850" y="3079821"/>
            <a:chExt cx="1475815" cy="400110"/>
          </a:xfrm>
        </p:grpSpPr>
        <p:sp>
          <p:nvSpPr>
            <p:cNvPr id="32" name="文本框 31"/>
            <p:cNvSpPr txBox="1"/>
            <p:nvPr/>
          </p:nvSpPr>
          <p:spPr>
            <a:xfrm>
              <a:off x="1383665" y="3079821"/>
              <a:ext cx="1224000" cy="400110"/>
            </a:xfrm>
            <a:prstGeom prst="rect">
              <a:avLst/>
            </a:prstGeom>
            <a:noFill/>
          </p:spPr>
          <p:txBody>
            <a:bodyPr wrap="square" rtlCol="0">
              <a:spAutoFit/>
            </a:bodyPr>
            <a:lstStyle/>
            <a:p>
              <a:pPr>
                <a:defRPr/>
              </a:pPr>
              <a:r>
                <a:rPr kumimoji="1" lang="zh-CN" altLang="en-US" sz="2000" b="1" dirty="0">
                  <a:solidFill>
                    <a:prstClr val="black">
                      <a:lumMod val="95000"/>
                      <a:lumOff val="5000"/>
                    </a:prstClr>
                  </a:solidFill>
                  <a:latin typeface="微软雅黑" panose="020B0503020204020204" pitchFamily="34" charset="-122"/>
                  <a:ea typeface="微软雅黑" panose="020B0503020204020204" pitchFamily="34" charset="-122"/>
                </a:rPr>
                <a:t>第一章小结</a:t>
              </a:r>
              <a:r>
                <a:rPr kumimoji="1" lang="en-US" altLang="zh-CN" sz="2000" b="1" dirty="0">
                  <a:solidFill>
                    <a:prstClr val="black">
                      <a:lumMod val="95000"/>
                      <a:lumOff val="5000"/>
                    </a:prstClr>
                  </a:solidFill>
                  <a:latin typeface="微软雅黑" panose="020B0503020204020204" pitchFamily="34" charset="-122"/>
                  <a:ea typeface="微软雅黑" panose="020B0503020204020204" pitchFamily="34" charset="-122"/>
                </a:rPr>
                <a:t>3</a:t>
              </a:r>
              <a:endParaRPr kumimoji="1" lang="zh-CN" altLang="en-US" sz="2000" b="1" dirty="0">
                <a:solidFill>
                  <a:prstClr val="black">
                    <a:lumMod val="95000"/>
                    <a:lumOff val="5000"/>
                  </a:prstClr>
                </a:solidFill>
                <a:latin typeface="微软雅黑" panose="020B0503020204020204" pitchFamily="34" charset="-122"/>
                <a:ea typeface="微软雅黑" panose="020B0503020204020204" pitchFamily="34" charset="-122"/>
              </a:endParaRPr>
            </a:p>
          </p:txBody>
        </p:sp>
        <p:grpSp>
          <p:nvGrpSpPr>
            <p:cNvPr id="34" name="组合 33"/>
            <p:cNvGrpSpPr/>
            <p:nvPr/>
          </p:nvGrpSpPr>
          <p:grpSpPr>
            <a:xfrm>
              <a:off x="1131850" y="3158981"/>
              <a:ext cx="263338" cy="243183"/>
              <a:chOff x="1164218" y="3158981"/>
              <a:chExt cx="263338" cy="243183"/>
            </a:xfrm>
          </p:grpSpPr>
          <p:grpSp>
            <p:nvGrpSpPr>
              <p:cNvPr id="36" name="组合 35"/>
              <p:cNvGrpSpPr/>
              <p:nvPr/>
            </p:nvGrpSpPr>
            <p:grpSpPr>
              <a:xfrm>
                <a:off x="1164220" y="3158981"/>
                <a:ext cx="263336" cy="240802"/>
                <a:chOff x="1164220" y="3158981"/>
                <a:chExt cx="263336" cy="240802"/>
              </a:xfrm>
            </p:grpSpPr>
            <p:sp>
              <p:nvSpPr>
                <p:cNvPr id="38" name="平行四边形 37"/>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solidFill>
                  </a:endParaRPr>
                </a:p>
              </p:txBody>
            </p:sp>
            <p:sp>
              <p:nvSpPr>
                <p:cNvPr id="41" name="直角三角形 40"/>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solidFill>
                  </a:endParaRPr>
                </a:p>
              </p:txBody>
            </p:sp>
            <p:sp>
              <p:nvSpPr>
                <p:cNvPr id="44" name="平行四边形 43"/>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solidFill>
                  </a:endParaRPr>
                </a:p>
              </p:txBody>
            </p:sp>
          </p:grpSp>
          <p:sp>
            <p:nvSpPr>
              <p:cNvPr id="37" name="直角三角形 36"/>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solidFill>
                </a:endParaRPr>
              </a:p>
            </p:txBody>
          </p:sp>
        </p:grpSp>
      </p:grpSp>
      <p:grpSp>
        <p:nvGrpSpPr>
          <p:cNvPr id="88" name="组合 87">
            <a:extLst>
              <a:ext uri="{FF2B5EF4-FFF2-40B4-BE49-F238E27FC236}">
                <a16:creationId xmlns:a16="http://schemas.microsoft.com/office/drawing/2014/main" id="{3E0928D8-EAD1-E79F-6824-265D22F7C58B}"/>
              </a:ext>
            </a:extLst>
          </p:cNvPr>
          <p:cNvGrpSpPr/>
          <p:nvPr/>
        </p:nvGrpSpPr>
        <p:grpSpPr>
          <a:xfrm>
            <a:off x="754348" y="1130998"/>
            <a:ext cx="10737247" cy="4938126"/>
            <a:chOff x="754348" y="1130998"/>
            <a:chExt cx="10737247" cy="4938126"/>
          </a:xfrm>
        </p:grpSpPr>
        <p:cxnSp>
          <p:nvCxnSpPr>
            <p:cNvPr id="51" name="直接连接符 50"/>
            <p:cNvCxnSpPr>
              <a:cxnSpLocks/>
            </p:cNvCxnSpPr>
            <p:nvPr/>
          </p:nvCxnSpPr>
          <p:spPr>
            <a:xfrm flipH="1" flipV="1">
              <a:off x="1694713" y="1805792"/>
              <a:ext cx="277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cxnSpLocks/>
            </p:cNvCxnSpPr>
            <p:nvPr/>
          </p:nvCxnSpPr>
          <p:spPr>
            <a:xfrm flipH="1" flipV="1">
              <a:off x="1694713" y="5448232"/>
              <a:ext cx="277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cxnSpLocks/>
            </p:cNvCxnSpPr>
            <p:nvPr/>
          </p:nvCxnSpPr>
          <p:spPr>
            <a:xfrm>
              <a:off x="1694713" y="1805792"/>
              <a:ext cx="0" cy="36411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cxnSpLocks/>
            </p:cNvCxnSpPr>
            <p:nvPr/>
          </p:nvCxnSpPr>
          <p:spPr>
            <a:xfrm flipH="1">
              <a:off x="1314409" y="3663487"/>
              <a:ext cx="907045"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6" name="iṧļiḑe"/>
            <p:cNvSpPr/>
            <p:nvPr/>
          </p:nvSpPr>
          <p:spPr>
            <a:xfrm>
              <a:off x="754348" y="1647012"/>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000" b="1" dirty="0">
                  <a:solidFill>
                    <a:srgbClr val="E17751"/>
                  </a:solidFill>
                  <a:latin typeface="微软雅黑" panose="020B0503020204020204" pitchFamily="34" charset="-122"/>
                  <a:ea typeface="微软雅黑" panose="020B0503020204020204" pitchFamily="34" charset="-122"/>
                </a:rPr>
                <a:t>唯</a:t>
              </a:r>
            </a:p>
            <a:p>
              <a:pPr algn="ctr"/>
              <a:r>
                <a:rPr lang="zh-CN" altLang="en-US" sz="2000" b="1" dirty="0">
                  <a:solidFill>
                    <a:srgbClr val="E17751"/>
                  </a:solidFill>
                  <a:latin typeface="微软雅黑" panose="020B0503020204020204" pitchFamily="34" charset="-122"/>
                  <a:ea typeface="微软雅黑" panose="020B0503020204020204" pitchFamily="34" charset="-122"/>
                </a:rPr>
                <a:t>物</a:t>
              </a:r>
            </a:p>
            <a:p>
              <a:pPr algn="ctr"/>
              <a:r>
                <a:rPr lang="zh-CN" altLang="en-US" sz="2000" b="1" dirty="0">
                  <a:solidFill>
                    <a:srgbClr val="E17751"/>
                  </a:solidFill>
                  <a:latin typeface="微软雅黑" panose="020B0503020204020204" pitchFamily="34" charset="-122"/>
                  <a:ea typeface="微软雅黑" panose="020B0503020204020204" pitchFamily="34" charset="-122"/>
                </a:rPr>
                <a:t>辩</a:t>
              </a:r>
            </a:p>
            <a:p>
              <a:pPr algn="ctr"/>
              <a:r>
                <a:rPr lang="zh-CN" altLang="en-US" sz="2000" b="1" dirty="0">
                  <a:solidFill>
                    <a:srgbClr val="E17751"/>
                  </a:solidFill>
                  <a:latin typeface="微软雅黑" panose="020B0503020204020204" pitchFamily="34" charset="-122"/>
                  <a:ea typeface="微软雅黑" panose="020B0503020204020204" pitchFamily="34" charset="-122"/>
                </a:rPr>
                <a:t>证</a:t>
              </a:r>
            </a:p>
            <a:p>
              <a:pPr algn="ctr"/>
              <a:r>
                <a:rPr lang="zh-CN" altLang="en-US" sz="2000" b="1" dirty="0">
                  <a:solidFill>
                    <a:srgbClr val="E17751"/>
                  </a:solidFill>
                  <a:latin typeface="微软雅黑" panose="020B0503020204020204" pitchFamily="34" charset="-122"/>
                  <a:ea typeface="微软雅黑" panose="020B0503020204020204" pitchFamily="34" charset="-122"/>
                </a:rPr>
                <a:t>法</a:t>
              </a:r>
            </a:p>
            <a:p>
              <a:pPr algn="ctr"/>
              <a:r>
                <a:rPr lang="zh-CN" altLang="en-US" sz="2000" b="1" dirty="0">
                  <a:solidFill>
                    <a:srgbClr val="E17751"/>
                  </a:solidFill>
                  <a:latin typeface="微软雅黑" panose="020B0503020204020204" pitchFamily="34" charset="-122"/>
                  <a:ea typeface="微软雅黑" panose="020B0503020204020204" pitchFamily="34" charset="-122"/>
                </a:rPr>
                <a:t>的</a:t>
              </a:r>
            </a:p>
            <a:p>
              <a:pPr algn="ctr"/>
              <a:r>
                <a:rPr lang="zh-CN" altLang="en-US" sz="2000" b="1" dirty="0">
                  <a:solidFill>
                    <a:srgbClr val="E17751"/>
                  </a:solidFill>
                  <a:latin typeface="微软雅黑" panose="020B0503020204020204" pitchFamily="34" charset="-122"/>
                  <a:ea typeface="微软雅黑" panose="020B0503020204020204" pitchFamily="34" charset="-122"/>
                </a:rPr>
                <a:t>基</a:t>
              </a:r>
            </a:p>
            <a:p>
              <a:pPr algn="ctr"/>
              <a:r>
                <a:rPr lang="zh-CN" altLang="en-US" sz="2000" b="1" dirty="0">
                  <a:solidFill>
                    <a:srgbClr val="E17751"/>
                  </a:solidFill>
                  <a:latin typeface="微软雅黑" panose="020B0503020204020204" pitchFamily="34" charset="-122"/>
                  <a:ea typeface="微软雅黑" panose="020B0503020204020204" pitchFamily="34" charset="-122"/>
                </a:rPr>
                <a:t>本</a:t>
              </a:r>
            </a:p>
            <a:p>
              <a:pPr algn="ctr"/>
              <a:r>
                <a:rPr lang="zh-CN" altLang="en-US" sz="2000" b="1" dirty="0">
                  <a:solidFill>
                    <a:srgbClr val="E17751"/>
                  </a:solidFill>
                  <a:latin typeface="微软雅黑" panose="020B0503020204020204" pitchFamily="34" charset="-122"/>
                  <a:ea typeface="微软雅黑" panose="020B0503020204020204" pitchFamily="34" charset="-122"/>
                </a:rPr>
                <a:t>规</a:t>
              </a:r>
            </a:p>
            <a:p>
              <a:pPr algn="ctr"/>
              <a:r>
                <a:rPr lang="zh-CN" altLang="en-US" sz="2000" b="1" dirty="0">
                  <a:solidFill>
                    <a:srgbClr val="E17751"/>
                  </a:solidFill>
                  <a:latin typeface="微软雅黑" panose="020B0503020204020204" pitchFamily="34" charset="-122"/>
                  <a:ea typeface="微软雅黑" panose="020B0503020204020204" pitchFamily="34" charset="-122"/>
                </a:rPr>
                <a:t>律</a:t>
              </a:r>
            </a:p>
          </p:txBody>
        </p:sp>
        <p:sp>
          <p:nvSpPr>
            <p:cNvPr id="4" name="左大括号 3"/>
            <p:cNvSpPr/>
            <p:nvPr/>
          </p:nvSpPr>
          <p:spPr>
            <a:xfrm>
              <a:off x="9181386" y="5082472"/>
              <a:ext cx="236013" cy="731520"/>
            </a:xfrm>
            <a:prstGeom prst="leftBrace">
              <a:avLst/>
            </a:prstGeom>
            <a:ln w="12700">
              <a:solidFill>
                <a:schemeClr val="bg1">
                  <a:lumMod val="75000"/>
                </a:schemeClr>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solidFill>
                  <a:prstClr val="black"/>
                </a:solidFill>
                <a:effectLst>
                  <a:outerShdw blurRad="38100" dist="38100" dir="2700000" algn="tl">
                    <a:srgbClr val="000000">
                      <a:alpha val="43137"/>
                    </a:srgbClr>
                  </a:outerShdw>
                </a:effectLst>
              </a:endParaRPr>
            </a:p>
          </p:txBody>
        </p:sp>
        <p:sp>
          <p:nvSpPr>
            <p:cNvPr id="5" name="左大括号 4"/>
            <p:cNvSpPr/>
            <p:nvPr/>
          </p:nvSpPr>
          <p:spPr>
            <a:xfrm>
              <a:off x="9211866" y="3297727"/>
              <a:ext cx="236013" cy="731520"/>
            </a:xfrm>
            <a:prstGeom prst="leftBrace">
              <a:avLst/>
            </a:prstGeom>
            <a:ln w="12700">
              <a:solidFill>
                <a:schemeClr val="bg1">
                  <a:lumMod val="75000"/>
                </a:schemeClr>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solidFill>
                  <a:prstClr val="black"/>
                </a:solidFill>
                <a:effectLst>
                  <a:outerShdw blurRad="38100" dist="38100" dir="2700000" algn="tl">
                    <a:srgbClr val="000000">
                      <a:alpha val="43137"/>
                    </a:srgbClr>
                  </a:outerShdw>
                </a:effectLst>
              </a:endParaRPr>
            </a:p>
          </p:txBody>
        </p:sp>
        <p:sp>
          <p:nvSpPr>
            <p:cNvPr id="8" name="左大括号 7"/>
            <p:cNvSpPr/>
            <p:nvPr/>
          </p:nvSpPr>
          <p:spPr>
            <a:xfrm>
              <a:off x="9185467" y="1440032"/>
              <a:ext cx="236013" cy="731520"/>
            </a:xfrm>
            <a:prstGeom prst="leftBrace">
              <a:avLst/>
            </a:prstGeom>
            <a:ln w="12700">
              <a:solidFill>
                <a:schemeClr val="bg1">
                  <a:lumMod val="75000"/>
                </a:schemeClr>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solidFill>
                  <a:prstClr val="black"/>
                </a:solidFill>
                <a:effectLst>
                  <a:outerShdw blurRad="38100" dist="38100" dir="2700000" algn="tl">
                    <a:srgbClr val="000000">
                      <a:alpha val="43137"/>
                    </a:srgbClr>
                  </a:outerShdw>
                </a:effectLst>
              </a:endParaRPr>
            </a:p>
          </p:txBody>
        </p:sp>
        <p:sp>
          <p:nvSpPr>
            <p:cNvPr id="9" name="iṣ1ïḑé"/>
            <p:cNvSpPr/>
            <p:nvPr/>
          </p:nvSpPr>
          <p:spPr>
            <a:xfrm>
              <a:off x="9531009" y="1391792"/>
              <a:ext cx="1943735"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对立统一规律</a:t>
              </a:r>
            </a:p>
          </p:txBody>
        </p:sp>
        <p:sp>
          <p:nvSpPr>
            <p:cNvPr id="10" name="iṣ1ïḑé"/>
            <p:cNvSpPr/>
            <p:nvPr/>
          </p:nvSpPr>
          <p:spPr>
            <a:xfrm>
              <a:off x="9547860" y="3249487"/>
              <a:ext cx="1943735"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量变质变规律</a:t>
              </a:r>
            </a:p>
          </p:txBody>
        </p:sp>
        <p:sp>
          <p:nvSpPr>
            <p:cNvPr id="11" name="iṣ1ïḑé"/>
            <p:cNvSpPr/>
            <p:nvPr/>
          </p:nvSpPr>
          <p:spPr>
            <a:xfrm>
              <a:off x="9547860" y="5034232"/>
              <a:ext cx="1943735"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否定之否定规律</a:t>
              </a:r>
            </a:p>
          </p:txBody>
        </p:sp>
        <p:grpSp>
          <p:nvGrpSpPr>
            <p:cNvPr id="24" name="组合 23">
              <a:extLst>
                <a:ext uri="{FF2B5EF4-FFF2-40B4-BE49-F238E27FC236}">
                  <a16:creationId xmlns:a16="http://schemas.microsoft.com/office/drawing/2014/main" id="{0044F6A2-FC8C-29D4-87D9-AD9675D741F8}"/>
                </a:ext>
              </a:extLst>
            </p:cNvPr>
            <p:cNvGrpSpPr/>
            <p:nvPr/>
          </p:nvGrpSpPr>
          <p:grpSpPr>
            <a:xfrm>
              <a:off x="4761798" y="1445998"/>
              <a:ext cx="1090407" cy="719588"/>
              <a:chOff x="4643464" y="1490998"/>
              <a:chExt cx="1090407" cy="719588"/>
            </a:xfrm>
          </p:grpSpPr>
          <p:cxnSp>
            <p:nvCxnSpPr>
              <p:cNvPr id="77" name="直接连接符 76">
                <a:extLst>
                  <a:ext uri="{FF2B5EF4-FFF2-40B4-BE49-F238E27FC236}">
                    <a16:creationId xmlns:a16="http://schemas.microsoft.com/office/drawing/2014/main" id="{DF372FA9-42D0-9E30-28A5-B0A97070434B}"/>
                  </a:ext>
                </a:extLst>
              </p:cNvPr>
              <p:cNvCxnSpPr>
                <a:cxnSpLocks/>
              </p:cNvCxnSpPr>
              <p:nvPr/>
            </p:nvCxnSpPr>
            <p:spPr>
              <a:xfrm>
                <a:off x="5445871" y="1490998"/>
                <a:ext cx="0" cy="719588"/>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CC1ED04A-DD8A-F9B0-B299-F76E231F51DC}"/>
                  </a:ext>
                </a:extLst>
              </p:cNvPr>
              <p:cNvCxnSpPr>
                <a:cxnSpLocks/>
              </p:cNvCxnSpPr>
              <p:nvPr/>
            </p:nvCxnSpPr>
            <p:spPr>
              <a:xfrm flipH="1" flipV="1">
                <a:off x="4643464" y="1849531"/>
                <a:ext cx="800366" cy="252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F167D405-4647-9345-39CC-C0B0F6D86C35}"/>
                  </a:ext>
                </a:extLst>
              </p:cNvPr>
              <p:cNvCxnSpPr>
                <a:cxnSpLocks/>
              </p:cNvCxnSpPr>
              <p:nvPr/>
            </p:nvCxnSpPr>
            <p:spPr>
              <a:xfrm flipH="1" flipV="1">
                <a:off x="5445871" y="1490998"/>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778BC2D1-7C2F-BC2B-14DB-2731732C9865}"/>
                  </a:ext>
                </a:extLst>
              </p:cNvPr>
              <p:cNvCxnSpPr>
                <a:cxnSpLocks/>
              </p:cNvCxnSpPr>
              <p:nvPr/>
            </p:nvCxnSpPr>
            <p:spPr>
              <a:xfrm flipH="1" flipV="1">
                <a:off x="5445871" y="221058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A66BA0BA-5344-6B29-1D38-82D2FB081ECC}"/>
                </a:ext>
              </a:extLst>
            </p:cNvPr>
            <p:cNvGrpSpPr/>
            <p:nvPr/>
          </p:nvGrpSpPr>
          <p:grpSpPr>
            <a:xfrm>
              <a:off x="4761798" y="3300122"/>
              <a:ext cx="1090407" cy="726730"/>
              <a:chOff x="4643464" y="3214852"/>
              <a:chExt cx="1090407" cy="726730"/>
            </a:xfrm>
          </p:grpSpPr>
          <p:cxnSp>
            <p:nvCxnSpPr>
              <p:cNvPr id="79" name="直接连接符 78">
                <a:extLst>
                  <a:ext uri="{FF2B5EF4-FFF2-40B4-BE49-F238E27FC236}">
                    <a16:creationId xmlns:a16="http://schemas.microsoft.com/office/drawing/2014/main" id="{45F255C7-0F72-DF79-728D-6CD2F37EA874}"/>
                  </a:ext>
                </a:extLst>
              </p:cNvPr>
              <p:cNvCxnSpPr>
                <a:cxnSpLocks/>
              </p:cNvCxnSpPr>
              <p:nvPr/>
            </p:nvCxnSpPr>
            <p:spPr>
              <a:xfrm>
                <a:off x="5445871" y="3214852"/>
                <a:ext cx="0" cy="719588"/>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2662983B-EFD1-B0A1-2F55-5A423E3F2E8B}"/>
                  </a:ext>
                </a:extLst>
              </p:cNvPr>
              <p:cNvCxnSpPr>
                <a:cxnSpLocks/>
              </p:cNvCxnSpPr>
              <p:nvPr/>
            </p:nvCxnSpPr>
            <p:spPr>
              <a:xfrm flipH="1" flipV="1">
                <a:off x="4643464" y="3573385"/>
                <a:ext cx="800366" cy="252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C6183BE8-33A2-6F57-4F33-8992F75112C6}"/>
                  </a:ext>
                </a:extLst>
              </p:cNvPr>
              <p:cNvCxnSpPr>
                <a:cxnSpLocks/>
              </p:cNvCxnSpPr>
              <p:nvPr/>
            </p:nvCxnSpPr>
            <p:spPr>
              <a:xfrm flipH="1" flipV="1">
                <a:off x="5445871" y="3214852"/>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CAC90CD4-5A04-5D0B-C962-C825261672C8}"/>
                  </a:ext>
                </a:extLst>
              </p:cNvPr>
              <p:cNvCxnSpPr>
                <a:cxnSpLocks/>
              </p:cNvCxnSpPr>
              <p:nvPr/>
            </p:nvCxnSpPr>
            <p:spPr>
              <a:xfrm flipH="1" flipV="1">
                <a:off x="5445871" y="3941582"/>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23" name="组合 22">
              <a:extLst>
                <a:ext uri="{FF2B5EF4-FFF2-40B4-BE49-F238E27FC236}">
                  <a16:creationId xmlns:a16="http://schemas.microsoft.com/office/drawing/2014/main" id="{D86AF2AC-740E-E093-4D95-3DEBE5F9379F}"/>
                </a:ext>
              </a:extLst>
            </p:cNvPr>
            <p:cNvGrpSpPr/>
            <p:nvPr/>
          </p:nvGrpSpPr>
          <p:grpSpPr>
            <a:xfrm>
              <a:off x="4761798" y="5097341"/>
              <a:ext cx="1090407" cy="701783"/>
              <a:chOff x="4643464" y="5191125"/>
              <a:chExt cx="1090407" cy="701783"/>
            </a:xfrm>
          </p:grpSpPr>
          <p:cxnSp>
            <p:nvCxnSpPr>
              <p:cNvPr id="83" name="直接连接符 82">
                <a:extLst>
                  <a:ext uri="{FF2B5EF4-FFF2-40B4-BE49-F238E27FC236}">
                    <a16:creationId xmlns:a16="http://schemas.microsoft.com/office/drawing/2014/main" id="{47048638-7A74-EE32-E411-0BEF20A3556D}"/>
                  </a:ext>
                </a:extLst>
              </p:cNvPr>
              <p:cNvCxnSpPr>
                <a:cxnSpLocks/>
              </p:cNvCxnSpPr>
              <p:nvPr/>
            </p:nvCxnSpPr>
            <p:spPr>
              <a:xfrm>
                <a:off x="5445871" y="5191125"/>
                <a:ext cx="0" cy="701783"/>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B774114D-9B15-4854-D8C5-1DE65BC2E43C}"/>
                  </a:ext>
                </a:extLst>
              </p:cNvPr>
              <p:cNvCxnSpPr>
                <a:cxnSpLocks/>
              </p:cNvCxnSpPr>
              <p:nvPr/>
            </p:nvCxnSpPr>
            <p:spPr>
              <a:xfrm flipH="1" flipV="1">
                <a:off x="4643464" y="5540755"/>
                <a:ext cx="800366" cy="252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D55E5620-6BBE-D3EA-BF30-AE97EFB66FDD}"/>
                  </a:ext>
                </a:extLst>
              </p:cNvPr>
              <p:cNvCxnSpPr>
                <a:cxnSpLocks/>
              </p:cNvCxnSpPr>
              <p:nvPr/>
            </p:nvCxnSpPr>
            <p:spPr>
              <a:xfrm flipH="1" flipV="1">
                <a:off x="5445871" y="519112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65BD82CE-6A1B-FDDF-862A-83629B23F8BA}"/>
                  </a:ext>
                </a:extLst>
              </p:cNvPr>
              <p:cNvCxnSpPr>
                <a:cxnSpLocks/>
              </p:cNvCxnSpPr>
              <p:nvPr/>
            </p:nvCxnSpPr>
            <p:spPr>
              <a:xfrm flipH="1" flipV="1">
                <a:off x="5445871" y="5892908"/>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31F99E7C-B390-9970-3FE4-B2D8CB813BF4}"/>
                </a:ext>
              </a:extLst>
            </p:cNvPr>
            <p:cNvGrpSpPr/>
            <p:nvPr/>
          </p:nvGrpSpPr>
          <p:grpSpPr>
            <a:xfrm>
              <a:off x="5778675" y="1130998"/>
              <a:ext cx="3095663" cy="1349588"/>
              <a:chOff x="5778675" y="1130998"/>
              <a:chExt cx="3095663" cy="1349588"/>
            </a:xfrm>
          </p:grpSpPr>
          <p:grpSp>
            <p:nvGrpSpPr>
              <p:cNvPr id="17" name="组合 16">
                <a:extLst>
                  <a:ext uri="{FF2B5EF4-FFF2-40B4-BE49-F238E27FC236}">
                    <a16:creationId xmlns:a16="http://schemas.microsoft.com/office/drawing/2014/main" id="{41C1575E-F691-8F1D-71A8-1E1B8963E670}"/>
                  </a:ext>
                </a:extLst>
              </p:cNvPr>
              <p:cNvGrpSpPr/>
              <p:nvPr/>
            </p:nvGrpSpPr>
            <p:grpSpPr>
              <a:xfrm>
                <a:off x="5778675" y="1130998"/>
                <a:ext cx="3095663" cy="720000"/>
                <a:chOff x="5660341" y="1130998"/>
                <a:chExt cx="3095663" cy="720000"/>
              </a:xfrm>
            </p:grpSpPr>
            <p:sp>
              <p:nvSpPr>
                <p:cNvPr id="46" name="矩形: 圆角 45"/>
                <p:cNvSpPr/>
                <p:nvPr/>
              </p:nvSpPr>
              <p:spPr>
                <a:xfrm>
                  <a:off x="5660341" y="1130998"/>
                  <a:ext cx="3095663" cy="72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nSpc>
                      <a:spcPct val="12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矛盾的同一性和斗争性及其在事物</a:t>
                  </a:r>
                </a:p>
                <a:p>
                  <a:pPr>
                    <a:lnSpc>
                      <a:spcPct val="12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发展中的作用</a:t>
                  </a:r>
                </a:p>
              </p:txBody>
            </p:sp>
            <p:cxnSp>
              <p:nvCxnSpPr>
                <p:cNvPr id="63" name="直接连接符 62">
                  <a:extLst>
                    <a:ext uri="{FF2B5EF4-FFF2-40B4-BE49-F238E27FC236}">
                      <a16:creationId xmlns:a16="http://schemas.microsoft.com/office/drawing/2014/main" id="{9CC8084D-2775-59AE-4EAE-99D228D03B9E}"/>
                    </a:ext>
                  </a:extLst>
                </p:cNvPr>
                <p:cNvCxnSpPr>
                  <a:cxnSpLocks/>
                </p:cNvCxnSpPr>
                <p:nvPr/>
              </p:nvCxnSpPr>
              <p:spPr>
                <a:xfrm>
                  <a:off x="8746479" y="13829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C4ACEDF0-9310-E78D-AC8B-E0F9D6C67514}"/>
                  </a:ext>
                </a:extLst>
              </p:cNvPr>
              <p:cNvGrpSpPr/>
              <p:nvPr/>
            </p:nvGrpSpPr>
            <p:grpSpPr>
              <a:xfrm>
                <a:off x="5778675" y="1940586"/>
                <a:ext cx="3095663" cy="540000"/>
                <a:chOff x="5660341" y="1940586"/>
                <a:chExt cx="3095663" cy="540000"/>
              </a:xfrm>
            </p:grpSpPr>
            <p:sp>
              <p:nvSpPr>
                <p:cNvPr id="47" name="矩形: 圆角 46"/>
                <p:cNvSpPr/>
                <p:nvPr/>
              </p:nvSpPr>
              <p:spPr>
                <a:xfrm>
                  <a:off x="5660341" y="1940586"/>
                  <a:ext cx="3095663" cy="54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矛盾的普遍性和特殊性及其相互关系</a:t>
                  </a:r>
                </a:p>
              </p:txBody>
            </p:sp>
            <p:cxnSp>
              <p:nvCxnSpPr>
                <p:cNvPr id="64" name="直接连接符 63">
                  <a:extLst>
                    <a:ext uri="{FF2B5EF4-FFF2-40B4-BE49-F238E27FC236}">
                      <a16:creationId xmlns:a16="http://schemas.microsoft.com/office/drawing/2014/main" id="{5444543D-1A6C-20C0-B0DF-72B36E1552C2}"/>
                    </a:ext>
                  </a:extLst>
                </p:cNvPr>
                <p:cNvCxnSpPr>
                  <a:cxnSpLocks/>
                </p:cNvCxnSpPr>
                <p:nvPr/>
              </p:nvCxnSpPr>
              <p:spPr>
                <a:xfrm>
                  <a:off x="8746479" y="2102586"/>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grpSp>
          <p:nvGrpSpPr>
            <p:cNvPr id="26" name="组合 25">
              <a:extLst>
                <a:ext uri="{FF2B5EF4-FFF2-40B4-BE49-F238E27FC236}">
                  <a16:creationId xmlns:a16="http://schemas.microsoft.com/office/drawing/2014/main" id="{C892338C-6803-A69F-8790-51247DDA404A}"/>
                </a:ext>
              </a:extLst>
            </p:cNvPr>
            <p:cNvGrpSpPr/>
            <p:nvPr/>
          </p:nvGrpSpPr>
          <p:grpSpPr>
            <a:xfrm>
              <a:off x="5778675" y="3030122"/>
              <a:ext cx="3095663" cy="1266730"/>
              <a:chOff x="5778675" y="2944852"/>
              <a:chExt cx="3095663" cy="1266730"/>
            </a:xfrm>
          </p:grpSpPr>
          <p:grpSp>
            <p:nvGrpSpPr>
              <p:cNvPr id="19" name="组合 18">
                <a:extLst>
                  <a:ext uri="{FF2B5EF4-FFF2-40B4-BE49-F238E27FC236}">
                    <a16:creationId xmlns:a16="http://schemas.microsoft.com/office/drawing/2014/main" id="{B26D95EA-4121-50A0-969D-321C9C2C4E7C}"/>
                  </a:ext>
                </a:extLst>
              </p:cNvPr>
              <p:cNvGrpSpPr/>
              <p:nvPr/>
            </p:nvGrpSpPr>
            <p:grpSpPr>
              <a:xfrm>
                <a:off x="5778675" y="2944852"/>
                <a:ext cx="3095663" cy="540000"/>
                <a:chOff x="5660341" y="2944852"/>
                <a:chExt cx="3095663" cy="540000"/>
              </a:xfrm>
            </p:grpSpPr>
            <p:sp>
              <p:nvSpPr>
                <p:cNvPr id="48" name="矩形: 圆角 47"/>
                <p:cNvSpPr/>
                <p:nvPr/>
              </p:nvSpPr>
              <p:spPr>
                <a:xfrm>
                  <a:off x="5660341" y="2944852"/>
                  <a:ext cx="3095663" cy="54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事物是质、量、度三种规定性的统一</a:t>
                  </a:r>
                </a:p>
              </p:txBody>
            </p:sp>
            <p:cxnSp>
              <p:nvCxnSpPr>
                <p:cNvPr id="65" name="直接连接符 64">
                  <a:extLst>
                    <a:ext uri="{FF2B5EF4-FFF2-40B4-BE49-F238E27FC236}">
                      <a16:creationId xmlns:a16="http://schemas.microsoft.com/office/drawing/2014/main" id="{E49ACD53-8108-0657-7BD6-B456B97983D2}"/>
                    </a:ext>
                  </a:extLst>
                </p:cNvPr>
                <p:cNvCxnSpPr>
                  <a:cxnSpLocks/>
                </p:cNvCxnSpPr>
                <p:nvPr/>
              </p:nvCxnSpPr>
              <p:spPr>
                <a:xfrm>
                  <a:off x="8746479" y="3106852"/>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38141881-E03B-1579-4C96-86EC433E27ED}"/>
                  </a:ext>
                </a:extLst>
              </p:cNvPr>
              <p:cNvGrpSpPr/>
              <p:nvPr/>
            </p:nvGrpSpPr>
            <p:grpSpPr>
              <a:xfrm>
                <a:off x="5778675" y="3671582"/>
                <a:ext cx="3095663" cy="540000"/>
                <a:chOff x="5660341" y="3671582"/>
                <a:chExt cx="3095663" cy="540000"/>
              </a:xfrm>
            </p:grpSpPr>
            <p:sp>
              <p:nvSpPr>
                <p:cNvPr id="49" name="矩形: 圆角 48"/>
                <p:cNvSpPr/>
                <p:nvPr/>
              </p:nvSpPr>
              <p:spPr>
                <a:xfrm>
                  <a:off x="5660341" y="3671582"/>
                  <a:ext cx="3095663" cy="54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量变与质变</a:t>
                  </a:r>
                </a:p>
              </p:txBody>
            </p:sp>
            <p:cxnSp>
              <p:nvCxnSpPr>
                <p:cNvPr id="66" name="直接连接符 65">
                  <a:extLst>
                    <a:ext uri="{FF2B5EF4-FFF2-40B4-BE49-F238E27FC236}">
                      <a16:creationId xmlns:a16="http://schemas.microsoft.com/office/drawing/2014/main" id="{50C90DAF-45E7-F1FD-8249-5E4F88398D17}"/>
                    </a:ext>
                  </a:extLst>
                </p:cNvPr>
                <p:cNvCxnSpPr>
                  <a:cxnSpLocks/>
                </p:cNvCxnSpPr>
                <p:nvPr/>
              </p:nvCxnSpPr>
              <p:spPr>
                <a:xfrm>
                  <a:off x="8746479" y="3833582"/>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grpSp>
          <p:nvGrpSpPr>
            <p:cNvPr id="33" name="组合 32">
              <a:extLst>
                <a:ext uri="{FF2B5EF4-FFF2-40B4-BE49-F238E27FC236}">
                  <a16:creationId xmlns:a16="http://schemas.microsoft.com/office/drawing/2014/main" id="{81BC450B-3FB5-95C5-8DA0-24686A44BA4E}"/>
                </a:ext>
              </a:extLst>
            </p:cNvPr>
            <p:cNvGrpSpPr/>
            <p:nvPr/>
          </p:nvGrpSpPr>
          <p:grpSpPr>
            <a:xfrm>
              <a:off x="5778675" y="4827341"/>
              <a:ext cx="3095663" cy="1241783"/>
              <a:chOff x="5778675" y="4921125"/>
              <a:chExt cx="3095663" cy="1241783"/>
            </a:xfrm>
          </p:grpSpPr>
          <p:grpSp>
            <p:nvGrpSpPr>
              <p:cNvPr id="21" name="组合 20">
                <a:extLst>
                  <a:ext uri="{FF2B5EF4-FFF2-40B4-BE49-F238E27FC236}">
                    <a16:creationId xmlns:a16="http://schemas.microsoft.com/office/drawing/2014/main" id="{92F3ADF3-E8B5-C1E5-8E42-90C6400BFAD4}"/>
                  </a:ext>
                </a:extLst>
              </p:cNvPr>
              <p:cNvGrpSpPr/>
              <p:nvPr/>
            </p:nvGrpSpPr>
            <p:grpSpPr>
              <a:xfrm>
                <a:off x="5778675" y="4921125"/>
                <a:ext cx="3095663" cy="540000"/>
                <a:chOff x="5660341" y="4921125"/>
                <a:chExt cx="3095663" cy="540000"/>
              </a:xfrm>
            </p:grpSpPr>
            <p:sp>
              <p:nvSpPr>
                <p:cNvPr id="50" name="矩形: 圆角 49"/>
                <p:cNvSpPr/>
                <p:nvPr/>
              </p:nvSpPr>
              <p:spPr>
                <a:xfrm>
                  <a:off x="5660341" y="4921125"/>
                  <a:ext cx="3095663" cy="54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肯定与否定的相互作用</a:t>
                  </a:r>
                </a:p>
              </p:txBody>
            </p:sp>
            <p:cxnSp>
              <p:nvCxnSpPr>
                <p:cNvPr id="67" name="直接连接符 66">
                  <a:extLst>
                    <a:ext uri="{FF2B5EF4-FFF2-40B4-BE49-F238E27FC236}">
                      <a16:creationId xmlns:a16="http://schemas.microsoft.com/office/drawing/2014/main" id="{5DCE6EE8-6D37-3EA7-E76B-E1FC19E34893}"/>
                    </a:ext>
                  </a:extLst>
                </p:cNvPr>
                <p:cNvCxnSpPr>
                  <a:cxnSpLocks/>
                </p:cNvCxnSpPr>
                <p:nvPr/>
              </p:nvCxnSpPr>
              <p:spPr>
                <a:xfrm>
                  <a:off x="8746479" y="5083125"/>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2" name="组合 21">
                <a:extLst>
                  <a:ext uri="{FF2B5EF4-FFF2-40B4-BE49-F238E27FC236}">
                    <a16:creationId xmlns:a16="http://schemas.microsoft.com/office/drawing/2014/main" id="{11E51C1B-F32E-FD4D-9BB0-38CD70C7F00C}"/>
                  </a:ext>
                </a:extLst>
              </p:cNvPr>
              <p:cNvGrpSpPr/>
              <p:nvPr/>
            </p:nvGrpSpPr>
            <p:grpSpPr>
              <a:xfrm>
                <a:off x="5778675" y="5622908"/>
                <a:ext cx="3095663" cy="540000"/>
                <a:chOff x="5660341" y="5622908"/>
                <a:chExt cx="3095663" cy="540000"/>
              </a:xfrm>
            </p:grpSpPr>
            <p:sp>
              <p:nvSpPr>
                <p:cNvPr id="55" name="矩形: 圆角 54"/>
                <p:cNvSpPr/>
                <p:nvPr/>
              </p:nvSpPr>
              <p:spPr>
                <a:xfrm>
                  <a:off x="5660341" y="5622908"/>
                  <a:ext cx="3095663" cy="54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ea"/>
                    </a:rPr>
                    <a:t>辩证否定观</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68" name="直接连接符 67">
                  <a:extLst>
                    <a:ext uri="{FF2B5EF4-FFF2-40B4-BE49-F238E27FC236}">
                      <a16:creationId xmlns:a16="http://schemas.microsoft.com/office/drawing/2014/main" id="{4DC1687D-9276-786F-2DC4-D54D2806A104}"/>
                    </a:ext>
                  </a:extLst>
                </p:cNvPr>
                <p:cNvCxnSpPr>
                  <a:cxnSpLocks/>
                </p:cNvCxnSpPr>
                <p:nvPr/>
              </p:nvCxnSpPr>
              <p:spPr>
                <a:xfrm>
                  <a:off x="8746479" y="578490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grpSp>
          <p:nvGrpSpPr>
            <p:cNvPr id="59" name="组合 58"/>
            <p:cNvGrpSpPr/>
            <p:nvPr/>
          </p:nvGrpSpPr>
          <p:grpSpPr>
            <a:xfrm>
              <a:off x="1971869" y="1504539"/>
              <a:ext cx="3242134" cy="598046"/>
              <a:chOff x="2073418" y="939109"/>
              <a:chExt cx="3368984" cy="661373"/>
            </a:xfrm>
          </p:grpSpPr>
          <p:sp>
            <p:nvSpPr>
              <p:cNvPr id="74" name="iṣ1ïḑé"/>
              <p:cNvSpPr/>
              <p:nvPr/>
            </p:nvSpPr>
            <p:spPr>
              <a:xfrm>
                <a:off x="2073418" y="939109"/>
                <a:ext cx="3368984" cy="661373"/>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世界发展的源泉和动力</a:t>
                </a:r>
              </a:p>
            </p:txBody>
          </p:sp>
          <p:cxnSp>
            <p:nvCxnSpPr>
              <p:cNvPr id="75" name="直接连接符 74"/>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1971869" y="3313794"/>
              <a:ext cx="3256343" cy="626440"/>
              <a:chOff x="2073418" y="1351873"/>
              <a:chExt cx="3383749" cy="692773"/>
            </a:xfrm>
          </p:grpSpPr>
          <p:sp>
            <p:nvSpPr>
              <p:cNvPr id="72" name="iṣ1ïḑé"/>
              <p:cNvSpPr/>
              <p:nvPr/>
            </p:nvSpPr>
            <p:spPr>
              <a:xfrm>
                <a:off x="2073418" y="1351873"/>
                <a:ext cx="3383749" cy="68733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世界存在的状态与发展的形式</a:t>
                </a:r>
              </a:p>
            </p:txBody>
          </p:sp>
          <p:cxnSp>
            <p:nvCxnSpPr>
              <p:cNvPr id="73" name="直接连接符 72"/>
              <p:cNvCxnSpPr/>
              <p:nvPr/>
            </p:nvCxnSpPr>
            <p:spPr>
              <a:xfrm>
                <a:off x="2076838" y="1432646"/>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a:off x="1971869" y="5118207"/>
              <a:ext cx="3303489" cy="620345"/>
              <a:chOff x="2073418" y="959560"/>
              <a:chExt cx="3432740" cy="686033"/>
            </a:xfrm>
          </p:grpSpPr>
          <p:sp>
            <p:nvSpPr>
              <p:cNvPr id="62" name="iṣ1ïḑé"/>
              <p:cNvSpPr/>
              <p:nvPr/>
            </p:nvSpPr>
            <p:spPr>
              <a:xfrm>
                <a:off x="2073418" y="959560"/>
                <a:ext cx="3432740" cy="686033"/>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世界发展的方向和道路</a:t>
                </a:r>
              </a:p>
            </p:txBody>
          </p:sp>
          <p:cxnSp>
            <p:nvCxnSpPr>
              <p:cNvPr id="71" name="直接连接符 70"/>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15308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5358093" y="540000"/>
            <a:ext cx="2414307" cy="400110"/>
            <a:chOff x="1131850" y="3079821"/>
            <a:chExt cx="1475815" cy="400110"/>
          </a:xfrm>
        </p:grpSpPr>
        <p:sp>
          <p:nvSpPr>
            <p:cNvPr id="45" name="文本框 44"/>
            <p:cNvSpPr txBox="1"/>
            <p:nvPr/>
          </p:nvSpPr>
          <p:spPr>
            <a:xfrm>
              <a:off x="1383665" y="3079821"/>
              <a:ext cx="1224000" cy="400110"/>
            </a:xfrm>
            <a:prstGeom prst="rect">
              <a:avLst/>
            </a:prstGeom>
            <a:noFill/>
          </p:spPr>
          <p:txBody>
            <a:bodyPr wrap="square" rtlCol="0">
              <a:spAutoFit/>
            </a:bodyPr>
            <a:lstStyle/>
            <a:p>
              <a:pPr>
                <a:defRPr/>
              </a:pPr>
              <a:r>
                <a:rPr kumimoji="1" lang="zh-CN" altLang="en-US" sz="2000" b="1" dirty="0">
                  <a:solidFill>
                    <a:prstClr val="black">
                      <a:lumMod val="95000"/>
                      <a:lumOff val="5000"/>
                    </a:prstClr>
                  </a:solidFill>
                  <a:latin typeface="微软雅黑" panose="020B0503020204020204" charset="-122"/>
                  <a:ea typeface="微软雅黑" panose="020B0503020204020204" charset="-122"/>
                </a:rPr>
                <a:t>第一章小结</a:t>
              </a:r>
              <a:r>
                <a:rPr kumimoji="1" lang="en-US" altLang="zh-CN" sz="2000" b="1" dirty="0">
                  <a:solidFill>
                    <a:prstClr val="black">
                      <a:lumMod val="95000"/>
                      <a:lumOff val="5000"/>
                    </a:prstClr>
                  </a:solidFill>
                  <a:latin typeface="微软雅黑" panose="020B0503020204020204" charset="-122"/>
                  <a:ea typeface="微软雅黑" panose="020B0503020204020204" charset="-122"/>
                </a:rPr>
                <a:t>4</a:t>
              </a:r>
              <a:endParaRPr kumimoji="1" lang="zh-CN" altLang="en-US" sz="2000" b="1" dirty="0">
                <a:solidFill>
                  <a:prstClr val="black">
                    <a:lumMod val="95000"/>
                    <a:lumOff val="5000"/>
                  </a:prstClr>
                </a:solidFill>
                <a:latin typeface="微软雅黑" panose="020B0503020204020204" charset="-122"/>
                <a:ea typeface="微软雅黑" panose="020B0503020204020204" charset="-122"/>
              </a:endParaRPr>
            </a:p>
          </p:txBody>
        </p:sp>
        <p:grpSp>
          <p:nvGrpSpPr>
            <p:cNvPr id="46" name="组合 45"/>
            <p:cNvGrpSpPr/>
            <p:nvPr/>
          </p:nvGrpSpPr>
          <p:grpSpPr>
            <a:xfrm>
              <a:off x="1131850" y="3158981"/>
              <a:ext cx="263338" cy="243183"/>
              <a:chOff x="1164218" y="3158981"/>
              <a:chExt cx="263338" cy="243183"/>
            </a:xfrm>
          </p:grpSpPr>
          <p:grpSp>
            <p:nvGrpSpPr>
              <p:cNvPr id="47" name="组合 46"/>
              <p:cNvGrpSpPr/>
              <p:nvPr/>
            </p:nvGrpSpPr>
            <p:grpSpPr>
              <a:xfrm>
                <a:off x="1164220" y="3158981"/>
                <a:ext cx="263336" cy="240802"/>
                <a:chOff x="1164220" y="3158981"/>
                <a:chExt cx="263336" cy="240802"/>
              </a:xfrm>
            </p:grpSpPr>
            <p:sp>
              <p:nvSpPr>
                <p:cNvPr id="55" name="平行四边形 54"/>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solidFill>
                  </a:endParaRPr>
                </a:p>
              </p:txBody>
            </p:sp>
            <p:sp>
              <p:nvSpPr>
                <p:cNvPr id="56" name="直角三角形 55"/>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solidFill>
                  </a:endParaRPr>
                </a:p>
              </p:txBody>
            </p:sp>
            <p:sp>
              <p:nvSpPr>
                <p:cNvPr id="57" name="平行四边形 56"/>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solidFill>
                  </a:endParaRPr>
                </a:p>
              </p:txBody>
            </p:sp>
          </p:grpSp>
          <p:sp>
            <p:nvSpPr>
              <p:cNvPr id="48" name="直角三角形 47"/>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000">
                  <a:solidFill>
                    <a:prstClr val="white"/>
                  </a:solidFill>
                </a:endParaRPr>
              </a:p>
            </p:txBody>
          </p:sp>
        </p:grpSp>
      </p:grpSp>
      <p:grpSp>
        <p:nvGrpSpPr>
          <p:cNvPr id="100" name="组合 99">
            <a:extLst>
              <a:ext uri="{FF2B5EF4-FFF2-40B4-BE49-F238E27FC236}">
                <a16:creationId xmlns:a16="http://schemas.microsoft.com/office/drawing/2014/main" id="{4BE4A6BF-69EF-B2C2-F4F1-F37B412352A0}"/>
              </a:ext>
            </a:extLst>
          </p:cNvPr>
          <p:cNvGrpSpPr/>
          <p:nvPr/>
        </p:nvGrpSpPr>
        <p:grpSpPr>
          <a:xfrm>
            <a:off x="4449916" y="3165427"/>
            <a:ext cx="2149222" cy="1292790"/>
            <a:chOff x="5152292" y="940763"/>
            <a:chExt cx="2856727" cy="1292790"/>
          </a:xfrm>
        </p:grpSpPr>
        <p:cxnSp>
          <p:nvCxnSpPr>
            <p:cNvPr id="101" name="直接连接符 100">
              <a:extLst>
                <a:ext uri="{FF2B5EF4-FFF2-40B4-BE49-F238E27FC236}">
                  <a16:creationId xmlns:a16="http://schemas.microsoft.com/office/drawing/2014/main" id="{9C27BCD1-4755-9E2C-670F-BFA27C0FA38B}"/>
                </a:ext>
              </a:extLst>
            </p:cNvPr>
            <p:cNvCxnSpPr>
              <a:cxnSpLocks/>
            </p:cNvCxnSpPr>
            <p:nvPr/>
          </p:nvCxnSpPr>
          <p:spPr>
            <a:xfrm flipH="1" flipV="1">
              <a:off x="7298579" y="940763"/>
              <a:ext cx="71044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27670F6F-0ED7-8B5B-1DD9-DBAE2414157F}"/>
                </a:ext>
              </a:extLst>
            </p:cNvPr>
            <p:cNvCxnSpPr>
              <a:cxnSpLocks/>
            </p:cNvCxnSpPr>
            <p:nvPr/>
          </p:nvCxnSpPr>
          <p:spPr>
            <a:xfrm flipH="1" flipV="1">
              <a:off x="7298579" y="1371693"/>
              <a:ext cx="71044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472400FE-462F-4239-42B7-030A2C9E28F0}"/>
                </a:ext>
              </a:extLst>
            </p:cNvPr>
            <p:cNvCxnSpPr>
              <a:cxnSpLocks/>
            </p:cNvCxnSpPr>
            <p:nvPr/>
          </p:nvCxnSpPr>
          <p:spPr>
            <a:xfrm flipH="1">
              <a:off x="5152292" y="1587158"/>
              <a:ext cx="2146288"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D068A9A6-F797-7B5A-5AA8-C96898C848DE}"/>
                </a:ext>
              </a:extLst>
            </p:cNvPr>
            <p:cNvCxnSpPr>
              <a:cxnSpLocks/>
            </p:cNvCxnSpPr>
            <p:nvPr/>
          </p:nvCxnSpPr>
          <p:spPr>
            <a:xfrm>
              <a:off x="7298580" y="940763"/>
              <a:ext cx="0" cy="129279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7F7902BF-FDEC-CD32-40C6-D2D288933444}"/>
                </a:ext>
              </a:extLst>
            </p:cNvPr>
            <p:cNvCxnSpPr>
              <a:cxnSpLocks/>
            </p:cNvCxnSpPr>
            <p:nvPr/>
          </p:nvCxnSpPr>
          <p:spPr>
            <a:xfrm flipH="1" flipV="1">
              <a:off x="7298579" y="1802623"/>
              <a:ext cx="71044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EF634534-4A04-FF7A-068F-33DB055528B1}"/>
                </a:ext>
              </a:extLst>
            </p:cNvPr>
            <p:cNvCxnSpPr>
              <a:cxnSpLocks/>
            </p:cNvCxnSpPr>
            <p:nvPr/>
          </p:nvCxnSpPr>
          <p:spPr>
            <a:xfrm flipH="1" flipV="1">
              <a:off x="7298579" y="2233553"/>
              <a:ext cx="71044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A42488AA-D019-5B92-8D22-E45026FE4A72}"/>
              </a:ext>
            </a:extLst>
          </p:cNvPr>
          <p:cNvGrpSpPr/>
          <p:nvPr/>
        </p:nvGrpSpPr>
        <p:grpSpPr>
          <a:xfrm>
            <a:off x="6480106" y="2999237"/>
            <a:ext cx="1728000" cy="1644700"/>
            <a:chOff x="6480106" y="2999237"/>
            <a:chExt cx="1728000" cy="1644700"/>
          </a:xfrm>
        </p:grpSpPr>
        <p:sp>
          <p:nvSpPr>
            <p:cNvPr id="28" name="文本框 27">
              <a:extLst>
                <a:ext uri="{FF2B5EF4-FFF2-40B4-BE49-F238E27FC236}">
                  <a16:creationId xmlns:a16="http://schemas.microsoft.com/office/drawing/2014/main" id="{7BB5F6A8-61CF-CA91-4CB4-FEA55E7CAE12}"/>
                </a:ext>
              </a:extLst>
            </p:cNvPr>
            <p:cNvSpPr txBox="1"/>
            <p:nvPr/>
          </p:nvSpPr>
          <p:spPr>
            <a:xfrm>
              <a:off x="6480106" y="2999237"/>
              <a:ext cx="1728000"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36195" algn="ct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prstClr val="black">
                      <a:lumMod val="85000"/>
                      <a:lumOff val="15000"/>
                    </a:prstClr>
                  </a:solidFill>
                </a:rPr>
                <a:t>归纳与演绎</a:t>
              </a:r>
            </a:p>
          </p:txBody>
        </p:sp>
        <p:sp>
          <p:nvSpPr>
            <p:cNvPr id="29" name="文本框 28">
              <a:extLst>
                <a:ext uri="{FF2B5EF4-FFF2-40B4-BE49-F238E27FC236}">
                  <a16:creationId xmlns:a16="http://schemas.microsoft.com/office/drawing/2014/main" id="{4E4D79A7-F77F-5DF4-A581-4AF38C5B9683}"/>
                </a:ext>
              </a:extLst>
            </p:cNvPr>
            <p:cNvSpPr txBox="1"/>
            <p:nvPr/>
          </p:nvSpPr>
          <p:spPr>
            <a:xfrm>
              <a:off x="6480106" y="3422662"/>
              <a:ext cx="1728000"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36195" algn="ct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prstClr val="black">
                      <a:lumMod val="85000"/>
                      <a:lumOff val="15000"/>
                    </a:prstClr>
                  </a:solidFill>
                </a:rPr>
                <a:t>分析与综合</a:t>
              </a:r>
            </a:p>
          </p:txBody>
        </p:sp>
        <p:sp>
          <p:nvSpPr>
            <p:cNvPr id="30" name="文本框 29">
              <a:extLst>
                <a:ext uri="{FF2B5EF4-FFF2-40B4-BE49-F238E27FC236}">
                  <a16:creationId xmlns:a16="http://schemas.microsoft.com/office/drawing/2014/main" id="{3597185D-55C1-D24D-C528-35F8106451D0}"/>
                </a:ext>
              </a:extLst>
            </p:cNvPr>
            <p:cNvSpPr txBox="1"/>
            <p:nvPr/>
          </p:nvSpPr>
          <p:spPr>
            <a:xfrm>
              <a:off x="6480106" y="3855302"/>
              <a:ext cx="1728000"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36195" algn="ct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prstClr val="black">
                      <a:lumMod val="85000"/>
                      <a:lumOff val="15000"/>
                    </a:prstClr>
                  </a:solidFill>
                </a:rPr>
                <a:t>抽象与具体</a:t>
              </a:r>
            </a:p>
          </p:txBody>
        </p:sp>
        <p:sp>
          <p:nvSpPr>
            <p:cNvPr id="31" name="文本框 30">
              <a:extLst>
                <a:ext uri="{FF2B5EF4-FFF2-40B4-BE49-F238E27FC236}">
                  <a16:creationId xmlns:a16="http://schemas.microsoft.com/office/drawing/2014/main" id="{D047FBC8-479F-14C5-5115-E45722E07CFD}"/>
                </a:ext>
              </a:extLst>
            </p:cNvPr>
            <p:cNvSpPr txBox="1"/>
            <p:nvPr/>
          </p:nvSpPr>
          <p:spPr>
            <a:xfrm>
              <a:off x="6480106" y="4283937"/>
              <a:ext cx="1728000"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36195" algn="ct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prstClr val="black">
                      <a:lumMod val="85000"/>
                      <a:lumOff val="15000"/>
                    </a:prstClr>
                  </a:solidFill>
                </a:rPr>
                <a:t>逻辑与历史相统一</a:t>
              </a:r>
            </a:p>
          </p:txBody>
        </p:sp>
        <p:cxnSp>
          <p:nvCxnSpPr>
            <p:cNvPr id="96" name="直接连接符 95">
              <a:extLst>
                <a:ext uri="{FF2B5EF4-FFF2-40B4-BE49-F238E27FC236}">
                  <a16:creationId xmlns:a16="http://schemas.microsoft.com/office/drawing/2014/main" id="{141B02D6-24AD-68BE-3BD0-F039580FD24D}"/>
                </a:ext>
              </a:extLst>
            </p:cNvPr>
            <p:cNvCxnSpPr>
              <a:cxnSpLocks/>
            </p:cNvCxnSpPr>
            <p:nvPr/>
          </p:nvCxnSpPr>
          <p:spPr>
            <a:xfrm>
              <a:off x="8208106" y="307123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DCFCFD5B-084F-604D-F22B-C05D1E8FF754}"/>
                </a:ext>
              </a:extLst>
            </p:cNvPr>
            <p:cNvCxnSpPr>
              <a:cxnSpLocks/>
            </p:cNvCxnSpPr>
            <p:nvPr/>
          </p:nvCxnSpPr>
          <p:spPr>
            <a:xfrm>
              <a:off x="8208106" y="3492960"/>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9CC771A9-9A40-7136-5F0A-AE7202414B1F}"/>
                </a:ext>
              </a:extLst>
            </p:cNvPr>
            <p:cNvCxnSpPr>
              <a:cxnSpLocks/>
            </p:cNvCxnSpPr>
            <p:nvPr/>
          </p:nvCxnSpPr>
          <p:spPr>
            <a:xfrm>
              <a:off x="8208106" y="391468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42F9FD14-45F3-81D1-002A-12B63A216D22}"/>
                </a:ext>
              </a:extLst>
            </p:cNvPr>
            <p:cNvCxnSpPr>
              <a:cxnSpLocks/>
            </p:cNvCxnSpPr>
            <p:nvPr/>
          </p:nvCxnSpPr>
          <p:spPr>
            <a:xfrm>
              <a:off x="8208106" y="433640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59" name="直接连接符 58"/>
          <p:cNvCxnSpPr/>
          <p:nvPr/>
        </p:nvCxnSpPr>
        <p:spPr>
          <a:xfrm flipH="1" flipV="1">
            <a:off x="2537523" y="1774909"/>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cxnSpLocks/>
          </p:cNvCxnSpPr>
          <p:nvPr/>
        </p:nvCxnSpPr>
        <p:spPr>
          <a:xfrm flipH="1" flipV="1">
            <a:off x="2537523" y="3811822"/>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cxnSpLocks/>
          </p:cNvCxnSpPr>
          <p:nvPr/>
        </p:nvCxnSpPr>
        <p:spPr>
          <a:xfrm flipH="1" flipV="1">
            <a:off x="2537523" y="5545341"/>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cxnSpLocks/>
          </p:cNvCxnSpPr>
          <p:nvPr/>
        </p:nvCxnSpPr>
        <p:spPr>
          <a:xfrm>
            <a:off x="2537523" y="1774909"/>
            <a:ext cx="0" cy="377043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cxnSpLocks/>
          </p:cNvCxnSpPr>
          <p:nvPr/>
        </p:nvCxnSpPr>
        <p:spPr>
          <a:xfrm flipH="1">
            <a:off x="1997532" y="3811822"/>
            <a:ext cx="540807"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7" name="iṧļiḑe"/>
          <p:cNvSpPr/>
          <p:nvPr/>
        </p:nvSpPr>
        <p:spPr>
          <a:xfrm>
            <a:off x="1475823" y="1686672"/>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000" b="1" dirty="0">
                <a:solidFill>
                  <a:srgbClr val="E17751"/>
                </a:solidFill>
                <a:latin typeface="微软雅黑" panose="020B0503020204020204" pitchFamily="34" charset="-122"/>
                <a:ea typeface="微软雅黑" panose="020B0503020204020204" pitchFamily="34" charset="-122"/>
              </a:rPr>
              <a:t>辩证思维方法</a:t>
            </a:r>
          </a:p>
        </p:txBody>
      </p:sp>
      <p:grpSp>
        <p:nvGrpSpPr>
          <p:cNvPr id="9" name="组合 8">
            <a:extLst>
              <a:ext uri="{FF2B5EF4-FFF2-40B4-BE49-F238E27FC236}">
                <a16:creationId xmlns:a16="http://schemas.microsoft.com/office/drawing/2014/main" id="{9C2AE4CB-EC0F-836D-B36F-FE1A4F96768C}"/>
              </a:ext>
            </a:extLst>
          </p:cNvPr>
          <p:cNvGrpSpPr/>
          <p:nvPr/>
        </p:nvGrpSpPr>
        <p:grpSpPr>
          <a:xfrm>
            <a:off x="5068199" y="926143"/>
            <a:ext cx="3954382" cy="1723719"/>
            <a:chOff x="2752889" y="940763"/>
            <a:chExt cx="5256130" cy="1723719"/>
          </a:xfrm>
        </p:grpSpPr>
        <p:cxnSp>
          <p:nvCxnSpPr>
            <p:cNvPr id="79" name="直接连接符 78">
              <a:extLst>
                <a:ext uri="{FF2B5EF4-FFF2-40B4-BE49-F238E27FC236}">
                  <a16:creationId xmlns:a16="http://schemas.microsoft.com/office/drawing/2014/main" id="{45008684-6927-0EB6-8DEC-0F9178CF15CB}"/>
                </a:ext>
              </a:extLst>
            </p:cNvPr>
            <p:cNvCxnSpPr>
              <a:cxnSpLocks/>
            </p:cNvCxnSpPr>
            <p:nvPr/>
          </p:nvCxnSpPr>
          <p:spPr>
            <a:xfrm flipH="1" flipV="1">
              <a:off x="7298579" y="940763"/>
              <a:ext cx="71044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636C598B-60B9-60A1-48D6-58AB2AB93509}"/>
                </a:ext>
              </a:extLst>
            </p:cNvPr>
            <p:cNvCxnSpPr>
              <a:cxnSpLocks/>
            </p:cNvCxnSpPr>
            <p:nvPr/>
          </p:nvCxnSpPr>
          <p:spPr>
            <a:xfrm flipH="1" flipV="1">
              <a:off x="7298579" y="1371693"/>
              <a:ext cx="71044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E4EAAE40-601F-63DA-DEAB-CCEC0802EC4B}"/>
                </a:ext>
              </a:extLst>
            </p:cNvPr>
            <p:cNvCxnSpPr>
              <a:cxnSpLocks/>
            </p:cNvCxnSpPr>
            <p:nvPr/>
          </p:nvCxnSpPr>
          <p:spPr>
            <a:xfrm flipH="1">
              <a:off x="2752889" y="1802622"/>
              <a:ext cx="454569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9D7DCFAD-05C8-5D3C-F349-288A04399528}"/>
                </a:ext>
              </a:extLst>
            </p:cNvPr>
            <p:cNvCxnSpPr>
              <a:cxnSpLocks/>
            </p:cNvCxnSpPr>
            <p:nvPr/>
          </p:nvCxnSpPr>
          <p:spPr>
            <a:xfrm>
              <a:off x="7298580" y="940763"/>
              <a:ext cx="0" cy="172371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257F037D-24E7-F295-BA21-6FF04743A2B7}"/>
                </a:ext>
              </a:extLst>
            </p:cNvPr>
            <p:cNvCxnSpPr>
              <a:cxnSpLocks/>
            </p:cNvCxnSpPr>
            <p:nvPr/>
          </p:nvCxnSpPr>
          <p:spPr>
            <a:xfrm flipH="1" flipV="1">
              <a:off x="7298579" y="1802623"/>
              <a:ext cx="71044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E1AD3BDA-C699-A763-9918-95F6F144E791}"/>
                </a:ext>
              </a:extLst>
            </p:cNvPr>
            <p:cNvCxnSpPr>
              <a:cxnSpLocks/>
            </p:cNvCxnSpPr>
            <p:nvPr/>
          </p:nvCxnSpPr>
          <p:spPr>
            <a:xfrm flipH="1" flipV="1">
              <a:off x="7298579" y="2233553"/>
              <a:ext cx="71044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EDD29538-6121-4585-94BB-C3265934C543}"/>
                </a:ext>
              </a:extLst>
            </p:cNvPr>
            <p:cNvCxnSpPr>
              <a:cxnSpLocks/>
            </p:cNvCxnSpPr>
            <p:nvPr/>
          </p:nvCxnSpPr>
          <p:spPr>
            <a:xfrm flipH="1" flipV="1">
              <a:off x="7298579" y="2664482"/>
              <a:ext cx="71044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A78BF413-B7A4-1BD4-3972-72C0671A2F0C}"/>
              </a:ext>
            </a:extLst>
          </p:cNvPr>
          <p:cNvGrpSpPr/>
          <p:nvPr/>
        </p:nvGrpSpPr>
        <p:grpSpPr>
          <a:xfrm>
            <a:off x="5229564" y="4137288"/>
            <a:ext cx="3793017" cy="2034824"/>
            <a:chOff x="5056094" y="4151908"/>
            <a:chExt cx="3793017" cy="2034824"/>
          </a:xfrm>
        </p:grpSpPr>
        <p:cxnSp>
          <p:nvCxnSpPr>
            <p:cNvPr id="109" name="直接连接符 108">
              <a:extLst>
                <a:ext uri="{FF2B5EF4-FFF2-40B4-BE49-F238E27FC236}">
                  <a16:creationId xmlns:a16="http://schemas.microsoft.com/office/drawing/2014/main" id="{145D5FF9-5E6E-2348-B133-1E9DE9745D6F}"/>
                </a:ext>
              </a:extLst>
            </p:cNvPr>
            <p:cNvCxnSpPr>
              <a:cxnSpLocks/>
            </p:cNvCxnSpPr>
            <p:nvPr/>
          </p:nvCxnSpPr>
          <p:spPr>
            <a:xfrm flipH="1" flipV="1">
              <a:off x="8314621" y="4151908"/>
              <a:ext cx="53449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C7BAB2D8-3CF1-C443-CB2B-94C69A5707B9}"/>
                </a:ext>
              </a:extLst>
            </p:cNvPr>
            <p:cNvCxnSpPr>
              <a:cxnSpLocks/>
            </p:cNvCxnSpPr>
            <p:nvPr/>
          </p:nvCxnSpPr>
          <p:spPr>
            <a:xfrm flipH="1" flipV="1">
              <a:off x="8314621" y="4558873"/>
              <a:ext cx="53449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C7AEAA4D-11B4-DE1A-005A-E1CA93E264B1}"/>
                </a:ext>
              </a:extLst>
            </p:cNvPr>
            <p:cNvCxnSpPr>
              <a:cxnSpLocks/>
            </p:cNvCxnSpPr>
            <p:nvPr/>
          </p:nvCxnSpPr>
          <p:spPr>
            <a:xfrm flipH="1">
              <a:off x="5056094" y="5559961"/>
              <a:ext cx="3258527"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C73118C2-ADBD-540C-1BB6-6A7F889B026A}"/>
                </a:ext>
              </a:extLst>
            </p:cNvPr>
            <p:cNvCxnSpPr>
              <a:cxnSpLocks/>
            </p:cNvCxnSpPr>
            <p:nvPr/>
          </p:nvCxnSpPr>
          <p:spPr>
            <a:xfrm>
              <a:off x="8314621" y="4151908"/>
              <a:ext cx="0" cy="2034824"/>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3111EB85-2581-9EDA-4EB9-8D2C951BDF52}"/>
                </a:ext>
              </a:extLst>
            </p:cNvPr>
            <p:cNvCxnSpPr>
              <a:cxnSpLocks/>
            </p:cNvCxnSpPr>
            <p:nvPr/>
          </p:nvCxnSpPr>
          <p:spPr>
            <a:xfrm flipH="1" flipV="1">
              <a:off x="8314621" y="4965838"/>
              <a:ext cx="53449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F6928BB2-20A1-292D-B825-B393B341BA17}"/>
                </a:ext>
              </a:extLst>
            </p:cNvPr>
            <p:cNvCxnSpPr>
              <a:cxnSpLocks/>
            </p:cNvCxnSpPr>
            <p:nvPr/>
          </p:nvCxnSpPr>
          <p:spPr>
            <a:xfrm flipH="1" flipV="1">
              <a:off x="8314621" y="5372803"/>
              <a:ext cx="53449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9C43EDC8-141D-06BB-5A58-7B03702EACFE}"/>
                </a:ext>
              </a:extLst>
            </p:cNvPr>
            <p:cNvCxnSpPr>
              <a:cxnSpLocks/>
            </p:cNvCxnSpPr>
            <p:nvPr/>
          </p:nvCxnSpPr>
          <p:spPr>
            <a:xfrm flipH="1" flipV="1">
              <a:off x="8314621" y="5779768"/>
              <a:ext cx="53449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AAF181E3-0CC0-8458-63B8-1D29C417037B}"/>
                </a:ext>
              </a:extLst>
            </p:cNvPr>
            <p:cNvCxnSpPr>
              <a:cxnSpLocks/>
            </p:cNvCxnSpPr>
            <p:nvPr/>
          </p:nvCxnSpPr>
          <p:spPr>
            <a:xfrm flipH="1" flipV="1">
              <a:off x="8314621" y="6186732"/>
              <a:ext cx="53449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4DA08D7F-1E89-733F-78D9-B478D4DD7ACC}"/>
              </a:ext>
            </a:extLst>
          </p:cNvPr>
          <p:cNvGrpSpPr/>
          <p:nvPr/>
        </p:nvGrpSpPr>
        <p:grpSpPr>
          <a:xfrm>
            <a:off x="8903550" y="755884"/>
            <a:ext cx="1512004" cy="2064238"/>
            <a:chOff x="7978549" y="770504"/>
            <a:chExt cx="1512004" cy="2064238"/>
          </a:xfrm>
        </p:grpSpPr>
        <p:sp>
          <p:nvSpPr>
            <p:cNvPr id="18" name="文本框 17">
              <a:extLst>
                <a:ext uri="{FF2B5EF4-FFF2-40B4-BE49-F238E27FC236}">
                  <a16:creationId xmlns:a16="http://schemas.microsoft.com/office/drawing/2014/main" id="{E20B86E5-BC3D-3F01-68E9-C7074DB613B2}"/>
                </a:ext>
              </a:extLst>
            </p:cNvPr>
            <p:cNvSpPr txBox="1"/>
            <p:nvPr/>
          </p:nvSpPr>
          <p:spPr>
            <a:xfrm>
              <a:off x="7978549" y="770504"/>
              <a:ext cx="1512000" cy="340519"/>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36195">
                <a:defRPr sz="1400">
                  <a:solidFill>
                    <a:schemeClr val="tx1">
                      <a:lumMod val="75000"/>
                      <a:lumOff val="2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dirty="0"/>
                <a:t>内容与形式</a:t>
              </a:r>
            </a:p>
          </p:txBody>
        </p:sp>
        <p:sp>
          <p:nvSpPr>
            <p:cNvPr id="19" name="文本框 18">
              <a:extLst>
                <a:ext uri="{FF2B5EF4-FFF2-40B4-BE49-F238E27FC236}">
                  <a16:creationId xmlns:a16="http://schemas.microsoft.com/office/drawing/2014/main" id="{DD84ED0B-7BAF-721A-CB0D-34248C6F6CF2}"/>
                </a:ext>
              </a:extLst>
            </p:cNvPr>
            <p:cNvSpPr txBox="1"/>
            <p:nvPr/>
          </p:nvSpPr>
          <p:spPr>
            <a:xfrm>
              <a:off x="7978553" y="1201434"/>
              <a:ext cx="1512000" cy="340519"/>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36195">
                <a:defRPr sz="1400">
                  <a:solidFill>
                    <a:schemeClr val="tx1">
                      <a:lumMod val="75000"/>
                      <a:lumOff val="2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dirty="0"/>
                <a:t>本质与现象</a:t>
              </a:r>
            </a:p>
          </p:txBody>
        </p:sp>
        <p:sp>
          <p:nvSpPr>
            <p:cNvPr id="20" name="文本框 19">
              <a:extLst>
                <a:ext uri="{FF2B5EF4-FFF2-40B4-BE49-F238E27FC236}">
                  <a16:creationId xmlns:a16="http://schemas.microsoft.com/office/drawing/2014/main" id="{BA751FCE-4CC3-FC8D-1005-F4A8B7F7E6A8}"/>
                </a:ext>
              </a:extLst>
            </p:cNvPr>
            <p:cNvSpPr txBox="1"/>
            <p:nvPr/>
          </p:nvSpPr>
          <p:spPr>
            <a:xfrm>
              <a:off x="7978553" y="1632364"/>
              <a:ext cx="1512000" cy="340519"/>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36195">
                <a:defRPr sz="1400">
                  <a:solidFill>
                    <a:schemeClr val="tx1">
                      <a:lumMod val="75000"/>
                      <a:lumOff val="2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zh-CN" altLang="en-US" dirty="0"/>
                <a:t>原因与结果</a:t>
              </a:r>
            </a:p>
          </p:txBody>
        </p:sp>
        <p:sp>
          <p:nvSpPr>
            <p:cNvPr id="21" name="文本框 20">
              <a:extLst>
                <a:ext uri="{FF2B5EF4-FFF2-40B4-BE49-F238E27FC236}">
                  <a16:creationId xmlns:a16="http://schemas.microsoft.com/office/drawing/2014/main" id="{6882C4AE-1968-85BD-E735-5466DFC46CEE}"/>
                </a:ext>
              </a:extLst>
            </p:cNvPr>
            <p:cNvSpPr txBox="1"/>
            <p:nvPr/>
          </p:nvSpPr>
          <p:spPr>
            <a:xfrm>
              <a:off x="7978551" y="2063294"/>
              <a:ext cx="1512000" cy="340519"/>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36195" algn="ctr">
                <a:defRPr sz="1400">
                  <a:solidFill>
                    <a:schemeClr val="tx1">
                      <a:lumMod val="75000"/>
                      <a:lumOff val="2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必然与偶然</a:t>
              </a:r>
            </a:p>
          </p:txBody>
        </p:sp>
        <p:sp>
          <p:nvSpPr>
            <p:cNvPr id="22" name="文本框 21">
              <a:extLst>
                <a:ext uri="{FF2B5EF4-FFF2-40B4-BE49-F238E27FC236}">
                  <a16:creationId xmlns:a16="http://schemas.microsoft.com/office/drawing/2014/main" id="{E9C8483C-9846-9C5F-DA17-C5C3B98DD7EE}"/>
                </a:ext>
              </a:extLst>
            </p:cNvPr>
            <p:cNvSpPr txBox="1"/>
            <p:nvPr/>
          </p:nvSpPr>
          <p:spPr>
            <a:xfrm>
              <a:off x="7978550" y="2494223"/>
              <a:ext cx="1512000" cy="340519"/>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36195" algn="ctr">
                <a:defRPr sz="1400">
                  <a:solidFill>
                    <a:schemeClr val="tx1">
                      <a:lumMod val="75000"/>
                      <a:lumOff val="2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现实与可能</a:t>
              </a:r>
            </a:p>
          </p:txBody>
        </p:sp>
        <p:cxnSp>
          <p:nvCxnSpPr>
            <p:cNvPr id="90" name="直接连接符 89">
              <a:extLst>
                <a:ext uri="{FF2B5EF4-FFF2-40B4-BE49-F238E27FC236}">
                  <a16:creationId xmlns:a16="http://schemas.microsoft.com/office/drawing/2014/main" id="{C02FF6A4-6468-AACE-823E-617DF8E54697}"/>
                </a:ext>
              </a:extLst>
            </p:cNvPr>
            <p:cNvCxnSpPr>
              <a:cxnSpLocks/>
            </p:cNvCxnSpPr>
            <p:nvPr/>
          </p:nvCxnSpPr>
          <p:spPr>
            <a:xfrm>
              <a:off x="9490549" y="83276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897AF248-8A0D-ACF6-B3AB-DB49B62EC93F}"/>
                </a:ext>
              </a:extLst>
            </p:cNvPr>
            <p:cNvCxnSpPr>
              <a:cxnSpLocks/>
            </p:cNvCxnSpPr>
            <p:nvPr/>
          </p:nvCxnSpPr>
          <p:spPr>
            <a:xfrm>
              <a:off x="9490549" y="126369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D306F19B-2A8E-ABBA-C8FE-5836BD7C2D59}"/>
                </a:ext>
              </a:extLst>
            </p:cNvPr>
            <p:cNvCxnSpPr>
              <a:cxnSpLocks/>
            </p:cNvCxnSpPr>
            <p:nvPr/>
          </p:nvCxnSpPr>
          <p:spPr>
            <a:xfrm>
              <a:off x="9490549" y="169462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8723EAE0-DBCA-7A92-53DD-19DE159B16B0}"/>
                </a:ext>
              </a:extLst>
            </p:cNvPr>
            <p:cNvCxnSpPr>
              <a:cxnSpLocks/>
            </p:cNvCxnSpPr>
            <p:nvPr/>
          </p:nvCxnSpPr>
          <p:spPr>
            <a:xfrm>
              <a:off x="9490549" y="212555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661307BE-CBDB-3DAA-FC5C-13DB868A18A2}"/>
                </a:ext>
              </a:extLst>
            </p:cNvPr>
            <p:cNvCxnSpPr>
              <a:cxnSpLocks/>
            </p:cNvCxnSpPr>
            <p:nvPr/>
          </p:nvCxnSpPr>
          <p:spPr>
            <a:xfrm>
              <a:off x="9490549" y="2556482"/>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E1A21222-7CAE-1C4F-D08A-1E70CE2A06C1}"/>
              </a:ext>
            </a:extLst>
          </p:cNvPr>
          <p:cNvGrpSpPr/>
          <p:nvPr/>
        </p:nvGrpSpPr>
        <p:grpSpPr>
          <a:xfrm>
            <a:off x="8903550" y="3957288"/>
            <a:ext cx="1512000" cy="2394824"/>
            <a:chOff x="8730080" y="3971908"/>
            <a:chExt cx="1512000" cy="2394824"/>
          </a:xfrm>
        </p:grpSpPr>
        <p:sp>
          <p:nvSpPr>
            <p:cNvPr id="37" name="文本框 36">
              <a:extLst>
                <a:ext uri="{FF2B5EF4-FFF2-40B4-BE49-F238E27FC236}">
                  <a16:creationId xmlns:a16="http://schemas.microsoft.com/office/drawing/2014/main" id="{3D449365-B399-9940-B1C5-E526978239C7}"/>
                </a:ext>
              </a:extLst>
            </p:cNvPr>
            <p:cNvSpPr txBox="1"/>
            <p:nvPr/>
          </p:nvSpPr>
          <p:spPr>
            <a:xfrm>
              <a:off x="8730080" y="3971908"/>
              <a:ext cx="1512000"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36195" algn="ct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prstClr val="black">
                      <a:lumMod val="85000"/>
                      <a:lumOff val="15000"/>
                    </a:prstClr>
                  </a:solidFill>
                </a:rPr>
                <a:t>辩证思维能力</a:t>
              </a:r>
            </a:p>
          </p:txBody>
        </p:sp>
        <p:sp>
          <p:nvSpPr>
            <p:cNvPr id="38" name="文本框 37">
              <a:extLst>
                <a:ext uri="{FF2B5EF4-FFF2-40B4-BE49-F238E27FC236}">
                  <a16:creationId xmlns:a16="http://schemas.microsoft.com/office/drawing/2014/main" id="{3652ADF3-9031-CA0A-A5C3-43185230F902}"/>
                </a:ext>
              </a:extLst>
            </p:cNvPr>
            <p:cNvSpPr txBox="1"/>
            <p:nvPr/>
          </p:nvSpPr>
          <p:spPr>
            <a:xfrm>
              <a:off x="8730080" y="4785838"/>
              <a:ext cx="1512000"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36195" algn="ct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prstClr val="black">
                      <a:lumMod val="85000"/>
                      <a:lumOff val="15000"/>
                    </a:prstClr>
                  </a:solidFill>
                </a:rPr>
                <a:t>系统思维能力</a:t>
              </a:r>
            </a:p>
          </p:txBody>
        </p:sp>
        <p:sp>
          <p:nvSpPr>
            <p:cNvPr id="39" name="文本框 38">
              <a:extLst>
                <a:ext uri="{FF2B5EF4-FFF2-40B4-BE49-F238E27FC236}">
                  <a16:creationId xmlns:a16="http://schemas.microsoft.com/office/drawing/2014/main" id="{72526348-5203-AECD-551F-638F1CC715B6}"/>
                </a:ext>
              </a:extLst>
            </p:cNvPr>
            <p:cNvSpPr txBox="1"/>
            <p:nvPr/>
          </p:nvSpPr>
          <p:spPr>
            <a:xfrm>
              <a:off x="8730080" y="5599768"/>
              <a:ext cx="1512000"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36195" algn="ct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prstClr val="black">
                      <a:lumMod val="85000"/>
                      <a:lumOff val="15000"/>
                    </a:prstClr>
                  </a:solidFill>
                </a:rPr>
                <a:t>底线思维能力</a:t>
              </a:r>
            </a:p>
          </p:txBody>
        </p:sp>
        <p:sp>
          <p:nvSpPr>
            <p:cNvPr id="49" name="文本框 48">
              <a:extLst>
                <a:ext uri="{FF2B5EF4-FFF2-40B4-BE49-F238E27FC236}">
                  <a16:creationId xmlns:a16="http://schemas.microsoft.com/office/drawing/2014/main" id="{2EF9773E-A39F-70FB-B539-24CD4B03B344}"/>
                </a:ext>
              </a:extLst>
            </p:cNvPr>
            <p:cNvSpPr txBox="1"/>
            <p:nvPr/>
          </p:nvSpPr>
          <p:spPr>
            <a:xfrm>
              <a:off x="8730080" y="4378873"/>
              <a:ext cx="1512000"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36195" algn="ct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prstClr val="black">
                      <a:lumMod val="85000"/>
                      <a:lumOff val="15000"/>
                    </a:prstClr>
                  </a:solidFill>
                </a:rPr>
                <a:t>历史思维能力</a:t>
              </a:r>
            </a:p>
          </p:txBody>
        </p:sp>
        <p:sp>
          <p:nvSpPr>
            <p:cNvPr id="50" name="文本框 49">
              <a:extLst>
                <a:ext uri="{FF2B5EF4-FFF2-40B4-BE49-F238E27FC236}">
                  <a16:creationId xmlns:a16="http://schemas.microsoft.com/office/drawing/2014/main" id="{AB922B54-9EB4-CADA-6F82-04263F7011A5}"/>
                </a:ext>
              </a:extLst>
            </p:cNvPr>
            <p:cNvSpPr txBox="1"/>
            <p:nvPr/>
          </p:nvSpPr>
          <p:spPr>
            <a:xfrm>
              <a:off x="8730080" y="5192803"/>
              <a:ext cx="1512000"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36195" algn="ct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prstClr val="black">
                      <a:lumMod val="85000"/>
                      <a:lumOff val="15000"/>
                    </a:prstClr>
                  </a:solidFill>
                </a:rPr>
                <a:t>战略思维能力</a:t>
              </a:r>
            </a:p>
          </p:txBody>
        </p:sp>
        <p:sp>
          <p:nvSpPr>
            <p:cNvPr id="51" name="文本框 50">
              <a:extLst>
                <a:ext uri="{FF2B5EF4-FFF2-40B4-BE49-F238E27FC236}">
                  <a16:creationId xmlns:a16="http://schemas.microsoft.com/office/drawing/2014/main" id="{4EB387C9-5CFB-BD6E-D01D-2D052F355B27}"/>
                </a:ext>
              </a:extLst>
            </p:cNvPr>
            <p:cNvSpPr txBox="1"/>
            <p:nvPr/>
          </p:nvSpPr>
          <p:spPr>
            <a:xfrm>
              <a:off x="8730080" y="6006732"/>
              <a:ext cx="1512000"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36195" algn="ct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prstClr val="black">
                      <a:lumMod val="85000"/>
                      <a:lumOff val="15000"/>
                    </a:prstClr>
                  </a:solidFill>
                </a:rPr>
                <a:t>创新思维能力</a:t>
              </a:r>
            </a:p>
          </p:txBody>
        </p:sp>
        <p:cxnSp>
          <p:nvCxnSpPr>
            <p:cNvPr id="116" name="直接连接符 115">
              <a:extLst>
                <a:ext uri="{FF2B5EF4-FFF2-40B4-BE49-F238E27FC236}">
                  <a16:creationId xmlns:a16="http://schemas.microsoft.com/office/drawing/2014/main" id="{1656C93B-EF7B-3493-FA9A-A5C20F5DCA4D}"/>
                </a:ext>
              </a:extLst>
            </p:cNvPr>
            <p:cNvCxnSpPr>
              <a:cxnSpLocks/>
            </p:cNvCxnSpPr>
            <p:nvPr/>
          </p:nvCxnSpPr>
          <p:spPr>
            <a:xfrm>
              <a:off x="10242080" y="404390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F98D5ED8-37FE-B147-5D2A-70C191E56532}"/>
                </a:ext>
              </a:extLst>
            </p:cNvPr>
            <p:cNvCxnSpPr>
              <a:cxnSpLocks/>
            </p:cNvCxnSpPr>
            <p:nvPr/>
          </p:nvCxnSpPr>
          <p:spPr>
            <a:xfrm>
              <a:off x="10242080" y="445087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FA04A443-2FBE-727F-F5DB-9C90B7655982}"/>
                </a:ext>
              </a:extLst>
            </p:cNvPr>
            <p:cNvCxnSpPr>
              <a:cxnSpLocks/>
            </p:cNvCxnSpPr>
            <p:nvPr/>
          </p:nvCxnSpPr>
          <p:spPr>
            <a:xfrm>
              <a:off x="10242080" y="485783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3FA5FA33-2F6A-FB41-9436-CD66F77BA75D}"/>
                </a:ext>
              </a:extLst>
            </p:cNvPr>
            <p:cNvCxnSpPr>
              <a:cxnSpLocks/>
            </p:cNvCxnSpPr>
            <p:nvPr/>
          </p:nvCxnSpPr>
          <p:spPr>
            <a:xfrm>
              <a:off x="10242080" y="526480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BD32A0B2-3928-67BD-1C04-9AF11803272C}"/>
                </a:ext>
              </a:extLst>
            </p:cNvPr>
            <p:cNvCxnSpPr>
              <a:cxnSpLocks/>
            </p:cNvCxnSpPr>
            <p:nvPr/>
          </p:nvCxnSpPr>
          <p:spPr>
            <a:xfrm>
              <a:off x="10242080" y="567176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EEA23BCE-C9BB-4207-70DF-001F55AEEF9C}"/>
                </a:ext>
              </a:extLst>
            </p:cNvPr>
            <p:cNvCxnSpPr>
              <a:cxnSpLocks/>
            </p:cNvCxnSpPr>
            <p:nvPr/>
          </p:nvCxnSpPr>
          <p:spPr>
            <a:xfrm>
              <a:off x="10242080" y="6078732"/>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65" name="组合 64"/>
          <p:cNvGrpSpPr/>
          <p:nvPr/>
        </p:nvGrpSpPr>
        <p:grpSpPr>
          <a:xfrm>
            <a:off x="2825523" y="1413643"/>
            <a:ext cx="2881597" cy="748719"/>
            <a:chOff x="2073419" y="858311"/>
            <a:chExt cx="3428892" cy="828000"/>
          </a:xfrm>
        </p:grpSpPr>
        <p:sp>
          <p:nvSpPr>
            <p:cNvPr id="75" name="iṣ1ïḑé"/>
            <p:cNvSpPr/>
            <p:nvPr/>
          </p:nvSpPr>
          <p:spPr>
            <a:xfrm>
              <a:off x="2073419" y="858311"/>
              <a:ext cx="3428892"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掌握唯物辩证法基本范畴</a:t>
              </a:r>
            </a:p>
          </p:txBody>
        </p:sp>
        <p:cxnSp>
          <p:nvCxnSpPr>
            <p:cNvPr id="76" name="直接连接符 75"/>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66" name="组合 65"/>
          <p:cNvGrpSpPr/>
          <p:nvPr/>
        </p:nvGrpSpPr>
        <p:grpSpPr>
          <a:xfrm>
            <a:off x="2825523" y="3437463"/>
            <a:ext cx="2881597" cy="748719"/>
            <a:chOff x="2073419" y="1324646"/>
            <a:chExt cx="3428892" cy="828000"/>
          </a:xfrm>
        </p:grpSpPr>
        <p:sp>
          <p:nvSpPr>
            <p:cNvPr id="73" name="iṣ1ïḑé"/>
            <p:cNvSpPr/>
            <p:nvPr/>
          </p:nvSpPr>
          <p:spPr>
            <a:xfrm>
              <a:off x="2073419" y="1324646"/>
              <a:ext cx="3428892"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学习运用辩证思维方法</a:t>
              </a:r>
            </a:p>
          </p:txBody>
        </p:sp>
        <p:cxnSp>
          <p:nvCxnSpPr>
            <p:cNvPr id="74" name="直接连接符 73"/>
            <p:cNvCxnSpPr/>
            <p:nvPr/>
          </p:nvCxnSpPr>
          <p:spPr>
            <a:xfrm>
              <a:off x="2076838" y="1432646"/>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68" name="组合 67"/>
          <p:cNvGrpSpPr/>
          <p:nvPr/>
        </p:nvGrpSpPr>
        <p:grpSpPr>
          <a:xfrm>
            <a:off x="2825523" y="5170982"/>
            <a:ext cx="2881597" cy="748719"/>
            <a:chOff x="2073419" y="910582"/>
            <a:chExt cx="3428892" cy="828000"/>
          </a:xfrm>
        </p:grpSpPr>
        <p:sp>
          <p:nvSpPr>
            <p:cNvPr id="69" name="iṣ1ïḑé"/>
            <p:cNvSpPr/>
            <p:nvPr/>
          </p:nvSpPr>
          <p:spPr>
            <a:xfrm>
              <a:off x="2073419" y="910582"/>
              <a:ext cx="3428892"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不断增强思维能力</a:t>
              </a:r>
            </a:p>
          </p:txBody>
        </p:sp>
        <p:cxnSp>
          <p:nvCxnSpPr>
            <p:cNvPr id="70" name="直接连接符 69"/>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04882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组合 110"/>
          <p:cNvGrpSpPr/>
          <p:nvPr/>
        </p:nvGrpSpPr>
        <p:grpSpPr>
          <a:xfrm>
            <a:off x="8449437" y="1554721"/>
            <a:ext cx="3262974" cy="1986936"/>
            <a:chOff x="8483192" y="1195867"/>
            <a:chExt cx="3262974" cy="1986936"/>
          </a:xfrm>
        </p:grpSpPr>
        <p:grpSp>
          <p:nvGrpSpPr>
            <p:cNvPr id="112" name="组合 111"/>
            <p:cNvGrpSpPr/>
            <p:nvPr/>
          </p:nvGrpSpPr>
          <p:grpSpPr>
            <a:xfrm>
              <a:off x="10826730" y="1195867"/>
              <a:ext cx="919436" cy="395808"/>
              <a:chOff x="9345338" y="302787"/>
              <a:chExt cx="919436" cy="432000"/>
            </a:xfrm>
          </p:grpSpPr>
          <p:grpSp>
            <p:nvGrpSpPr>
              <p:cNvPr id="130" name="组合 129"/>
              <p:cNvGrpSpPr/>
              <p:nvPr/>
            </p:nvGrpSpPr>
            <p:grpSpPr>
              <a:xfrm>
                <a:off x="9633338" y="302787"/>
                <a:ext cx="631436" cy="432000"/>
                <a:chOff x="4715590" y="553243"/>
                <a:chExt cx="3312000" cy="432000"/>
              </a:xfrm>
            </p:grpSpPr>
            <p:sp>
              <p:nvSpPr>
                <p:cNvPr id="132"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来源</a:t>
                  </a:r>
                </a:p>
              </p:txBody>
            </p:sp>
            <p:cxnSp>
              <p:nvCxnSpPr>
                <p:cNvPr id="133" name="直接连接符 132"/>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31" name="直接连接符 130"/>
              <p:cNvCxnSpPr/>
              <p:nvPr/>
            </p:nvCxnSpPr>
            <p:spPr>
              <a:xfrm flipH="1" flipV="1">
                <a:off x="9345338" y="52006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13" name="组合 112"/>
            <p:cNvGrpSpPr/>
            <p:nvPr/>
          </p:nvGrpSpPr>
          <p:grpSpPr>
            <a:xfrm>
              <a:off x="10826730" y="1678215"/>
              <a:ext cx="919436" cy="395808"/>
              <a:chOff x="9345338" y="302787"/>
              <a:chExt cx="919436" cy="432000"/>
            </a:xfrm>
          </p:grpSpPr>
          <p:grpSp>
            <p:nvGrpSpPr>
              <p:cNvPr id="126" name="组合 125"/>
              <p:cNvGrpSpPr/>
              <p:nvPr/>
            </p:nvGrpSpPr>
            <p:grpSpPr>
              <a:xfrm>
                <a:off x="9633338" y="302787"/>
                <a:ext cx="631436" cy="432000"/>
                <a:chOff x="4715590" y="553243"/>
                <a:chExt cx="3312000" cy="432000"/>
              </a:xfrm>
            </p:grpSpPr>
            <p:sp>
              <p:nvSpPr>
                <p:cNvPr id="128"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动力</a:t>
                  </a:r>
                </a:p>
              </p:txBody>
            </p:sp>
            <p:cxnSp>
              <p:nvCxnSpPr>
                <p:cNvPr id="129" name="直接连接符 128"/>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27" name="直接连接符 126"/>
              <p:cNvCxnSpPr/>
              <p:nvPr/>
            </p:nvCxnSpPr>
            <p:spPr>
              <a:xfrm flipH="1" flipV="1">
                <a:off x="9345338" y="52006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114" name="直接连接符 113"/>
            <p:cNvCxnSpPr/>
            <p:nvPr/>
          </p:nvCxnSpPr>
          <p:spPr>
            <a:xfrm>
              <a:off x="10826730" y="1386116"/>
              <a:ext cx="0" cy="145954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483192" y="2642911"/>
              <a:ext cx="2343538"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16" name="组合 115"/>
            <p:cNvGrpSpPr/>
            <p:nvPr/>
          </p:nvGrpSpPr>
          <p:grpSpPr>
            <a:xfrm>
              <a:off x="10826730" y="2160563"/>
              <a:ext cx="919436" cy="395808"/>
              <a:chOff x="9345338" y="302787"/>
              <a:chExt cx="919436" cy="432000"/>
            </a:xfrm>
          </p:grpSpPr>
          <p:grpSp>
            <p:nvGrpSpPr>
              <p:cNvPr id="122" name="组合 121"/>
              <p:cNvGrpSpPr/>
              <p:nvPr/>
            </p:nvGrpSpPr>
            <p:grpSpPr>
              <a:xfrm>
                <a:off x="9633338" y="302787"/>
                <a:ext cx="631436" cy="432000"/>
                <a:chOff x="4715590" y="553243"/>
                <a:chExt cx="3312000" cy="432000"/>
              </a:xfrm>
            </p:grpSpPr>
            <p:sp>
              <p:nvSpPr>
                <p:cNvPr id="124"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目的</a:t>
                  </a:r>
                </a:p>
              </p:txBody>
            </p:sp>
            <p:cxnSp>
              <p:nvCxnSpPr>
                <p:cNvPr id="125" name="直接连接符 124"/>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23" name="直接连接符 122"/>
              <p:cNvCxnSpPr/>
              <p:nvPr/>
            </p:nvCxnSpPr>
            <p:spPr>
              <a:xfrm flipH="1" flipV="1">
                <a:off x="9345338" y="52006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17" name="组合 116"/>
            <p:cNvGrpSpPr/>
            <p:nvPr/>
          </p:nvGrpSpPr>
          <p:grpSpPr>
            <a:xfrm>
              <a:off x="10826730" y="2642910"/>
              <a:ext cx="919436" cy="539893"/>
              <a:chOff x="9345338" y="302786"/>
              <a:chExt cx="919436" cy="589260"/>
            </a:xfrm>
          </p:grpSpPr>
          <p:grpSp>
            <p:nvGrpSpPr>
              <p:cNvPr id="118" name="组合 117"/>
              <p:cNvGrpSpPr/>
              <p:nvPr/>
            </p:nvGrpSpPr>
            <p:grpSpPr>
              <a:xfrm>
                <a:off x="9633338" y="302786"/>
                <a:ext cx="631436" cy="589260"/>
                <a:chOff x="4715590" y="553242"/>
                <a:chExt cx="3312000" cy="589260"/>
              </a:xfrm>
            </p:grpSpPr>
            <p:sp>
              <p:nvSpPr>
                <p:cNvPr id="120" name="îṣľîďê"/>
                <p:cNvSpPr/>
                <p:nvPr/>
              </p:nvSpPr>
              <p:spPr>
                <a:xfrm>
                  <a:off x="4715590" y="553242"/>
                  <a:ext cx="3312000" cy="58926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检验标准</a:t>
                  </a:r>
                </a:p>
              </p:txBody>
            </p:sp>
            <p:cxnSp>
              <p:nvCxnSpPr>
                <p:cNvPr id="121" name="直接连接符 120"/>
                <p:cNvCxnSpPr/>
                <p:nvPr/>
              </p:nvCxnSpPr>
              <p:spPr>
                <a:xfrm>
                  <a:off x="8027590" y="661243"/>
                  <a:ext cx="0" cy="420361"/>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19" name="直接连接符 118"/>
              <p:cNvCxnSpPr/>
              <p:nvPr/>
            </p:nvCxnSpPr>
            <p:spPr>
              <a:xfrm flipH="1" flipV="1">
                <a:off x="9345338" y="52006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238" name="直接连接符 237"/>
            <p:cNvCxnSpPr/>
            <p:nvPr/>
          </p:nvCxnSpPr>
          <p:spPr>
            <a:xfrm>
              <a:off x="8488684" y="1925116"/>
              <a:ext cx="0" cy="717795"/>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215" name="组合 214"/>
          <p:cNvGrpSpPr/>
          <p:nvPr/>
        </p:nvGrpSpPr>
        <p:grpSpPr>
          <a:xfrm>
            <a:off x="7885223" y="5028803"/>
            <a:ext cx="1638419" cy="821655"/>
            <a:chOff x="8108095" y="5145583"/>
            <a:chExt cx="1638419" cy="821655"/>
          </a:xfrm>
        </p:grpSpPr>
        <p:grpSp>
          <p:nvGrpSpPr>
            <p:cNvPr id="211" name="组合 210"/>
            <p:cNvGrpSpPr/>
            <p:nvPr/>
          </p:nvGrpSpPr>
          <p:grpSpPr>
            <a:xfrm>
              <a:off x="8672309" y="5145583"/>
              <a:ext cx="1074205" cy="392189"/>
              <a:chOff x="4715590" y="553243"/>
              <a:chExt cx="3312000" cy="432000"/>
            </a:xfrm>
          </p:grpSpPr>
          <p:sp>
            <p:nvSpPr>
              <p:cNvPr id="213"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感性认识</a:t>
                </a:r>
              </a:p>
            </p:txBody>
          </p:sp>
          <p:cxnSp>
            <p:nvCxnSpPr>
              <p:cNvPr id="214" name="直接连接符 213"/>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212" name="直接连接符 211"/>
            <p:cNvCxnSpPr/>
            <p:nvPr/>
          </p:nvCxnSpPr>
          <p:spPr>
            <a:xfrm flipH="1" flipV="1">
              <a:off x="8384310" y="5342840"/>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207" name="组合 206"/>
            <p:cNvGrpSpPr/>
            <p:nvPr/>
          </p:nvGrpSpPr>
          <p:grpSpPr>
            <a:xfrm>
              <a:off x="8672309" y="5575049"/>
              <a:ext cx="1074205" cy="392189"/>
              <a:chOff x="4715590" y="553243"/>
              <a:chExt cx="3312000" cy="432000"/>
            </a:xfrm>
          </p:grpSpPr>
          <p:sp>
            <p:nvSpPr>
              <p:cNvPr id="209"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理性认识</a:t>
                </a:r>
              </a:p>
            </p:txBody>
          </p:sp>
          <p:cxnSp>
            <p:nvCxnSpPr>
              <p:cNvPr id="210" name="直接连接符 209"/>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208" name="直接连接符 207"/>
            <p:cNvCxnSpPr/>
            <p:nvPr/>
          </p:nvCxnSpPr>
          <p:spPr>
            <a:xfrm flipH="1" flipV="1">
              <a:off x="8384310" y="5772306"/>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8384310" y="5341677"/>
              <a:ext cx="0" cy="4294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flipH="1">
              <a:off x="8108095" y="5552921"/>
              <a:ext cx="27621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227" name="组合 226"/>
          <p:cNvGrpSpPr/>
          <p:nvPr/>
        </p:nvGrpSpPr>
        <p:grpSpPr>
          <a:xfrm>
            <a:off x="7885222" y="5543088"/>
            <a:ext cx="3908845" cy="821655"/>
            <a:chOff x="7765929" y="5747365"/>
            <a:chExt cx="3933001" cy="821655"/>
          </a:xfrm>
        </p:grpSpPr>
        <p:grpSp>
          <p:nvGrpSpPr>
            <p:cNvPr id="217" name="组合 216"/>
            <p:cNvGrpSpPr/>
            <p:nvPr/>
          </p:nvGrpSpPr>
          <p:grpSpPr>
            <a:xfrm>
              <a:off x="10182366" y="5747365"/>
              <a:ext cx="1516564" cy="407338"/>
              <a:chOff x="4715590" y="553243"/>
              <a:chExt cx="3805130" cy="448687"/>
            </a:xfrm>
          </p:grpSpPr>
          <p:sp>
            <p:nvSpPr>
              <p:cNvPr id="225" name="îṣľîďê"/>
              <p:cNvSpPr/>
              <p:nvPr/>
            </p:nvSpPr>
            <p:spPr>
              <a:xfrm>
                <a:off x="4715590" y="553243"/>
                <a:ext cx="3763644" cy="448687"/>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必要性和重要性</a:t>
                </a:r>
              </a:p>
            </p:txBody>
          </p:sp>
          <p:cxnSp>
            <p:nvCxnSpPr>
              <p:cNvPr id="226" name="直接连接符 225"/>
              <p:cNvCxnSpPr/>
              <p:nvPr/>
            </p:nvCxnSpPr>
            <p:spPr>
              <a:xfrm>
                <a:off x="8520720" y="675813"/>
                <a:ext cx="0" cy="216001"/>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218" name="直接连接符 217"/>
            <p:cNvCxnSpPr/>
            <p:nvPr/>
          </p:nvCxnSpPr>
          <p:spPr>
            <a:xfrm flipH="1" flipV="1">
              <a:off x="9894367" y="5944622"/>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219" name="组合 218"/>
            <p:cNvGrpSpPr/>
            <p:nvPr/>
          </p:nvGrpSpPr>
          <p:grpSpPr>
            <a:xfrm>
              <a:off x="10182366" y="6176831"/>
              <a:ext cx="1513624" cy="392189"/>
              <a:chOff x="4715590" y="553243"/>
              <a:chExt cx="3797754" cy="432000"/>
            </a:xfrm>
          </p:grpSpPr>
          <p:sp>
            <p:nvSpPr>
              <p:cNvPr id="223" name="îṣľîďê"/>
              <p:cNvSpPr/>
              <p:nvPr/>
            </p:nvSpPr>
            <p:spPr>
              <a:xfrm>
                <a:off x="4715590" y="553243"/>
                <a:ext cx="3797754"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中介环节</a:t>
                </a:r>
              </a:p>
            </p:txBody>
          </p:sp>
          <p:cxnSp>
            <p:nvCxnSpPr>
              <p:cNvPr id="224" name="直接连接符 223"/>
              <p:cNvCxnSpPr/>
              <p:nvPr/>
            </p:nvCxnSpPr>
            <p:spPr>
              <a:xfrm>
                <a:off x="8479236" y="640573"/>
                <a:ext cx="0" cy="216001"/>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220" name="直接连接符 219"/>
            <p:cNvCxnSpPr/>
            <p:nvPr/>
          </p:nvCxnSpPr>
          <p:spPr>
            <a:xfrm flipH="1" flipV="1">
              <a:off x="9894367" y="637408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a:off x="9894367" y="5943459"/>
              <a:ext cx="0" cy="4294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flipH="1">
              <a:off x="7765929" y="6154703"/>
              <a:ext cx="2128439"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
        <p:nvSpPr>
          <p:cNvPr id="2" name="iṧļiḑe"/>
          <p:cNvSpPr/>
          <p:nvPr/>
        </p:nvSpPr>
        <p:spPr>
          <a:xfrm>
            <a:off x="375578" y="2233486"/>
            <a:ext cx="648000" cy="280267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000" b="1">
                <a:solidFill>
                  <a:srgbClr val="E17751"/>
                </a:solidFill>
                <a:latin typeface="微软雅黑" panose="020B0503020204020204" pitchFamily="34" charset="-122"/>
                <a:ea typeface="微软雅黑" panose="020B0503020204020204" pitchFamily="34" charset="-122"/>
              </a:rPr>
              <a:t>实践是认识的基础</a:t>
            </a:r>
          </a:p>
        </p:txBody>
      </p:sp>
      <p:grpSp>
        <p:nvGrpSpPr>
          <p:cNvPr id="8" name="组合 7"/>
          <p:cNvGrpSpPr/>
          <p:nvPr/>
        </p:nvGrpSpPr>
        <p:grpSpPr>
          <a:xfrm>
            <a:off x="1023578" y="1371427"/>
            <a:ext cx="683184" cy="4518259"/>
            <a:chOff x="1740084" y="1408032"/>
            <a:chExt cx="683184" cy="4518259"/>
          </a:xfrm>
        </p:grpSpPr>
        <p:cxnSp>
          <p:nvCxnSpPr>
            <p:cNvPr id="3" name="直接连接符 2"/>
            <p:cNvCxnSpPr/>
            <p:nvPr/>
          </p:nvCxnSpPr>
          <p:spPr>
            <a:xfrm flipH="1" flipV="1">
              <a:off x="2135268" y="1408032"/>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H="1" flipV="1">
              <a:off x="2135268" y="4113896"/>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H="1" flipV="1">
              <a:off x="2135268" y="5926291"/>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a:cxnSpLocks/>
            </p:cNvCxnSpPr>
            <p:nvPr/>
          </p:nvCxnSpPr>
          <p:spPr>
            <a:xfrm>
              <a:off x="2135268" y="1408032"/>
              <a:ext cx="0" cy="451825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flipV="1">
              <a:off x="1740084" y="3600915"/>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1660239" y="957426"/>
            <a:ext cx="2480398" cy="828000"/>
            <a:chOff x="1825022" y="858311"/>
            <a:chExt cx="2480398" cy="828000"/>
          </a:xfrm>
        </p:grpSpPr>
        <p:sp>
          <p:nvSpPr>
            <p:cNvPr id="10" name="iṣ1ïḑé"/>
            <p:cNvSpPr/>
            <p:nvPr/>
          </p:nvSpPr>
          <p:spPr>
            <a:xfrm>
              <a:off x="1825022" y="858311"/>
              <a:ext cx="2480398"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“知就是行”是正确的吗</a:t>
              </a:r>
            </a:p>
          </p:txBody>
        </p:sp>
        <p:cxnSp>
          <p:nvCxnSpPr>
            <p:cNvPr id="11" name="直接连接符 10"/>
            <p:cNvCxnSpPr>
              <a:cxnSpLocks/>
            </p:cNvCxnSpPr>
            <p:nvPr/>
          </p:nvCxnSpPr>
          <p:spPr>
            <a:xfrm>
              <a:off x="1825022"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1660238" y="3630690"/>
            <a:ext cx="2480395" cy="828000"/>
            <a:chOff x="2073418" y="858311"/>
            <a:chExt cx="2274661" cy="828000"/>
          </a:xfrm>
        </p:grpSpPr>
        <p:sp>
          <p:nvSpPr>
            <p:cNvPr id="13" name="iṣ1ïḑé"/>
            <p:cNvSpPr/>
            <p:nvPr/>
          </p:nvSpPr>
          <p:spPr>
            <a:xfrm>
              <a:off x="2073418" y="858311"/>
              <a:ext cx="2274661"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认识世界是照镜子式的</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原物映现吗</a:t>
              </a:r>
            </a:p>
          </p:txBody>
        </p:sp>
        <p:cxnSp>
          <p:nvCxnSpPr>
            <p:cNvPr id="14" name="直接连接符 13"/>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660239" y="5443048"/>
            <a:ext cx="2480395" cy="828000"/>
            <a:chOff x="2073419" y="858311"/>
            <a:chExt cx="2274661" cy="828000"/>
          </a:xfrm>
        </p:grpSpPr>
        <p:sp>
          <p:nvSpPr>
            <p:cNvPr id="16" name="iṣ1ïḑé"/>
            <p:cNvSpPr/>
            <p:nvPr/>
          </p:nvSpPr>
          <p:spPr>
            <a:xfrm>
              <a:off x="2073419" y="858311"/>
              <a:ext cx="2274661"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认识能不能一蹴而就</a:t>
              </a:r>
            </a:p>
          </p:txBody>
        </p:sp>
        <p:cxnSp>
          <p:nvCxnSpPr>
            <p:cNvPr id="17" name="直接连接符 16"/>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8" name="直接箭头连接符 17"/>
          <p:cNvCxnSpPr/>
          <p:nvPr/>
        </p:nvCxnSpPr>
        <p:spPr>
          <a:xfrm>
            <a:off x="2921375" y="1975588"/>
            <a:ext cx="1" cy="1566070"/>
          </a:xfrm>
          <a:prstGeom prst="straightConnector1">
            <a:avLst/>
          </a:prstGeom>
          <a:ln>
            <a:solidFill>
              <a:schemeClr val="bg1">
                <a:lumMod val="85000"/>
              </a:schemeClr>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930961" y="4547724"/>
            <a:ext cx="1" cy="822927"/>
          </a:xfrm>
          <a:prstGeom prst="straightConnector1">
            <a:avLst/>
          </a:prstGeom>
          <a:ln>
            <a:solidFill>
              <a:schemeClr val="bg1">
                <a:lumMod val="85000"/>
              </a:schemeClr>
            </a:solidFill>
            <a:tailEnd type="triangle"/>
          </a:ln>
          <a:effectLst/>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4108622" y="3881797"/>
            <a:ext cx="1624515" cy="432000"/>
            <a:chOff x="4282794" y="1126398"/>
            <a:chExt cx="1998908" cy="432000"/>
          </a:xfrm>
        </p:grpSpPr>
        <p:grpSp>
          <p:nvGrpSpPr>
            <p:cNvPr id="27" name="组合 26"/>
            <p:cNvGrpSpPr/>
            <p:nvPr/>
          </p:nvGrpSpPr>
          <p:grpSpPr>
            <a:xfrm>
              <a:off x="4570794" y="1126398"/>
              <a:ext cx="1710908" cy="432000"/>
              <a:chOff x="4715590" y="553243"/>
              <a:chExt cx="3312000" cy="432000"/>
            </a:xfrm>
          </p:grpSpPr>
          <p:sp>
            <p:nvSpPr>
              <p:cNvPr id="29"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认识本质论</a:t>
                </a:r>
              </a:p>
            </p:txBody>
          </p:sp>
          <p:cxnSp>
            <p:nvCxnSpPr>
              <p:cNvPr id="30" name="直接连接符 29"/>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p:cNvCxnSpPr/>
            <p:nvPr/>
          </p:nvCxnSpPr>
          <p:spPr>
            <a:xfrm flipH="1" flipV="1">
              <a:off x="4282794" y="134367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4108622" y="5655611"/>
            <a:ext cx="1624515" cy="432000"/>
            <a:chOff x="4282794" y="1126398"/>
            <a:chExt cx="1998908" cy="432000"/>
          </a:xfrm>
        </p:grpSpPr>
        <p:grpSp>
          <p:nvGrpSpPr>
            <p:cNvPr id="32" name="组合 31"/>
            <p:cNvGrpSpPr/>
            <p:nvPr/>
          </p:nvGrpSpPr>
          <p:grpSpPr>
            <a:xfrm>
              <a:off x="4570794" y="1126398"/>
              <a:ext cx="1710908" cy="432000"/>
              <a:chOff x="4715590" y="553243"/>
              <a:chExt cx="3312000" cy="432000"/>
            </a:xfrm>
          </p:grpSpPr>
          <p:sp>
            <p:nvSpPr>
              <p:cNvPr id="34"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认识过程论</a:t>
                </a:r>
              </a:p>
            </p:txBody>
          </p:sp>
          <p:cxnSp>
            <p:nvCxnSpPr>
              <p:cNvPr id="35" name="直接连接符 34"/>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33" name="直接连接符 32"/>
            <p:cNvCxnSpPr/>
            <p:nvPr/>
          </p:nvCxnSpPr>
          <p:spPr>
            <a:xfrm flipH="1" flipV="1">
              <a:off x="4282794" y="134367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5733136" y="342507"/>
            <a:ext cx="3063636" cy="2036469"/>
            <a:chOff x="6419455" y="527198"/>
            <a:chExt cx="3063636" cy="2057838"/>
          </a:xfrm>
        </p:grpSpPr>
        <p:grpSp>
          <p:nvGrpSpPr>
            <p:cNvPr id="41" name="组合 40"/>
            <p:cNvGrpSpPr/>
            <p:nvPr/>
          </p:nvGrpSpPr>
          <p:grpSpPr>
            <a:xfrm>
              <a:off x="6707455" y="527198"/>
              <a:ext cx="2775636" cy="432000"/>
              <a:chOff x="6490285" y="351759"/>
              <a:chExt cx="2775636" cy="432000"/>
            </a:xfrm>
          </p:grpSpPr>
          <p:grpSp>
            <p:nvGrpSpPr>
              <p:cNvPr id="37" name="组合 36"/>
              <p:cNvGrpSpPr/>
              <p:nvPr/>
            </p:nvGrpSpPr>
            <p:grpSpPr>
              <a:xfrm>
                <a:off x="6778285" y="351759"/>
                <a:ext cx="2487636" cy="432000"/>
                <a:chOff x="4715590" y="553243"/>
                <a:chExt cx="3312000" cy="432000"/>
              </a:xfrm>
            </p:grpSpPr>
            <p:sp>
              <p:nvSpPr>
                <p:cNvPr id="39"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科学实践观的创立与发展</a:t>
                  </a:r>
                </a:p>
              </p:txBody>
            </p:sp>
            <p:cxnSp>
              <p:nvCxnSpPr>
                <p:cNvPr id="40" name="直接连接符 39"/>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38" name="直接连接符 37"/>
              <p:cNvCxnSpPr/>
              <p:nvPr/>
            </p:nvCxnSpPr>
            <p:spPr>
              <a:xfrm flipH="1" flipV="1">
                <a:off x="6490285" y="569039"/>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6707455" y="1069144"/>
              <a:ext cx="2775636" cy="432000"/>
              <a:chOff x="6490285" y="351759"/>
              <a:chExt cx="2775636" cy="432000"/>
            </a:xfrm>
          </p:grpSpPr>
          <p:grpSp>
            <p:nvGrpSpPr>
              <p:cNvPr id="43" name="组合 42"/>
              <p:cNvGrpSpPr/>
              <p:nvPr/>
            </p:nvGrpSpPr>
            <p:grpSpPr>
              <a:xfrm>
                <a:off x="6778285" y="351759"/>
                <a:ext cx="2487636" cy="432000"/>
                <a:chOff x="4715590" y="553243"/>
                <a:chExt cx="3312000" cy="432000"/>
              </a:xfrm>
            </p:grpSpPr>
            <p:sp>
              <p:nvSpPr>
                <p:cNvPr id="45"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科学实践观的意义</a:t>
                  </a:r>
                </a:p>
              </p:txBody>
            </p:sp>
            <p:cxnSp>
              <p:nvCxnSpPr>
                <p:cNvPr id="46" name="直接连接符 45"/>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44" name="直接连接符 43"/>
              <p:cNvCxnSpPr/>
              <p:nvPr/>
            </p:nvCxnSpPr>
            <p:spPr>
              <a:xfrm flipH="1" flipV="1">
                <a:off x="6490285" y="569039"/>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6707455" y="1611090"/>
              <a:ext cx="2775636" cy="432000"/>
              <a:chOff x="6490285" y="351759"/>
              <a:chExt cx="2775636" cy="432000"/>
            </a:xfrm>
          </p:grpSpPr>
          <p:grpSp>
            <p:nvGrpSpPr>
              <p:cNvPr id="48" name="组合 47"/>
              <p:cNvGrpSpPr/>
              <p:nvPr/>
            </p:nvGrpSpPr>
            <p:grpSpPr>
              <a:xfrm>
                <a:off x="6778285" y="351759"/>
                <a:ext cx="2487636" cy="432000"/>
                <a:chOff x="4715590" y="553243"/>
                <a:chExt cx="3312000" cy="432000"/>
              </a:xfrm>
            </p:grpSpPr>
            <p:sp>
              <p:nvSpPr>
                <p:cNvPr id="50"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实践的本质与基本结构</a:t>
                  </a:r>
                </a:p>
              </p:txBody>
            </p:sp>
            <p:cxnSp>
              <p:nvCxnSpPr>
                <p:cNvPr id="51" name="直接连接符 50"/>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49" name="直接连接符 48"/>
              <p:cNvCxnSpPr/>
              <p:nvPr/>
            </p:nvCxnSpPr>
            <p:spPr>
              <a:xfrm flipH="1" flipV="1">
                <a:off x="6490285" y="569039"/>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52" name="组合 51"/>
            <p:cNvGrpSpPr/>
            <p:nvPr/>
          </p:nvGrpSpPr>
          <p:grpSpPr>
            <a:xfrm>
              <a:off x="6707455" y="2153036"/>
              <a:ext cx="2775636" cy="432000"/>
              <a:chOff x="6490285" y="351759"/>
              <a:chExt cx="2775636" cy="432000"/>
            </a:xfrm>
          </p:grpSpPr>
          <p:grpSp>
            <p:nvGrpSpPr>
              <p:cNvPr id="53" name="组合 52"/>
              <p:cNvGrpSpPr/>
              <p:nvPr/>
            </p:nvGrpSpPr>
            <p:grpSpPr>
              <a:xfrm>
                <a:off x="6778285" y="351759"/>
                <a:ext cx="2487636" cy="432000"/>
                <a:chOff x="4715590" y="553243"/>
                <a:chExt cx="3312000" cy="432000"/>
              </a:xfrm>
            </p:grpSpPr>
            <p:sp>
              <p:nvSpPr>
                <p:cNvPr id="55"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实践对认识的决定作用</a:t>
                  </a:r>
                </a:p>
              </p:txBody>
            </p:sp>
            <p:cxnSp>
              <p:nvCxnSpPr>
                <p:cNvPr id="56" name="直接连接符 55"/>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54" name="直接连接符 53"/>
              <p:cNvCxnSpPr/>
              <p:nvPr/>
            </p:nvCxnSpPr>
            <p:spPr>
              <a:xfrm flipH="1" flipV="1">
                <a:off x="6490285" y="569039"/>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57" name="直接连接符 56"/>
            <p:cNvCxnSpPr/>
            <p:nvPr/>
          </p:nvCxnSpPr>
          <p:spPr>
            <a:xfrm>
              <a:off x="6707455" y="732506"/>
              <a:ext cx="0" cy="163653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flipV="1">
              <a:off x="6419455" y="1568472"/>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62" name="组合 61"/>
          <p:cNvGrpSpPr/>
          <p:nvPr/>
        </p:nvGrpSpPr>
        <p:grpSpPr>
          <a:xfrm>
            <a:off x="4108622" y="1139581"/>
            <a:ext cx="1624515" cy="432000"/>
            <a:chOff x="4282794" y="1126398"/>
            <a:chExt cx="1998908" cy="432000"/>
          </a:xfrm>
        </p:grpSpPr>
        <p:grpSp>
          <p:nvGrpSpPr>
            <p:cNvPr id="63" name="组合 62"/>
            <p:cNvGrpSpPr/>
            <p:nvPr/>
          </p:nvGrpSpPr>
          <p:grpSpPr>
            <a:xfrm>
              <a:off x="4570794" y="1126398"/>
              <a:ext cx="1710908" cy="432000"/>
              <a:chOff x="4715590" y="553243"/>
              <a:chExt cx="3312000" cy="432000"/>
            </a:xfrm>
          </p:grpSpPr>
          <p:sp>
            <p:nvSpPr>
              <p:cNvPr id="65"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科学实践观</a:t>
                </a:r>
              </a:p>
            </p:txBody>
          </p:sp>
          <p:cxnSp>
            <p:nvCxnSpPr>
              <p:cNvPr id="66" name="直接连接符 65"/>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64" name="直接连接符 63"/>
            <p:cNvCxnSpPr/>
            <p:nvPr/>
          </p:nvCxnSpPr>
          <p:spPr>
            <a:xfrm flipH="1" flipV="1">
              <a:off x="4282794" y="134367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8806298" y="205241"/>
            <a:ext cx="1195651" cy="821655"/>
            <a:chOff x="9357122" y="108266"/>
            <a:chExt cx="1195651" cy="905061"/>
          </a:xfrm>
        </p:grpSpPr>
        <p:grpSp>
          <p:nvGrpSpPr>
            <p:cNvPr id="61" name="组合 60"/>
            <p:cNvGrpSpPr/>
            <p:nvPr/>
          </p:nvGrpSpPr>
          <p:grpSpPr>
            <a:xfrm>
              <a:off x="9633337" y="108266"/>
              <a:ext cx="919436" cy="432000"/>
              <a:chOff x="9345338" y="302787"/>
              <a:chExt cx="919436" cy="432000"/>
            </a:xfrm>
          </p:grpSpPr>
          <p:grpSp>
            <p:nvGrpSpPr>
              <p:cNvPr id="20" name="组合 19"/>
              <p:cNvGrpSpPr/>
              <p:nvPr/>
            </p:nvGrpSpPr>
            <p:grpSpPr>
              <a:xfrm>
                <a:off x="9633338" y="302787"/>
                <a:ext cx="631436" cy="432000"/>
                <a:chOff x="4715590" y="553243"/>
                <a:chExt cx="3312000" cy="432000"/>
              </a:xfrm>
            </p:grpSpPr>
            <p:sp>
              <p:nvSpPr>
                <p:cNvPr id="21"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创立</a:t>
                  </a:r>
                </a:p>
              </p:txBody>
            </p:sp>
            <p:cxnSp>
              <p:nvCxnSpPr>
                <p:cNvPr id="22" name="直接连接符 21"/>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23" name="直接连接符 22"/>
              <p:cNvCxnSpPr/>
              <p:nvPr/>
            </p:nvCxnSpPr>
            <p:spPr>
              <a:xfrm flipH="1" flipV="1">
                <a:off x="9345338" y="52006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a:off x="9633337" y="581327"/>
              <a:ext cx="919436" cy="432000"/>
              <a:chOff x="9345338" y="302787"/>
              <a:chExt cx="919436" cy="432000"/>
            </a:xfrm>
          </p:grpSpPr>
          <p:grpSp>
            <p:nvGrpSpPr>
              <p:cNvPr id="68" name="组合 67"/>
              <p:cNvGrpSpPr/>
              <p:nvPr/>
            </p:nvGrpSpPr>
            <p:grpSpPr>
              <a:xfrm>
                <a:off x="9633338" y="302787"/>
                <a:ext cx="631436" cy="432000"/>
                <a:chOff x="4715590" y="553243"/>
                <a:chExt cx="3312000" cy="432000"/>
              </a:xfrm>
            </p:grpSpPr>
            <p:sp>
              <p:nvSpPr>
                <p:cNvPr id="70"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发展</a:t>
                  </a:r>
                </a:p>
              </p:txBody>
            </p:sp>
            <p:cxnSp>
              <p:nvCxnSpPr>
                <p:cNvPr id="71" name="直接连接符 70"/>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69" name="直接连接符 68"/>
              <p:cNvCxnSpPr/>
              <p:nvPr/>
            </p:nvCxnSpPr>
            <p:spPr>
              <a:xfrm flipH="1" flipV="1">
                <a:off x="9345338" y="52006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72" name="直接连接符 71"/>
            <p:cNvCxnSpPr/>
            <p:nvPr/>
          </p:nvCxnSpPr>
          <p:spPr>
            <a:xfrm>
              <a:off x="9633337" y="324266"/>
              <a:ext cx="0" cy="473061"/>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9357122" y="556953"/>
              <a:ext cx="27621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236" name="组合 235"/>
          <p:cNvGrpSpPr/>
          <p:nvPr/>
        </p:nvGrpSpPr>
        <p:grpSpPr>
          <a:xfrm>
            <a:off x="8806298" y="1156988"/>
            <a:ext cx="1395792" cy="1721603"/>
            <a:chOff x="8980470" y="1127960"/>
            <a:chExt cx="1395792" cy="1721603"/>
          </a:xfrm>
        </p:grpSpPr>
        <p:cxnSp>
          <p:nvCxnSpPr>
            <p:cNvPr id="81" name="直接连接符 80"/>
            <p:cNvCxnSpPr/>
            <p:nvPr/>
          </p:nvCxnSpPr>
          <p:spPr>
            <a:xfrm flipH="1">
              <a:off x="8980470" y="1602721"/>
              <a:ext cx="276215"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234" name="组合 233"/>
            <p:cNvGrpSpPr/>
            <p:nvPr/>
          </p:nvGrpSpPr>
          <p:grpSpPr>
            <a:xfrm>
              <a:off x="9270297" y="1127960"/>
              <a:ext cx="1105965" cy="1721603"/>
              <a:chOff x="9620661" y="1085344"/>
              <a:chExt cx="1105965" cy="1721603"/>
            </a:xfrm>
          </p:grpSpPr>
          <p:grpSp>
            <p:nvGrpSpPr>
              <p:cNvPr id="78" name="组合 77"/>
              <p:cNvGrpSpPr/>
              <p:nvPr/>
            </p:nvGrpSpPr>
            <p:grpSpPr>
              <a:xfrm>
                <a:off x="9620661" y="1085344"/>
                <a:ext cx="1105965" cy="395808"/>
                <a:chOff x="9345338" y="302787"/>
                <a:chExt cx="919436" cy="432000"/>
              </a:xfrm>
            </p:grpSpPr>
            <p:grpSp>
              <p:nvGrpSpPr>
                <p:cNvPr id="86" name="组合 85"/>
                <p:cNvGrpSpPr/>
                <p:nvPr/>
              </p:nvGrpSpPr>
              <p:grpSpPr>
                <a:xfrm>
                  <a:off x="9633338" y="302787"/>
                  <a:ext cx="631436" cy="432000"/>
                  <a:chOff x="4715590" y="553243"/>
                  <a:chExt cx="3312000" cy="432000"/>
                </a:xfrm>
              </p:grpSpPr>
              <p:sp>
                <p:nvSpPr>
                  <p:cNvPr id="88"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含义</a:t>
                    </a:r>
                  </a:p>
                </p:txBody>
              </p:sp>
              <p:cxnSp>
                <p:nvCxnSpPr>
                  <p:cNvPr id="89" name="直接连接符 88"/>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87" name="直接连接符 86"/>
                <p:cNvCxnSpPr/>
                <p:nvPr/>
              </p:nvCxnSpPr>
              <p:spPr>
                <a:xfrm flipH="1" flipV="1">
                  <a:off x="9345338" y="52006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79" name="组合 78"/>
              <p:cNvGrpSpPr/>
              <p:nvPr/>
            </p:nvGrpSpPr>
            <p:grpSpPr>
              <a:xfrm>
                <a:off x="9620661" y="1527276"/>
                <a:ext cx="1105965" cy="395808"/>
                <a:chOff x="9345338" y="302787"/>
                <a:chExt cx="919436" cy="432000"/>
              </a:xfrm>
            </p:grpSpPr>
            <p:grpSp>
              <p:nvGrpSpPr>
                <p:cNvPr id="82" name="组合 81"/>
                <p:cNvGrpSpPr/>
                <p:nvPr/>
              </p:nvGrpSpPr>
              <p:grpSpPr>
                <a:xfrm>
                  <a:off x="9633338" y="302787"/>
                  <a:ext cx="631436" cy="432000"/>
                  <a:chOff x="4715590" y="553243"/>
                  <a:chExt cx="3312000" cy="432000"/>
                </a:xfrm>
              </p:grpSpPr>
              <p:sp>
                <p:nvSpPr>
                  <p:cNvPr id="84"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特征</a:t>
                    </a:r>
                  </a:p>
                </p:txBody>
              </p:sp>
              <p:cxnSp>
                <p:nvCxnSpPr>
                  <p:cNvPr id="85" name="直接连接符 84"/>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83" name="直接连接符 82"/>
                <p:cNvCxnSpPr/>
                <p:nvPr/>
              </p:nvCxnSpPr>
              <p:spPr>
                <a:xfrm flipH="1" flipV="1">
                  <a:off x="9345338" y="52006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80" name="直接连接符 79"/>
              <p:cNvCxnSpPr/>
              <p:nvPr/>
            </p:nvCxnSpPr>
            <p:spPr>
              <a:xfrm>
                <a:off x="9620661" y="1282496"/>
                <a:ext cx="0" cy="132654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90" name="组合 89"/>
              <p:cNvGrpSpPr/>
              <p:nvPr/>
            </p:nvGrpSpPr>
            <p:grpSpPr>
              <a:xfrm>
                <a:off x="9620661" y="1969208"/>
                <a:ext cx="1105965" cy="395808"/>
                <a:chOff x="9345338" y="302787"/>
                <a:chExt cx="919436" cy="432000"/>
              </a:xfrm>
            </p:grpSpPr>
            <p:grpSp>
              <p:nvGrpSpPr>
                <p:cNvPr id="91" name="组合 90"/>
                <p:cNvGrpSpPr/>
                <p:nvPr/>
              </p:nvGrpSpPr>
              <p:grpSpPr>
                <a:xfrm>
                  <a:off x="9633338" y="302787"/>
                  <a:ext cx="631436" cy="432000"/>
                  <a:chOff x="4715590" y="553243"/>
                  <a:chExt cx="3312000" cy="432000"/>
                </a:xfrm>
              </p:grpSpPr>
              <p:sp>
                <p:nvSpPr>
                  <p:cNvPr id="93"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结构</a:t>
                    </a:r>
                  </a:p>
                </p:txBody>
              </p:sp>
              <p:cxnSp>
                <p:nvCxnSpPr>
                  <p:cNvPr id="94" name="直接连接符 93"/>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92" name="直接连接符 91"/>
                <p:cNvCxnSpPr/>
                <p:nvPr/>
              </p:nvCxnSpPr>
              <p:spPr>
                <a:xfrm flipH="1" flipV="1">
                  <a:off x="9345338" y="52006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95" name="组合 94"/>
              <p:cNvGrpSpPr/>
              <p:nvPr/>
            </p:nvGrpSpPr>
            <p:grpSpPr>
              <a:xfrm>
                <a:off x="9620661" y="2411139"/>
                <a:ext cx="1105965" cy="395808"/>
                <a:chOff x="9345338" y="302787"/>
                <a:chExt cx="919436" cy="432000"/>
              </a:xfrm>
            </p:grpSpPr>
            <p:grpSp>
              <p:nvGrpSpPr>
                <p:cNvPr id="96" name="组合 95"/>
                <p:cNvGrpSpPr/>
                <p:nvPr/>
              </p:nvGrpSpPr>
              <p:grpSpPr>
                <a:xfrm>
                  <a:off x="9633338" y="302787"/>
                  <a:ext cx="631436" cy="432000"/>
                  <a:chOff x="4715590" y="553243"/>
                  <a:chExt cx="3312000" cy="432000"/>
                </a:xfrm>
              </p:grpSpPr>
              <p:sp>
                <p:nvSpPr>
                  <p:cNvPr id="98" name="îṣľîďê"/>
                  <p:cNvSpPr/>
                  <p:nvPr/>
                </p:nvSpPr>
                <p:spPr>
                  <a:xfrm>
                    <a:off x="4715590" y="553243"/>
                    <a:ext cx="331199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多样性</a:t>
                    </a:r>
                  </a:p>
                </p:txBody>
              </p:sp>
              <p:cxnSp>
                <p:nvCxnSpPr>
                  <p:cNvPr id="99" name="直接连接符 98"/>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97" name="直接连接符 96"/>
                <p:cNvCxnSpPr/>
                <p:nvPr/>
              </p:nvCxnSpPr>
              <p:spPr>
                <a:xfrm flipH="1" flipV="1">
                  <a:off x="9345338" y="52006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grpSp>
      <p:grpSp>
        <p:nvGrpSpPr>
          <p:cNvPr id="182" name="组合 181"/>
          <p:cNvGrpSpPr/>
          <p:nvPr/>
        </p:nvGrpSpPr>
        <p:grpSpPr>
          <a:xfrm>
            <a:off x="7885223" y="3161861"/>
            <a:ext cx="2470389" cy="890000"/>
            <a:chOff x="8059395" y="5067773"/>
            <a:chExt cx="1898376" cy="890000"/>
          </a:xfrm>
        </p:grpSpPr>
        <p:grpSp>
          <p:nvGrpSpPr>
            <p:cNvPr id="148" name="组合 147"/>
            <p:cNvGrpSpPr/>
            <p:nvPr/>
          </p:nvGrpSpPr>
          <p:grpSpPr>
            <a:xfrm>
              <a:off x="8302086" y="5067773"/>
              <a:ext cx="1655685" cy="432000"/>
              <a:chOff x="6508054" y="2824105"/>
              <a:chExt cx="1964794" cy="432000"/>
            </a:xfrm>
          </p:grpSpPr>
          <p:grpSp>
            <p:nvGrpSpPr>
              <p:cNvPr id="149" name="组合 148"/>
              <p:cNvGrpSpPr/>
              <p:nvPr/>
            </p:nvGrpSpPr>
            <p:grpSpPr>
              <a:xfrm>
                <a:off x="6796054" y="2824105"/>
                <a:ext cx="1676794" cy="432000"/>
                <a:chOff x="4715590" y="553243"/>
                <a:chExt cx="3565972" cy="432000"/>
              </a:xfrm>
            </p:grpSpPr>
            <p:sp>
              <p:nvSpPr>
                <p:cNvPr id="151" name="îṣľîďê"/>
                <p:cNvSpPr/>
                <p:nvPr/>
              </p:nvSpPr>
              <p:spPr>
                <a:xfrm>
                  <a:off x="4715590" y="553243"/>
                  <a:ext cx="3565972"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主观唯心主义认识论</a:t>
                  </a:r>
                </a:p>
              </p:txBody>
            </p:sp>
            <p:cxnSp>
              <p:nvCxnSpPr>
                <p:cNvPr id="152" name="直接连接符 151"/>
                <p:cNvCxnSpPr>
                  <a:cxnSpLocks/>
                </p:cNvCxnSpPr>
                <p:nvPr/>
              </p:nvCxnSpPr>
              <p:spPr>
                <a:xfrm>
                  <a:off x="8281562"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50" name="直接连接符 149"/>
              <p:cNvCxnSpPr/>
              <p:nvPr/>
            </p:nvCxnSpPr>
            <p:spPr>
              <a:xfrm flipH="1" flipV="1">
                <a:off x="6508054" y="3041385"/>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53" name="组合 152"/>
            <p:cNvGrpSpPr/>
            <p:nvPr/>
          </p:nvGrpSpPr>
          <p:grpSpPr>
            <a:xfrm>
              <a:off x="8302086" y="5525773"/>
              <a:ext cx="1655685" cy="432000"/>
              <a:chOff x="6508054" y="2824105"/>
              <a:chExt cx="1964794" cy="432000"/>
            </a:xfrm>
          </p:grpSpPr>
          <p:grpSp>
            <p:nvGrpSpPr>
              <p:cNvPr id="154" name="组合 153"/>
              <p:cNvGrpSpPr/>
              <p:nvPr/>
            </p:nvGrpSpPr>
            <p:grpSpPr>
              <a:xfrm>
                <a:off x="6796054" y="2824105"/>
                <a:ext cx="1676794" cy="432000"/>
                <a:chOff x="4715590" y="553243"/>
                <a:chExt cx="3565972" cy="432000"/>
              </a:xfrm>
            </p:grpSpPr>
            <p:sp>
              <p:nvSpPr>
                <p:cNvPr id="156" name="îṣľîďê"/>
                <p:cNvSpPr/>
                <p:nvPr/>
              </p:nvSpPr>
              <p:spPr>
                <a:xfrm>
                  <a:off x="4715590" y="553243"/>
                  <a:ext cx="3565972"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客观唯心主义认识论</a:t>
                  </a:r>
                </a:p>
              </p:txBody>
            </p:sp>
            <p:cxnSp>
              <p:nvCxnSpPr>
                <p:cNvPr id="157" name="直接连接符 156"/>
                <p:cNvCxnSpPr>
                  <a:cxnSpLocks/>
                </p:cNvCxnSpPr>
                <p:nvPr/>
              </p:nvCxnSpPr>
              <p:spPr>
                <a:xfrm>
                  <a:off x="8281562"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55" name="直接连接符 154"/>
              <p:cNvCxnSpPr/>
              <p:nvPr/>
            </p:nvCxnSpPr>
            <p:spPr>
              <a:xfrm flipH="1" flipV="1">
                <a:off x="6508054" y="3041385"/>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160" name="直接连接符 159"/>
            <p:cNvCxnSpPr/>
            <p:nvPr/>
          </p:nvCxnSpPr>
          <p:spPr>
            <a:xfrm>
              <a:off x="8302631" y="5285053"/>
              <a:ext cx="0" cy="45672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flipH="1" flipV="1">
              <a:off x="8059395" y="5519235"/>
              <a:ext cx="242691"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83" name="组合 182"/>
          <p:cNvGrpSpPr/>
          <p:nvPr/>
        </p:nvGrpSpPr>
        <p:grpSpPr>
          <a:xfrm>
            <a:off x="7885220" y="4116916"/>
            <a:ext cx="2464295" cy="879835"/>
            <a:chOff x="8059395" y="6046524"/>
            <a:chExt cx="1912138" cy="879835"/>
          </a:xfrm>
        </p:grpSpPr>
        <p:grpSp>
          <p:nvGrpSpPr>
            <p:cNvPr id="165" name="组合 164"/>
            <p:cNvGrpSpPr/>
            <p:nvPr/>
          </p:nvGrpSpPr>
          <p:grpSpPr>
            <a:xfrm>
              <a:off x="8302085" y="6046524"/>
              <a:ext cx="1669447" cy="432000"/>
              <a:chOff x="6508054" y="2824105"/>
              <a:chExt cx="1981126" cy="432000"/>
            </a:xfrm>
          </p:grpSpPr>
          <p:grpSp>
            <p:nvGrpSpPr>
              <p:cNvPr id="173" name="组合 172"/>
              <p:cNvGrpSpPr/>
              <p:nvPr/>
            </p:nvGrpSpPr>
            <p:grpSpPr>
              <a:xfrm>
                <a:off x="6796057" y="2824105"/>
                <a:ext cx="1693123" cy="432000"/>
                <a:chOff x="4715596" y="553243"/>
                <a:chExt cx="3600698" cy="432000"/>
              </a:xfrm>
            </p:grpSpPr>
            <p:sp>
              <p:nvSpPr>
                <p:cNvPr id="175" name="îṣľîďê"/>
                <p:cNvSpPr/>
                <p:nvPr/>
              </p:nvSpPr>
              <p:spPr>
                <a:xfrm>
                  <a:off x="4715596" y="553243"/>
                  <a:ext cx="3600696"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旧唯物主义认识论</a:t>
                  </a:r>
                </a:p>
              </p:txBody>
            </p:sp>
            <p:cxnSp>
              <p:nvCxnSpPr>
                <p:cNvPr id="176" name="直接连接符 175"/>
                <p:cNvCxnSpPr>
                  <a:cxnSpLocks/>
                </p:cNvCxnSpPr>
                <p:nvPr/>
              </p:nvCxnSpPr>
              <p:spPr>
                <a:xfrm>
                  <a:off x="8316294"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74" name="直接连接符 173"/>
              <p:cNvCxnSpPr/>
              <p:nvPr/>
            </p:nvCxnSpPr>
            <p:spPr>
              <a:xfrm flipH="1" flipV="1">
                <a:off x="6508054" y="3041385"/>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66" name="组合 165"/>
            <p:cNvGrpSpPr/>
            <p:nvPr/>
          </p:nvGrpSpPr>
          <p:grpSpPr>
            <a:xfrm>
              <a:off x="8302087" y="6494359"/>
              <a:ext cx="1669446" cy="432000"/>
              <a:chOff x="6508054" y="2824105"/>
              <a:chExt cx="1981124" cy="432000"/>
            </a:xfrm>
          </p:grpSpPr>
          <p:grpSp>
            <p:nvGrpSpPr>
              <p:cNvPr id="169" name="组合 168"/>
              <p:cNvGrpSpPr/>
              <p:nvPr/>
            </p:nvGrpSpPr>
            <p:grpSpPr>
              <a:xfrm>
                <a:off x="6796055" y="2824105"/>
                <a:ext cx="1693123" cy="432000"/>
                <a:chOff x="4715592" y="553243"/>
                <a:chExt cx="3600698" cy="432000"/>
              </a:xfrm>
            </p:grpSpPr>
            <p:sp>
              <p:nvSpPr>
                <p:cNvPr id="171" name="îṣľîďê"/>
                <p:cNvSpPr/>
                <p:nvPr/>
              </p:nvSpPr>
              <p:spPr>
                <a:xfrm>
                  <a:off x="4715592" y="553243"/>
                  <a:ext cx="3600696"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辩证唯物主义认识论</a:t>
                  </a:r>
                </a:p>
              </p:txBody>
            </p:sp>
            <p:cxnSp>
              <p:nvCxnSpPr>
                <p:cNvPr id="172" name="直接连接符 171"/>
                <p:cNvCxnSpPr>
                  <a:cxnSpLocks/>
                </p:cNvCxnSpPr>
                <p:nvPr/>
              </p:nvCxnSpPr>
              <p:spPr>
                <a:xfrm>
                  <a:off x="83162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70" name="直接连接符 169"/>
              <p:cNvCxnSpPr/>
              <p:nvPr/>
            </p:nvCxnSpPr>
            <p:spPr>
              <a:xfrm flipH="1" flipV="1">
                <a:off x="6508054" y="3041385"/>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167" name="直接连接符 166"/>
            <p:cNvCxnSpPr/>
            <p:nvPr/>
          </p:nvCxnSpPr>
          <p:spPr>
            <a:xfrm>
              <a:off x="8302631" y="6263804"/>
              <a:ext cx="0" cy="446555"/>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flipH="1" flipV="1">
              <a:off x="8059395" y="6495475"/>
              <a:ext cx="242691"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组合 178"/>
          <p:cNvGrpSpPr/>
          <p:nvPr/>
        </p:nvGrpSpPr>
        <p:grpSpPr>
          <a:xfrm>
            <a:off x="5751637" y="3383813"/>
            <a:ext cx="2134972" cy="1385676"/>
            <a:chOff x="5952000" y="3765033"/>
            <a:chExt cx="2134972" cy="1385676"/>
          </a:xfrm>
        </p:grpSpPr>
        <p:grpSp>
          <p:nvGrpSpPr>
            <p:cNvPr id="145" name="组合 144"/>
            <p:cNvGrpSpPr/>
            <p:nvPr/>
          </p:nvGrpSpPr>
          <p:grpSpPr>
            <a:xfrm>
              <a:off x="6241601" y="3765033"/>
              <a:ext cx="1845371" cy="432000"/>
              <a:chOff x="6508054" y="2824105"/>
              <a:chExt cx="1845371" cy="432000"/>
            </a:xfrm>
          </p:grpSpPr>
          <p:grpSp>
            <p:nvGrpSpPr>
              <p:cNvPr id="135" name="组合 134"/>
              <p:cNvGrpSpPr/>
              <p:nvPr/>
            </p:nvGrpSpPr>
            <p:grpSpPr>
              <a:xfrm>
                <a:off x="6796054" y="2824105"/>
                <a:ext cx="1557371" cy="432000"/>
                <a:chOff x="4715590" y="553243"/>
                <a:chExt cx="3312000" cy="432000"/>
              </a:xfrm>
            </p:grpSpPr>
            <p:sp>
              <p:nvSpPr>
                <p:cNvPr id="137"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唯心主义先验论</a:t>
                  </a:r>
                </a:p>
              </p:txBody>
            </p:sp>
            <p:cxnSp>
              <p:nvCxnSpPr>
                <p:cNvPr id="138" name="直接连接符 137"/>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36" name="直接连接符 135"/>
              <p:cNvCxnSpPr/>
              <p:nvPr/>
            </p:nvCxnSpPr>
            <p:spPr>
              <a:xfrm flipH="1" flipV="1">
                <a:off x="6508054" y="3041385"/>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p:nvGrpSpPr>
          <p:grpSpPr>
            <a:xfrm>
              <a:off x="6241601" y="4718709"/>
              <a:ext cx="1845371" cy="432000"/>
              <a:chOff x="6508054" y="3828364"/>
              <a:chExt cx="1845371" cy="432000"/>
            </a:xfrm>
          </p:grpSpPr>
          <p:grpSp>
            <p:nvGrpSpPr>
              <p:cNvPr id="140" name="组合 139"/>
              <p:cNvGrpSpPr/>
              <p:nvPr/>
            </p:nvGrpSpPr>
            <p:grpSpPr>
              <a:xfrm>
                <a:off x="6796054" y="3828364"/>
                <a:ext cx="1557371" cy="432000"/>
                <a:chOff x="4715590" y="553243"/>
                <a:chExt cx="3312000" cy="432000"/>
              </a:xfrm>
            </p:grpSpPr>
            <p:sp>
              <p:nvSpPr>
                <p:cNvPr id="142"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唯物主义反映论</a:t>
                  </a:r>
                </a:p>
              </p:txBody>
            </p:sp>
            <p:cxnSp>
              <p:nvCxnSpPr>
                <p:cNvPr id="143" name="直接连接符 142"/>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41" name="直接连接符 140"/>
              <p:cNvCxnSpPr/>
              <p:nvPr/>
            </p:nvCxnSpPr>
            <p:spPr>
              <a:xfrm flipH="1" flipV="1">
                <a:off x="6508054" y="4045644"/>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146" name="直接连接符 145"/>
            <p:cNvCxnSpPr/>
            <p:nvPr/>
          </p:nvCxnSpPr>
          <p:spPr>
            <a:xfrm>
              <a:off x="6241601" y="3982313"/>
              <a:ext cx="0" cy="95239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flipH="1" flipV="1">
              <a:off x="5952000" y="4458511"/>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240" name="组合 239"/>
          <p:cNvGrpSpPr/>
          <p:nvPr/>
        </p:nvGrpSpPr>
        <p:grpSpPr>
          <a:xfrm>
            <a:off x="5751637" y="5196208"/>
            <a:ext cx="2134972" cy="1385676"/>
            <a:chOff x="5925809" y="5315365"/>
            <a:chExt cx="2134972" cy="1385676"/>
          </a:xfrm>
        </p:grpSpPr>
        <p:grpSp>
          <p:nvGrpSpPr>
            <p:cNvPr id="185" name="组合 184"/>
            <p:cNvGrpSpPr/>
            <p:nvPr/>
          </p:nvGrpSpPr>
          <p:grpSpPr>
            <a:xfrm>
              <a:off x="6215410" y="5315365"/>
              <a:ext cx="1845371" cy="432000"/>
              <a:chOff x="6508054" y="2824105"/>
              <a:chExt cx="1845371" cy="432000"/>
            </a:xfrm>
          </p:grpSpPr>
          <p:grpSp>
            <p:nvGrpSpPr>
              <p:cNvPr id="193" name="组合 192"/>
              <p:cNvGrpSpPr/>
              <p:nvPr/>
            </p:nvGrpSpPr>
            <p:grpSpPr>
              <a:xfrm>
                <a:off x="6796054" y="2824105"/>
                <a:ext cx="1557371" cy="432000"/>
                <a:chOff x="4715590" y="553243"/>
                <a:chExt cx="3312000" cy="432000"/>
              </a:xfrm>
            </p:grpSpPr>
            <p:sp>
              <p:nvSpPr>
                <p:cNvPr id="195"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第一次飞跃</a:t>
                  </a:r>
                </a:p>
              </p:txBody>
            </p:sp>
            <p:cxnSp>
              <p:nvCxnSpPr>
                <p:cNvPr id="196" name="直接连接符 195"/>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94" name="直接连接符 193"/>
              <p:cNvCxnSpPr/>
              <p:nvPr/>
            </p:nvCxnSpPr>
            <p:spPr>
              <a:xfrm flipH="1" flipV="1">
                <a:off x="6508054" y="3041385"/>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86" name="组合 185"/>
            <p:cNvGrpSpPr/>
            <p:nvPr/>
          </p:nvGrpSpPr>
          <p:grpSpPr>
            <a:xfrm>
              <a:off x="6215410" y="6269041"/>
              <a:ext cx="1845371" cy="432000"/>
              <a:chOff x="6508054" y="3828364"/>
              <a:chExt cx="1845371" cy="432000"/>
            </a:xfrm>
          </p:grpSpPr>
          <p:grpSp>
            <p:nvGrpSpPr>
              <p:cNvPr id="189" name="组合 188"/>
              <p:cNvGrpSpPr/>
              <p:nvPr/>
            </p:nvGrpSpPr>
            <p:grpSpPr>
              <a:xfrm>
                <a:off x="6796054" y="3828364"/>
                <a:ext cx="1557371" cy="432000"/>
                <a:chOff x="4715590" y="553243"/>
                <a:chExt cx="3312000" cy="432000"/>
              </a:xfrm>
            </p:grpSpPr>
            <p:sp>
              <p:nvSpPr>
                <p:cNvPr id="191"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无限发展总过程</a:t>
                  </a:r>
                </a:p>
              </p:txBody>
            </p:sp>
            <p:cxnSp>
              <p:nvCxnSpPr>
                <p:cNvPr id="192" name="直接连接符 191"/>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90" name="直接连接符 189"/>
              <p:cNvCxnSpPr/>
              <p:nvPr/>
            </p:nvCxnSpPr>
            <p:spPr>
              <a:xfrm flipH="1" flipV="1">
                <a:off x="6508054" y="4045644"/>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187" name="直接连接符 186"/>
            <p:cNvCxnSpPr/>
            <p:nvPr/>
          </p:nvCxnSpPr>
          <p:spPr>
            <a:xfrm>
              <a:off x="6215410" y="5532645"/>
              <a:ext cx="0" cy="95239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flipH="1" flipV="1">
              <a:off x="5925809" y="6008843"/>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97" name="组合 196"/>
            <p:cNvGrpSpPr/>
            <p:nvPr/>
          </p:nvGrpSpPr>
          <p:grpSpPr>
            <a:xfrm>
              <a:off x="6215410" y="5797835"/>
              <a:ext cx="1845371" cy="432000"/>
              <a:chOff x="6508054" y="3828364"/>
              <a:chExt cx="1845371" cy="432000"/>
            </a:xfrm>
          </p:grpSpPr>
          <p:grpSp>
            <p:nvGrpSpPr>
              <p:cNvPr id="198" name="组合 197"/>
              <p:cNvGrpSpPr/>
              <p:nvPr/>
            </p:nvGrpSpPr>
            <p:grpSpPr>
              <a:xfrm>
                <a:off x="6796054" y="3828364"/>
                <a:ext cx="1557371" cy="432000"/>
                <a:chOff x="4715590" y="553243"/>
                <a:chExt cx="3312000" cy="432000"/>
              </a:xfrm>
            </p:grpSpPr>
            <p:sp>
              <p:nvSpPr>
                <p:cNvPr id="200"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第二次飞跃</a:t>
                  </a:r>
                </a:p>
              </p:txBody>
            </p:sp>
            <p:cxnSp>
              <p:nvCxnSpPr>
                <p:cNvPr id="201" name="直接连接符 200"/>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99" name="直接连接符 198"/>
              <p:cNvCxnSpPr/>
              <p:nvPr/>
            </p:nvCxnSpPr>
            <p:spPr>
              <a:xfrm flipH="1" flipV="1">
                <a:off x="6508054" y="4045644"/>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cxnSp>
        <p:nvCxnSpPr>
          <p:cNvPr id="243" name="直接箭头连接符 242"/>
          <p:cNvCxnSpPr/>
          <p:nvPr/>
        </p:nvCxnSpPr>
        <p:spPr>
          <a:xfrm>
            <a:off x="5057583" y="1697872"/>
            <a:ext cx="0" cy="2040818"/>
          </a:xfrm>
          <a:prstGeom prst="straightConnector1">
            <a:avLst/>
          </a:prstGeom>
          <a:ln>
            <a:solidFill>
              <a:schemeClr val="bg1">
                <a:lumMod val="85000"/>
              </a:schemeClr>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44" name="直接箭头连接符 243"/>
          <p:cNvCxnSpPr/>
          <p:nvPr/>
        </p:nvCxnSpPr>
        <p:spPr>
          <a:xfrm>
            <a:off x="5071141" y="4489734"/>
            <a:ext cx="0" cy="1138474"/>
          </a:xfrm>
          <a:prstGeom prst="straightConnector1">
            <a:avLst/>
          </a:prstGeom>
          <a:ln>
            <a:solidFill>
              <a:schemeClr val="bg1">
                <a:lumMod val="85000"/>
              </a:schemeClr>
            </a:solidFill>
            <a:tailEnd type="triangle"/>
          </a:ln>
          <a:effectLst/>
        </p:spPr>
        <p:style>
          <a:lnRef idx="1">
            <a:schemeClr val="accent1"/>
          </a:lnRef>
          <a:fillRef idx="0">
            <a:schemeClr val="accent1"/>
          </a:fillRef>
          <a:effectRef idx="0">
            <a:schemeClr val="accent1"/>
          </a:effectRef>
          <a:fontRef idx="minor">
            <a:schemeClr val="tx1"/>
          </a:fontRef>
        </p:style>
      </p:cxnSp>
      <p:grpSp>
        <p:nvGrpSpPr>
          <p:cNvPr id="248" name="组合 247"/>
          <p:cNvGrpSpPr/>
          <p:nvPr/>
        </p:nvGrpSpPr>
        <p:grpSpPr>
          <a:xfrm>
            <a:off x="560373" y="354052"/>
            <a:ext cx="2524050" cy="400110"/>
            <a:chOff x="1131850" y="3079821"/>
            <a:chExt cx="2524050" cy="400110"/>
          </a:xfrm>
          <a:effectLst/>
        </p:grpSpPr>
        <p:sp>
          <p:nvSpPr>
            <p:cNvPr id="249" name="文本框 248"/>
            <p:cNvSpPr txBox="1"/>
            <p:nvPr/>
          </p:nvSpPr>
          <p:spPr>
            <a:xfrm>
              <a:off x="1383665" y="3079821"/>
              <a:ext cx="227223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第二章小结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1</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250" name="组合 249"/>
            <p:cNvGrpSpPr/>
            <p:nvPr/>
          </p:nvGrpSpPr>
          <p:grpSpPr>
            <a:xfrm>
              <a:off x="1131850" y="3158981"/>
              <a:ext cx="263338" cy="243183"/>
              <a:chOff x="1164218" y="3158981"/>
              <a:chExt cx="263338" cy="243183"/>
            </a:xfrm>
          </p:grpSpPr>
          <p:grpSp>
            <p:nvGrpSpPr>
              <p:cNvPr id="251" name="组合 250"/>
              <p:cNvGrpSpPr/>
              <p:nvPr/>
            </p:nvGrpSpPr>
            <p:grpSpPr>
              <a:xfrm>
                <a:off x="1164220" y="3158981"/>
                <a:ext cx="263336" cy="240802"/>
                <a:chOff x="1164220" y="3158981"/>
                <a:chExt cx="263336" cy="240802"/>
              </a:xfrm>
            </p:grpSpPr>
            <p:sp>
              <p:nvSpPr>
                <p:cNvPr id="253" name="平行四边形 252"/>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54" name="直角三角形 253"/>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55" name="平行四边形 254"/>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2" name="直角三角形 251"/>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组合 84"/>
          <p:cNvGrpSpPr/>
          <p:nvPr/>
        </p:nvGrpSpPr>
        <p:grpSpPr>
          <a:xfrm>
            <a:off x="5307294" y="360000"/>
            <a:ext cx="2696554" cy="707886"/>
            <a:chOff x="1131850" y="3079821"/>
            <a:chExt cx="1475815" cy="707886"/>
          </a:xfrm>
        </p:grpSpPr>
        <p:sp>
          <p:nvSpPr>
            <p:cNvPr id="86" name="文本框 85"/>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第二章</a:t>
              </a: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2</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87" name="组合 86"/>
            <p:cNvGrpSpPr/>
            <p:nvPr/>
          </p:nvGrpSpPr>
          <p:grpSpPr>
            <a:xfrm>
              <a:off x="1131850" y="3158981"/>
              <a:ext cx="263338" cy="243183"/>
              <a:chOff x="1164218" y="3158981"/>
              <a:chExt cx="263338" cy="243183"/>
            </a:xfrm>
          </p:grpSpPr>
          <p:grpSp>
            <p:nvGrpSpPr>
              <p:cNvPr id="88" name="组合 87"/>
              <p:cNvGrpSpPr/>
              <p:nvPr/>
            </p:nvGrpSpPr>
            <p:grpSpPr>
              <a:xfrm>
                <a:off x="1164220" y="3158981"/>
                <a:ext cx="263336" cy="240802"/>
                <a:chOff x="1164220" y="3158981"/>
                <a:chExt cx="263336" cy="240802"/>
              </a:xfrm>
            </p:grpSpPr>
            <p:sp>
              <p:nvSpPr>
                <p:cNvPr id="90" name="平行四边形 89"/>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1" name="直角三角形 90"/>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2" name="平行四边形 91"/>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89" name="直角三角形 88"/>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8" name="组合 7"/>
          <p:cNvGrpSpPr/>
          <p:nvPr/>
        </p:nvGrpSpPr>
        <p:grpSpPr>
          <a:xfrm flipH="1">
            <a:off x="7715872" y="1104684"/>
            <a:ext cx="288000" cy="2952250"/>
            <a:chOff x="5059335" y="5249125"/>
            <a:chExt cx="288000" cy="1048212"/>
          </a:xfrm>
        </p:grpSpPr>
        <p:cxnSp>
          <p:nvCxnSpPr>
            <p:cNvPr id="106" name="直接连接符 105"/>
            <p:cNvCxnSpPr/>
            <p:nvPr/>
          </p:nvCxnSpPr>
          <p:spPr>
            <a:xfrm flipH="1" flipV="1">
              <a:off x="5059335" y="524912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flipV="1">
              <a:off x="5059335" y="629733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5059335" y="5259926"/>
              <a:ext cx="0" cy="1037411"/>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10" name="组合 109"/>
          <p:cNvGrpSpPr/>
          <p:nvPr/>
        </p:nvGrpSpPr>
        <p:grpSpPr>
          <a:xfrm flipH="1">
            <a:off x="7701588" y="5051123"/>
            <a:ext cx="288000" cy="1114727"/>
            <a:chOff x="5059335" y="5247225"/>
            <a:chExt cx="288000" cy="1050112"/>
          </a:xfrm>
        </p:grpSpPr>
        <p:cxnSp>
          <p:nvCxnSpPr>
            <p:cNvPr id="111" name="直接连接符 110"/>
            <p:cNvCxnSpPr/>
            <p:nvPr/>
          </p:nvCxnSpPr>
          <p:spPr>
            <a:xfrm flipH="1" flipV="1">
              <a:off x="5059335" y="524912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flipV="1">
              <a:off x="5059335" y="629733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5059335" y="5247225"/>
              <a:ext cx="0" cy="105011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130" name="直接连接符 129"/>
          <p:cNvCxnSpPr>
            <a:cxnSpLocks/>
          </p:cNvCxnSpPr>
          <p:nvPr/>
        </p:nvCxnSpPr>
        <p:spPr>
          <a:xfrm flipH="1" flipV="1">
            <a:off x="6135462" y="109933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flipV="1">
            <a:off x="6135462" y="169085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32" name="组合 131"/>
          <p:cNvGrpSpPr/>
          <p:nvPr/>
        </p:nvGrpSpPr>
        <p:grpSpPr>
          <a:xfrm>
            <a:off x="6399751" y="883334"/>
            <a:ext cx="1301837" cy="432000"/>
            <a:chOff x="4715590" y="553243"/>
            <a:chExt cx="3312000" cy="432000"/>
          </a:xfrm>
        </p:grpSpPr>
        <p:sp>
          <p:nvSpPr>
            <p:cNvPr id="138"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真理观</a:t>
              </a:r>
            </a:p>
          </p:txBody>
        </p:sp>
        <p:cxnSp>
          <p:nvCxnSpPr>
            <p:cNvPr id="139" name="直接连接符 138"/>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3" name="组合 132"/>
          <p:cNvGrpSpPr/>
          <p:nvPr/>
        </p:nvGrpSpPr>
        <p:grpSpPr>
          <a:xfrm>
            <a:off x="6399751" y="1474854"/>
            <a:ext cx="1301837" cy="432000"/>
            <a:chOff x="4715590" y="1442898"/>
            <a:chExt cx="3312000" cy="432000"/>
          </a:xfrm>
        </p:grpSpPr>
        <p:sp>
          <p:nvSpPr>
            <p:cNvPr id="136"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真理</a:t>
              </a:r>
            </a:p>
          </p:txBody>
        </p:sp>
        <p:cxnSp>
          <p:nvCxnSpPr>
            <p:cNvPr id="137" name="直接连接符 136"/>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34" name="直接连接符 133"/>
          <p:cNvCxnSpPr/>
          <p:nvPr/>
        </p:nvCxnSpPr>
        <p:spPr>
          <a:xfrm>
            <a:off x="6135462" y="1099334"/>
            <a:ext cx="0" cy="295760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a:cxnSpLocks/>
          </p:cNvCxnSpPr>
          <p:nvPr/>
        </p:nvCxnSpPr>
        <p:spPr>
          <a:xfrm flipH="1" flipV="1">
            <a:off x="5333055" y="1689593"/>
            <a:ext cx="800366" cy="252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41" name="组合 140"/>
          <p:cNvGrpSpPr/>
          <p:nvPr/>
        </p:nvGrpSpPr>
        <p:grpSpPr>
          <a:xfrm>
            <a:off x="6406741" y="2066374"/>
            <a:ext cx="1294847" cy="432000"/>
            <a:chOff x="4715590" y="2188737"/>
            <a:chExt cx="3312000" cy="432000"/>
          </a:xfrm>
        </p:grpSpPr>
        <p:sp>
          <p:nvSpPr>
            <p:cNvPr id="153" name="îṣľîďê"/>
            <p:cNvSpPr/>
            <p:nvPr/>
          </p:nvSpPr>
          <p:spPr>
            <a:xfrm>
              <a:off x="4715590" y="2188737"/>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绝对性</a:t>
              </a:r>
            </a:p>
          </p:txBody>
        </p:sp>
        <p:cxnSp>
          <p:nvCxnSpPr>
            <p:cNvPr id="154" name="直接连接符 153"/>
            <p:cNvCxnSpPr/>
            <p:nvPr/>
          </p:nvCxnSpPr>
          <p:spPr>
            <a:xfrm>
              <a:off x="8027590" y="229673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2" name="组合 141"/>
          <p:cNvGrpSpPr/>
          <p:nvPr/>
        </p:nvGrpSpPr>
        <p:grpSpPr>
          <a:xfrm>
            <a:off x="6406741" y="2657894"/>
            <a:ext cx="1294847" cy="432000"/>
            <a:chOff x="4715590" y="2712843"/>
            <a:chExt cx="3312000" cy="432000"/>
          </a:xfrm>
        </p:grpSpPr>
        <p:sp>
          <p:nvSpPr>
            <p:cNvPr id="151" name="iṩ1ïḓé"/>
            <p:cNvSpPr/>
            <p:nvPr/>
          </p:nvSpPr>
          <p:spPr>
            <a:xfrm>
              <a:off x="4715590" y="27128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lgn="ct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相对性</a:t>
              </a:r>
            </a:p>
          </p:txBody>
        </p:sp>
        <p:cxnSp>
          <p:nvCxnSpPr>
            <p:cNvPr id="152" name="直接连接符 151"/>
            <p:cNvCxnSpPr/>
            <p:nvPr/>
          </p:nvCxnSpPr>
          <p:spPr>
            <a:xfrm>
              <a:off x="8027590" y="28208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3" name="组合 142"/>
          <p:cNvGrpSpPr/>
          <p:nvPr/>
        </p:nvGrpSpPr>
        <p:grpSpPr>
          <a:xfrm>
            <a:off x="6406741" y="3249414"/>
            <a:ext cx="1294847" cy="432000"/>
            <a:chOff x="4715590" y="3236949"/>
            <a:chExt cx="3312000" cy="432000"/>
          </a:xfrm>
        </p:grpSpPr>
        <p:sp>
          <p:nvSpPr>
            <p:cNvPr id="149"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实践标准</a:t>
              </a:r>
            </a:p>
          </p:txBody>
        </p:sp>
        <p:cxnSp>
          <p:nvCxnSpPr>
            <p:cNvPr id="150" name="直接连接符 149"/>
            <p:cNvCxnSpPr/>
            <p:nvPr/>
          </p:nvCxnSpPr>
          <p:spPr>
            <a:xfrm>
              <a:off x="8027590" y="334494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44" name="直接连接符 143"/>
          <p:cNvCxnSpPr/>
          <p:nvPr/>
        </p:nvCxnSpPr>
        <p:spPr>
          <a:xfrm flipH="1">
            <a:off x="6146092" y="2282374"/>
            <a:ext cx="249535"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flipH="1" flipV="1">
            <a:off x="6136205" y="287389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flipH="1" flipV="1">
            <a:off x="6136205" y="346541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a:xfrm flipH="1" flipV="1">
            <a:off x="6127678" y="509672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flipH="1" flipV="1">
            <a:off x="6127678" y="5574508"/>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flipH="1" flipV="1">
            <a:off x="6127678" y="614493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a:off x="6127678" y="5107526"/>
            <a:ext cx="0" cy="1037411"/>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flipH="1">
            <a:off x="5296399" y="5574508"/>
            <a:ext cx="832096"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79" name="组合 178"/>
          <p:cNvGrpSpPr/>
          <p:nvPr/>
        </p:nvGrpSpPr>
        <p:grpSpPr>
          <a:xfrm>
            <a:off x="6382815" y="4835126"/>
            <a:ext cx="1318773" cy="432000"/>
            <a:chOff x="4715590" y="4744092"/>
            <a:chExt cx="3312000" cy="432000"/>
          </a:xfrm>
        </p:grpSpPr>
        <p:sp>
          <p:nvSpPr>
            <p:cNvPr id="186" name="îṣľîďê"/>
            <p:cNvSpPr/>
            <p:nvPr/>
          </p:nvSpPr>
          <p:spPr>
            <a:xfrm>
              <a:off x="4715590" y="4744092"/>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价值观</a:t>
              </a:r>
            </a:p>
          </p:txBody>
        </p:sp>
        <p:cxnSp>
          <p:nvCxnSpPr>
            <p:cNvPr id="187" name="直接连接符 186"/>
            <p:cNvCxnSpPr/>
            <p:nvPr/>
          </p:nvCxnSpPr>
          <p:spPr>
            <a:xfrm>
              <a:off x="8027590" y="4852092"/>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180" name="组合 179"/>
          <p:cNvGrpSpPr/>
          <p:nvPr/>
        </p:nvGrpSpPr>
        <p:grpSpPr>
          <a:xfrm>
            <a:off x="6382815" y="5359232"/>
            <a:ext cx="1318773" cy="432000"/>
            <a:chOff x="4715590" y="5268198"/>
            <a:chExt cx="3312000" cy="432000"/>
          </a:xfrm>
        </p:grpSpPr>
        <p:sp>
          <p:nvSpPr>
            <p:cNvPr id="184" name="iṩ1ïḓé"/>
            <p:cNvSpPr/>
            <p:nvPr/>
          </p:nvSpPr>
          <p:spPr>
            <a:xfrm>
              <a:off x="4715590" y="52681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lgn="ct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含义与特征</a:t>
              </a:r>
            </a:p>
          </p:txBody>
        </p:sp>
        <p:cxnSp>
          <p:nvCxnSpPr>
            <p:cNvPr id="185" name="直接连接符 184"/>
            <p:cNvCxnSpPr/>
            <p:nvPr/>
          </p:nvCxnSpPr>
          <p:spPr>
            <a:xfrm>
              <a:off x="8027590" y="5376198"/>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181" name="组合 180"/>
          <p:cNvGrpSpPr/>
          <p:nvPr/>
        </p:nvGrpSpPr>
        <p:grpSpPr>
          <a:xfrm>
            <a:off x="6382815" y="5883338"/>
            <a:ext cx="1318773" cy="432000"/>
            <a:chOff x="4715590" y="5792304"/>
            <a:chExt cx="3312000" cy="432000"/>
          </a:xfrm>
        </p:grpSpPr>
        <p:sp>
          <p:nvSpPr>
            <p:cNvPr id="182" name="iṣḷîḓê"/>
            <p:cNvSpPr/>
            <p:nvPr/>
          </p:nvSpPr>
          <p:spPr>
            <a:xfrm>
              <a:off x="4715590" y="5792304"/>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价值评价</a:t>
              </a:r>
            </a:p>
          </p:txBody>
        </p:sp>
        <p:cxnSp>
          <p:nvCxnSpPr>
            <p:cNvPr id="183" name="直接连接符 182"/>
            <p:cNvCxnSpPr/>
            <p:nvPr/>
          </p:nvCxnSpPr>
          <p:spPr>
            <a:xfrm>
              <a:off x="8027590" y="5900304"/>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cxnSp>
        <p:nvCxnSpPr>
          <p:cNvPr id="189" name="直接连接符 188"/>
          <p:cNvCxnSpPr>
            <a:cxnSpLocks/>
          </p:cNvCxnSpPr>
          <p:nvPr/>
        </p:nvCxnSpPr>
        <p:spPr>
          <a:xfrm flipH="1" flipV="1">
            <a:off x="3356011" y="1690854"/>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flipH="1" flipV="1">
            <a:off x="3356011" y="557450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a:cxnSpLocks/>
          </p:cNvCxnSpPr>
          <p:nvPr/>
        </p:nvCxnSpPr>
        <p:spPr>
          <a:xfrm>
            <a:off x="3356011" y="1689593"/>
            <a:ext cx="0" cy="3891641"/>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a:xfrm flipH="1" flipV="1">
            <a:off x="2960827" y="3600915"/>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95" name="组合 194"/>
          <p:cNvGrpSpPr/>
          <p:nvPr/>
        </p:nvGrpSpPr>
        <p:grpSpPr>
          <a:xfrm>
            <a:off x="3644011" y="1276854"/>
            <a:ext cx="1685723" cy="828000"/>
            <a:chOff x="2073419" y="858311"/>
            <a:chExt cx="1685723" cy="828000"/>
          </a:xfrm>
        </p:grpSpPr>
        <p:sp>
          <p:nvSpPr>
            <p:cNvPr id="205" name="iṣ1ïḑé"/>
            <p:cNvSpPr/>
            <p:nvPr/>
          </p:nvSpPr>
          <p:spPr>
            <a:xfrm>
              <a:off x="2073419" y="858311"/>
              <a:ext cx="1685723"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真理尺度</a:t>
              </a:r>
            </a:p>
          </p:txBody>
        </p:sp>
        <p:cxnSp>
          <p:nvCxnSpPr>
            <p:cNvPr id="206" name="直接连接符 205"/>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98" name="组合 197"/>
          <p:cNvGrpSpPr/>
          <p:nvPr/>
        </p:nvGrpSpPr>
        <p:grpSpPr>
          <a:xfrm>
            <a:off x="3644011" y="5163712"/>
            <a:ext cx="1685723" cy="828000"/>
            <a:chOff x="2073419" y="910582"/>
            <a:chExt cx="1685723" cy="828000"/>
          </a:xfrm>
        </p:grpSpPr>
        <p:sp>
          <p:nvSpPr>
            <p:cNvPr id="199" name="iṣ1ïḑé"/>
            <p:cNvSpPr/>
            <p:nvPr/>
          </p:nvSpPr>
          <p:spPr>
            <a:xfrm>
              <a:off x="2073419" y="910582"/>
              <a:ext cx="1685723"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价值尺度</a:t>
              </a:r>
            </a:p>
          </p:txBody>
        </p:sp>
        <p:cxnSp>
          <p:nvCxnSpPr>
            <p:cNvPr id="200" name="直接连接符 199"/>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207" name="iṧļiḑe"/>
          <p:cNvSpPr/>
          <p:nvPr/>
        </p:nvSpPr>
        <p:spPr>
          <a:xfrm>
            <a:off x="2311877" y="2359973"/>
            <a:ext cx="648000" cy="2475154"/>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000" b="1" dirty="0">
                <a:solidFill>
                  <a:srgbClr val="E17751"/>
                </a:solidFill>
                <a:latin typeface="微软雅黑" panose="020B0503020204020204" pitchFamily="34" charset="-122"/>
                <a:ea typeface="微软雅黑" panose="020B0503020204020204" pitchFamily="34" charset="-122"/>
              </a:rPr>
              <a:t>认识活动</a:t>
            </a:r>
          </a:p>
        </p:txBody>
      </p:sp>
      <p:cxnSp>
        <p:nvCxnSpPr>
          <p:cNvPr id="98" name="直接连接符 97"/>
          <p:cNvCxnSpPr>
            <a:cxnSpLocks/>
          </p:cNvCxnSpPr>
          <p:nvPr/>
        </p:nvCxnSpPr>
        <p:spPr>
          <a:xfrm flipH="1" flipV="1">
            <a:off x="6146092" y="405693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6419907" y="3840934"/>
            <a:ext cx="1285287" cy="432000"/>
            <a:chOff x="5199164" y="3840934"/>
            <a:chExt cx="3321318" cy="432000"/>
          </a:xfrm>
        </p:grpSpPr>
        <p:sp>
          <p:nvSpPr>
            <p:cNvPr id="99" name="îṣľîďê"/>
            <p:cNvSpPr/>
            <p:nvPr/>
          </p:nvSpPr>
          <p:spPr>
            <a:xfrm>
              <a:off x="5199164" y="3840934"/>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真理与谬误</a:t>
              </a:r>
            </a:p>
          </p:txBody>
        </p:sp>
        <p:cxnSp>
          <p:nvCxnSpPr>
            <p:cNvPr id="103" name="直接连接符 102"/>
            <p:cNvCxnSpPr/>
            <p:nvPr/>
          </p:nvCxnSpPr>
          <p:spPr>
            <a:xfrm>
              <a:off x="8520482" y="3950565"/>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a:xfrm flipH="1">
            <a:off x="7989587" y="2588652"/>
            <a:ext cx="288000" cy="3019833"/>
            <a:chOff x="5059335" y="5249125"/>
            <a:chExt cx="288000" cy="1048212"/>
          </a:xfrm>
        </p:grpSpPr>
        <p:cxnSp>
          <p:nvCxnSpPr>
            <p:cNvPr id="120" name="直接连接符 119"/>
            <p:cNvCxnSpPr/>
            <p:nvPr/>
          </p:nvCxnSpPr>
          <p:spPr>
            <a:xfrm flipH="1">
              <a:off x="5059335" y="5249125"/>
              <a:ext cx="273735"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flipV="1">
              <a:off x="5059335" y="629733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5059335" y="5253177"/>
              <a:ext cx="0" cy="104416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208" name="直接连接符 207"/>
          <p:cNvCxnSpPr>
            <a:cxnSpLocks/>
          </p:cNvCxnSpPr>
          <p:nvPr/>
        </p:nvCxnSpPr>
        <p:spPr>
          <a:xfrm flipH="1" flipV="1">
            <a:off x="8277587" y="4098568"/>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210" name="组合 209"/>
          <p:cNvGrpSpPr/>
          <p:nvPr/>
        </p:nvGrpSpPr>
        <p:grpSpPr>
          <a:xfrm>
            <a:off x="8565586" y="3882568"/>
            <a:ext cx="1301837" cy="432000"/>
            <a:chOff x="4715590" y="1442898"/>
            <a:chExt cx="3312000" cy="432000"/>
          </a:xfrm>
        </p:grpSpPr>
        <p:sp>
          <p:nvSpPr>
            <p:cNvPr id="211"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统一</a:t>
              </a:r>
            </a:p>
          </p:txBody>
        </p:sp>
        <p:cxnSp>
          <p:nvCxnSpPr>
            <p:cNvPr id="212" name="直接连接符 211"/>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358093" y="457280"/>
            <a:ext cx="2460870" cy="400110"/>
            <a:chOff x="1131850" y="3079821"/>
            <a:chExt cx="1475815" cy="400110"/>
          </a:xfrm>
          <a:effectLst/>
        </p:grpSpPr>
        <p:sp>
          <p:nvSpPr>
            <p:cNvPr id="3" name="文本框 2"/>
            <p:cNvSpPr txBox="1"/>
            <p:nvPr/>
          </p:nvSpPr>
          <p:spPr>
            <a:xfrm>
              <a:off x="1383665" y="3079821"/>
              <a:ext cx="1224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第二章</a:t>
              </a: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3</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4" name="组合 3"/>
            <p:cNvGrpSpPr/>
            <p:nvPr/>
          </p:nvGrpSpPr>
          <p:grpSpPr>
            <a:xfrm>
              <a:off x="1131850" y="3158981"/>
              <a:ext cx="263338" cy="243183"/>
              <a:chOff x="1164218" y="3158981"/>
              <a:chExt cx="263338" cy="243183"/>
            </a:xfrm>
          </p:grpSpPr>
          <p:grpSp>
            <p:nvGrpSpPr>
              <p:cNvPr id="5" name="组合 4"/>
              <p:cNvGrpSpPr/>
              <p:nvPr/>
            </p:nvGrpSpPr>
            <p:grpSpPr>
              <a:xfrm>
                <a:off x="1164220" y="3158981"/>
                <a:ext cx="263336" cy="240802"/>
                <a:chOff x="1164220" y="3158981"/>
                <a:chExt cx="263336" cy="240802"/>
              </a:xfrm>
            </p:grpSpPr>
            <p:sp>
              <p:nvSpPr>
                <p:cNvPr id="7" name="平行四边形 6"/>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直角三角形 7"/>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平行四边形 8"/>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6" name="直角三角形 5"/>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13" name="组合 12">
            <a:extLst>
              <a:ext uri="{FF2B5EF4-FFF2-40B4-BE49-F238E27FC236}">
                <a16:creationId xmlns:a16="http://schemas.microsoft.com/office/drawing/2014/main" id="{9C905CD7-1594-32B5-39AB-4D60536FD392}"/>
              </a:ext>
            </a:extLst>
          </p:cNvPr>
          <p:cNvGrpSpPr/>
          <p:nvPr/>
        </p:nvGrpSpPr>
        <p:grpSpPr>
          <a:xfrm>
            <a:off x="717050" y="797126"/>
            <a:ext cx="10587462" cy="5462142"/>
            <a:chOff x="717050" y="785403"/>
            <a:chExt cx="10587462" cy="5462142"/>
          </a:xfrm>
        </p:grpSpPr>
        <p:grpSp>
          <p:nvGrpSpPr>
            <p:cNvPr id="127" name="组合 126"/>
            <p:cNvGrpSpPr/>
            <p:nvPr/>
          </p:nvGrpSpPr>
          <p:grpSpPr>
            <a:xfrm>
              <a:off x="5603243" y="3128932"/>
              <a:ext cx="684000" cy="2617616"/>
              <a:chOff x="1739268" y="1860518"/>
              <a:chExt cx="684000" cy="3223798"/>
            </a:xfrm>
          </p:grpSpPr>
          <p:cxnSp>
            <p:nvCxnSpPr>
              <p:cNvPr id="128" name="直接连接符 127"/>
              <p:cNvCxnSpPr/>
              <p:nvPr/>
            </p:nvCxnSpPr>
            <p:spPr>
              <a:xfrm flipH="1" flipV="1">
                <a:off x="2135268" y="186051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flipH="1" flipV="1">
                <a:off x="2135268" y="5084316"/>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2135268" y="1860518"/>
                <a:ext cx="0" cy="322379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flipV="1">
                <a:off x="1739268" y="3484929"/>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16" name="组合 115"/>
            <p:cNvGrpSpPr/>
            <p:nvPr/>
          </p:nvGrpSpPr>
          <p:grpSpPr>
            <a:xfrm>
              <a:off x="5600950" y="1458151"/>
              <a:ext cx="684000" cy="782929"/>
              <a:chOff x="1739268" y="1860518"/>
              <a:chExt cx="684000" cy="3223798"/>
            </a:xfrm>
          </p:grpSpPr>
          <p:cxnSp>
            <p:nvCxnSpPr>
              <p:cNvPr id="117" name="直接连接符 116"/>
              <p:cNvCxnSpPr/>
              <p:nvPr/>
            </p:nvCxnSpPr>
            <p:spPr>
              <a:xfrm flipH="1" flipV="1">
                <a:off x="2135268" y="186051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flipV="1">
                <a:off x="2135268" y="5084316"/>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2135268" y="1860518"/>
                <a:ext cx="0" cy="322379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flipV="1">
                <a:off x="1739268" y="3484929"/>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92" name="组合 91"/>
            <p:cNvGrpSpPr/>
            <p:nvPr/>
          </p:nvGrpSpPr>
          <p:grpSpPr>
            <a:xfrm>
              <a:off x="4018571" y="1844630"/>
              <a:ext cx="684000" cy="2608070"/>
              <a:chOff x="1739268" y="1860518"/>
              <a:chExt cx="684000" cy="3223798"/>
            </a:xfrm>
          </p:grpSpPr>
          <p:cxnSp>
            <p:nvCxnSpPr>
              <p:cNvPr id="93" name="直接连接符 92"/>
              <p:cNvCxnSpPr/>
              <p:nvPr/>
            </p:nvCxnSpPr>
            <p:spPr>
              <a:xfrm flipH="1" flipV="1">
                <a:off x="2135268" y="186051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flipV="1">
                <a:off x="2135268" y="5084316"/>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2135268" y="1860518"/>
                <a:ext cx="0" cy="322379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flipV="1">
                <a:off x="1739268" y="3484929"/>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1141303" y="2029911"/>
              <a:ext cx="683184" cy="3223798"/>
              <a:chOff x="1740084" y="1860518"/>
              <a:chExt cx="683184" cy="3223798"/>
            </a:xfrm>
          </p:grpSpPr>
          <p:cxnSp>
            <p:nvCxnSpPr>
              <p:cNvPr id="77" name="直接连接符 76"/>
              <p:cNvCxnSpPr/>
              <p:nvPr/>
            </p:nvCxnSpPr>
            <p:spPr>
              <a:xfrm flipH="1" flipV="1">
                <a:off x="2135268" y="186051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flipV="1">
                <a:off x="2135268" y="5084316"/>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2135268" y="1860518"/>
                <a:ext cx="0" cy="322379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flipV="1">
                <a:off x="1740084" y="3600915"/>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
          <p:nvSpPr>
            <p:cNvPr id="76" name="iṧļiḑe"/>
            <p:cNvSpPr/>
            <p:nvPr/>
          </p:nvSpPr>
          <p:spPr>
            <a:xfrm>
              <a:off x="717050" y="1770926"/>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000" b="1" dirty="0">
                  <a:solidFill>
                    <a:srgbClr val="E17751"/>
                  </a:solidFill>
                  <a:latin typeface="微软雅黑" panose="020B0503020204020204" pitchFamily="34" charset="-122"/>
                  <a:ea typeface="微软雅黑" panose="020B0503020204020204" pitchFamily="34" charset="-122"/>
                </a:rPr>
                <a:t>人</a:t>
              </a:r>
              <a:endParaRPr lang="en-US" altLang="zh-CN" sz="2000" b="1" dirty="0">
                <a:solidFill>
                  <a:srgbClr val="E17751"/>
                </a:solidFill>
                <a:latin typeface="微软雅黑" panose="020B0503020204020204" pitchFamily="34" charset="-122"/>
                <a:ea typeface="微软雅黑" panose="020B0503020204020204" pitchFamily="34" charset="-122"/>
              </a:endParaRPr>
            </a:p>
            <a:p>
              <a:pPr algn="ctr"/>
              <a:r>
                <a:rPr lang="zh-CN" altLang="en-US" sz="2000" b="1" dirty="0">
                  <a:solidFill>
                    <a:srgbClr val="E17751"/>
                  </a:solidFill>
                  <a:latin typeface="微软雅黑" panose="020B0503020204020204" pitchFamily="34" charset="-122"/>
                  <a:ea typeface="微软雅黑" panose="020B0503020204020204" pitchFamily="34" charset="-122"/>
                </a:rPr>
                <a:t>类</a:t>
              </a:r>
              <a:endParaRPr lang="en-US" altLang="zh-CN" sz="2000" b="1" dirty="0">
                <a:solidFill>
                  <a:srgbClr val="E17751"/>
                </a:solidFill>
                <a:latin typeface="微软雅黑" panose="020B0503020204020204" pitchFamily="34" charset="-122"/>
                <a:ea typeface="微软雅黑" panose="020B0503020204020204" pitchFamily="34" charset="-122"/>
              </a:endParaRPr>
            </a:p>
            <a:p>
              <a:pPr algn="ctr"/>
              <a:r>
                <a:rPr lang="zh-CN" altLang="en-US" sz="2000" b="1" dirty="0">
                  <a:solidFill>
                    <a:srgbClr val="E17751"/>
                  </a:solidFill>
                  <a:latin typeface="微软雅黑" panose="020B0503020204020204" pitchFamily="34" charset="-122"/>
                  <a:ea typeface="微软雅黑" panose="020B0503020204020204" pitchFamily="34" charset="-122"/>
                </a:rPr>
                <a:t>的</a:t>
              </a:r>
              <a:endParaRPr lang="en-US" altLang="zh-CN" sz="2000" b="1" dirty="0">
                <a:solidFill>
                  <a:srgbClr val="E17751"/>
                </a:solidFill>
                <a:latin typeface="微软雅黑" panose="020B0503020204020204" pitchFamily="34" charset="-122"/>
                <a:ea typeface="微软雅黑" panose="020B0503020204020204" pitchFamily="34" charset="-122"/>
              </a:endParaRPr>
            </a:p>
            <a:p>
              <a:pPr algn="ctr"/>
              <a:r>
                <a:rPr lang="zh-CN" altLang="en-US" sz="2000" b="1" dirty="0">
                  <a:solidFill>
                    <a:srgbClr val="E17751"/>
                  </a:solidFill>
                  <a:latin typeface="微软雅黑" panose="020B0503020204020204" pitchFamily="34" charset="-122"/>
                  <a:ea typeface="微软雅黑" panose="020B0503020204020204" pitchFamily="34" charset="-122"/>
                </a:rPr>
                <a:t>两</a:t>
              </a:r>
              <a:endParaRPr lang="en-US" altLang="zh-CN" sz="2000" b="1" dirty="0">
                <a:solidFill>
                  <a:srgbClr val="E17751"/>
                </a:solidFill>
                <a:latin typeface="微软雅黑" panose="020B0503020204020204" pitchFamily="34" charset="-122"/>
                <a:ea typeface="微软雅黑" panose="020B0503020204020204" pitchFamily="34" charset="-122"/>
              </a:endParaRPr>
            </a:p>
            <a:p>
              <a:pPr algn="ctr"/>
              <a:r>
                <a:rPr lang="zh-CN" altLang="en-US" sz="2000" b="1" dirty="0">
                  <a:solidFill>
                    <a:srgbClr val="E17751"/>
                  </a:solidFill>
                  <a:latin typeface="微软雅黑" panose="020B0503020204020204" pitchFamily="34" charset="-122"/>
                  <a:ea typeface="微软雅黑" panose="020B0503020204020204" pitchFamily="34" charset="-122"/>
                </a:rPr>
                <a:t>种</a:t>
              </a:r>
              <a:endParaRPr lang="en-US" altLang="zh-CN" sz="2000" b="1" dirty="0">
                <a:solidFill>
                  <a:srgbClr val="E17751"/>
                </a:solidFill>
                <a:latin typeface="微软雅黑" panose="020B0503020204020204" pitchFamily="34" charset="-122"/>
                <a:ea typeface="微软雅黑" panose="020B0503020204020204" pitchFamily="34" charset="-122"/>
              </a:endParaRPr>
            </a:p>
            <a:p>
              <a:pPr algn="ctr"/>
              <a:r>
                <a:rPr lang="zh-CN" altLang="en-US" sz="2000" b="1" dirty="0">
                  <a:solidFill>
                    <a:srgbClr val="E17751"/>
                  </a:solidFill>
                  <a:latin typeface="微软雅黑" panose="020B0503020204020204" pitchFamily="34" charset="-122"/>
                  <a:ea typeface="微软雅黑" panose="020B0503020204020204" pitchFamily="34" charset="-122"/>
                </a:rPr>
                <a:t>基本活动</a:t>
              </a:r>
            </a:p>
          </p:txBody>
        </p:sp>
        <p:grpSp>
          <p:nvGrpSpPr>
            <p:cNvPr id="44" name="组合 43"/>
            <p:cNvGrpSpPr/>
            <p:nvPr/>
          </p:nvGrpSpPr>
          <p:grpSpPr>
            <a:xfrm>
              <a:off x="1877340" y="3102592"/>
              <a:ext cx="537415" cy="1593316"/>
              <a:chOff x="1130821" y="3582981"/>
              <a:chExt cx="583440" cy="1787796"/>
            </a:xfrm>
            <a:effectLst/>
          </p:grpSpPr>
          <p:sp>
            <p:nvSpPr>
              <p:cNvPr id="45" name="箭头: 下 44"/>
              <p:cNvSpPr/>
              <p:nvPr/>
            </p:nvSpPr>
            <p:spPr>
              <a:xfrm>
                <a:off x="1130821" y="3582981"/>
                <a:ext cx="583440" cy="1787796"/>
              </a:xfrm>
              <a:prstGeom prst="downArrow">
                <a:avLst/>
              </a:prstGeom>
              <a:solidFill>
                <a:schemeClr val="bg1"/>
              </a:solidFill>
              <a:ln w="3175">
                <a:solidFill>
                  <a:srgbClr val="E177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46" name="文本框 45"/>
              <p:cNvSpPr txBox="1"/>
              <p:nvPr/>
            </p:nvSpPr>
            <p:spPr>
              <a:xfrm>
                <a:off x="1320024" y="3758055"/>
                <a:ext cx="209323" cy="1070565"/>
              </a:xfrm>
              <a:prstGeom prst="rect">
                <a:avLst/>
              </a:prstGeom>
              <a:noFill/>
            </p:spPr>
            <p:txBody>
              <a:bodyPr wrap="square" rtlCol="0">
                <a:spAutoFit/>
              </a:bodyPr>
              <a:lstStyle/>
              <a:p>
                <a:pPr algn="ctr"/>
                <a:r>
                  <a:rPr lang="zh-CN" altLang="en-US" sz="1400" dirty="0">
                    <a:solidFill>
                      <a:srgbClr val="C45A12"/>
                    </a:solidFill>
                    <a:latin typeface="微软雅黑" panose="020B0503020204020204" pitchFamily="34" charset="-122"/>
                    <a:ea typeface="微软雅黑" panose="020B0503020204020204" pitchFamily="34" charset="-122"/>
                  </a:rPr>
                  <a:t>相互促进</a:t>
                </a:r>
              </a:p>
            </p:txBody>
          </p:sp>
        </p:grpSp>
        <p:grpSp>
          <p:nvGrpSpPr>
            <p:cNvPr id="47" name="组合 46"/>
            <p:cNvGrpSpPr/>
            <p:nvPr/>
          </p:nvGrpSpPr>
          <p:grpSpPr>
            <a:xfrm>
              <a:off x="2275927" y="2475066"/>
              <a:ext cx="537415" cy="1599132"/>
              <a:chOff x="1881126" y="3314885"/>
              <a:chExt cx="583440" cy="1794322"/>
            </a:xfrm>
            <a:effectLst/>
          </p:grpSpPr>
          <p:sp>
            <p:nvSpPr>
              <p:cNvPr id="48" name="箭头: 下 47"/>
              <p:cNvSpPr/>
              <p:nvPr/>
            </p:nvSpPr>
            <p:spPr>
              <a:xfrm rot="10800000">
                <a:off x="1881126" y="3314885"/>
                <a:ext cx="583440" cy="1794322"/>
              </a:xfrm>
              <a:prstGeom prst="downArrow">
                <a:avLst/>
              </a:prstGeom>
              <a:solidFill>
                <a:schemeClr val="bg1"/>
              </a:solidFill>
              <a:ln w="3175">
                <a:solidFill>
                  <a:srgbClr val="E177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49" name="文本框 48"/>
              <p:cNvSpPr txBox="1"/>
              <p:nvPr/>
            </p:nvSpPr>
            <p:spPr>
              <a:xfrm>
                <a:off x="2078221" y="3910455"/>
                <a:ext cx="209323" cy="1070565"/>
              </a:xfrm>
              <a:prstGeom prst="rect">
                <a:avLst/>
              </a:prstGeom>
              <a:noFill/>
            </p:spPr>
            <p:txBody>
              <a:bodyPr wrap="square" rtlCol="0">
                <a:spAutoFit/>
              </a:bodyPr>
              <a:lstStyle/>
              <a:p>
                <a:pPr algn="ctr"/>
                <a:r>
                  <a:rPr lang="zh-CN" altLang="en-US" sz="1400" dirty="0">
                    <a:solidFill>
                      <a:srgbClr val="C45A12"/>
                    </a:solidFill>
                    <a:latin typeface="微软雅黑" panose="020B0503020204020204" pitchFamily="34" charset="-122"/>
                    <a:ea typeface="微软雅黑" panose="020B0503020204020204" pitchFamily="34" charset="-122"/>
                  </a:rPr>
                  <a:t>辩证统一</a:t>
                </a:r>
              </a:p>
            </p:txBody>
          </p:sp>
        </p:grpSp>
        <p:sp>
          <p:nvSpPr>
            <p:cNvPr id="60" name="右箭头 32"/>
            <p:cNvSpPr/>
            <p:nvPr/>
          </p:nvSpPr>
          <p:spPr>
            <a:xfrm>
              <a:off x="2803846" y="3045081"/>
              <a:ext cx="253312" cy="210099"/>
            </a:xfrm>
            <a:prstGeom prst="rightArrow">
              <a:avLst/>
            </a:prstGeom>
            <a:gradFill flip="none" rotWithShape="1">
              <a:gsLst>
                <a:gs pos="0">
                  <a:schemeClr val="bg1">
                    <a:lumMod val="75000"/>
                  </a:schemeClr>
                </a:gs>
                <a:gs pos="50000">
                  <a:schemeClr val="bg1">
                    <a:lumMod val="85000"/>
                  </a:schemeClr>
                </a:gs>
                <a:gs pos="100000">
                  <a:schemeClr val="bg1">
                    <a:lumMod val="9500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85" name="iṣ1ïḑé"/>
            <p:cNvSpPr/>
            <p:nvPr/>
          </p:nvSpPr>
          <p:spPr>
            <a:xfrm>
              <a:off x="1659384" y="1761606"/>
              <a:ext cx="1431663" cy="536249"/>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认识世界</a:t>
              </a:r>
            </a:p>
          </p:txBody>
        </p:sp>
        <p:sp>
          <p:nvSpPr>
            <p:cNvPr id="87" name="iṣ1ïḑé"/>
            <p:cNvSpPr/>
            <p:nvPr/>
          </p:nvSpPr>
          <p:spPr>
            <a:xfrm>
              <a:off x="1660478" y="4968876"/>
              <a:ext cx="1431663" cy="536249"/>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改造世界</a:t>
              </a:r>
            </a:p>
          </p:txBody>
        </p:sp>
        <p:sp>
          <p:nvSpPr>
            <p:cNvPr id="90" name="右箭头 32"/>
            <p:cNvSpPr/>
            <p:nvPr/>
          </p:nvSpPr>
          <p:spPr>
            <a:xfrm>
              <a:off x="3206460" y="5143288"/>
              <a:ext cx="253312" cy="210099"/>
            </a:xfrm>
            <a:prstGeom prst="rightArrow">
              <a:avLst/>
            </a:prstGeom>
            <a:gradFill flip="none" rotWithShape="1">
              <a:gsLst>
                <a:gs pos="0">
                  <a:schemeClr val="bg1">
                    <a:lumMod val="75000"/>
                  </a:schemeClr>
                </a:gs>
                <a:gs pos="50000">
                  <a:schemeClr val="bg1">
                    <a:lumMod val="85000"/>
                  </a:schemeClr>
                </a:gs>
                <a:gs pos="100000">
                  <a:schemeClr val="bg1">
                    <a:lumMod val="9500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nvGrpSpPr>
            <p:cNvPr id="98" name="组合 97"/>
            <p:cNvGrpSpPr/>
            <p:nvPr/>
          </p:nvGrpSpPr>
          <p:grpSpPr>
            <a:xfrm>
              <a:off x="3152557" y="2861717"/>
              <a:ext cx="1144621" cy="551774"/>
              <a:chOff x="2910450" y="3145330"/>
              <a:chExt cx="1144621" cy="551774"/>
            </a:xfrm>
          </p:grpSpPr>
          <p:sp>
            <p:nvSpPr>
              <p:cNvPr id="91" name="îṣľîďê"/>
              <p:cNvSpPr/>
              <p:nvPr/>
            </p:nvSpPr>
            <p:spPr>
              <a:xfrm>
                <a:off x="2910450" y="3145330"/>
                <a:ext cx="1141148" cy="551774"/>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解决主观与</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客观的矛盾</a:t>
                </a:r>
              </a:p>
            </p:txBody>
          </p:sp>
          <p:cxnSp>
            <p:nvCxnSpPr>
              <p:cNvPr id="97" name="直接连接符 96"/>
              <p:cNvCxnSpPr/>
              <p:nvPr/>
            </p:nvCxnSpPr>
            <p:spPr>
              <a:xfrm>
                <a:off x="4055071" y="3318030"/>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03" name="组合 102"/>
            <p:cNvGrpSpPr/>
            <p:nvPr/>
          </p:nvGrpSpPr>
          <p:grpSpPr>
            <a:xfrm>
              <a:off x="3392370" y="4429626"/>
              <a:ext cx="960592" cy="411396"/>
              <a:chOff x="2910450" y="3145330"/>
              <a:chExt cx="978988" cy="551774"/>
            </a:xfrm>
          </p:grpSpPr>
          <p:sp>
            <p:nvSpPr>
              <p:cNvPr id="104" name="îṣľîďê"/>
              <p:cNvSpPr/>
              <p:nvPr/>
            </p:nvSpPr>
            <p:spPr>
              <a:xfrm>
                <a:off x="2910450" y="3145330"/>
                <a:ext cx="978988" cy="551774"/>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主观世界</a:t>
                </a:r>
              </a:p>
            </p:txBody>
          </p:sp>
          <p:cxnSp>
            <p:nvCxnSpPr>
              <p:cNvPr id="105" name="直接连接符 104"/>
              <p:cNvCxnSpPr>
                <a:cxnSpLocks/>
              </p:cNvCxnSpPr>
              <p:nvPr/>
            </p:nvCxnSpPr>
            <p:spPr>
              <a:xfrm>
                <a:off x="3889438" y="3318030"/>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06" name="组合 105"/>
            <p:cNvGrpSpPr/>
            <p:nvPr/>
          </p:nvGrpSpPr>
          <p:grpSpPr>
            <a:xfrm>
              <a:off x="3392370" y="5836149"/>
              <a:ext cx="960592" cy="411396"/>
              <a:chOff x="2910450" y="3145330"/>
              <a:chExt cx="978988" cy="551774"/>
            </a:xfrm>
          </p:grpSpPr>
          <p:sp>
            <p:nvSpPr>
              <p:cNvPr id="107" name="îṣľîďê"/>
              <p:cNvSpPr/>
              <p:nvPr/>
            </p:nvSpPr>
            <p:spPr>
              <a:xfrm>
                <a:off x="2910450" y="3145330"/>
                <a:ext cx="978988" cy="551774"/>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客观世界</a:t>
                </a:r>
              </a:p>
            </p:txBody>
          </p:sp>
          <p:cxnSp>
            <p:nvCxnSpPr>
              <p:cNvPr id="108" name="直接连接符 107"/>
              <p:cNvCxnSpPr>
                <a:cxnSpLocks/>
              </p:cNvCxnSpPr>
              <p:nvPr/>
            </p:nvCxnSpPr>
            <p:spPr>
              <a:xfrm>
                <a:off x="3889438" y="3318030"/>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09" name="组合 108"/>
            <p:cNvGrpSpPr/>
            <p:nvPr/>
          </p:nvGrpSpPr>
          <p:grpSpPr>
            <a:xfrm>
              <a:off x="4539906" y="1518182"/>
              <a:ext cx="1332841" cy="652896"/>
              <a:chOff x="2551743" y="3256683"/>
              <a:chExt cx="1332841" cy="413357"/>
            </a:xfrm>
          </p:grpSpPr>
          <p:sp>
            <p:nvSpPr>
              <p:cNvPr id="110" name="îṣľîďê"/>
              <p:cNvSpPr/>
              <p:nvPr/>
            </p:nvSpPr>
            <p:spPr>
              <a:xfrm>
                <a:off x="2551743" y="3256683"/>
                <a:ext cx="1319539" cy="413357"/>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从必然王国</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走向自由王国</a:t>
                </a:r>
              </a:p>
            </p:txBody>
          </p:sp>
          <p:cxnSp>
            <p:nvCxnSpPr>
              <p:cNvPr id="111" name="直接连接符 110"/>
              <p:cNvCxnSpPr/>
              <p:nvPr/>
            </p:nvCxnSpPr>
            <p:spPr>
              <a:xfrm>
                <a:off x="3884584" y="335599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3" name="组合 112"/>
            <p:cNvGrpSpPr/>
            <p:nvPr/>
          </p:nvGrpSpPr>
          <p:grpSpPr>
            <a:xfrm>
              <a:off x="4541054" y="4243717"/>
              <a:ext cx="1332841" cy="403740"/>
              <a:chOff x="2551743" y="3414424"/>
              <a:chExt cx="1332841" cy="255615"/>
            </a:xfrm>
          </p:grpSpPr>
          <p:sp>
            <p:nvSpPr>
              <p:cNvPr id="114" name="îṣľîďê"/>
              <p:cNvSpPr/>
              <p:nvPr/>
            </p:nvSpPr>
            <p:spPr>
              <a:xfrm>
                <a:off x="2551743" y="3414424"/>
                <a:ext cx="1319539" cy="25561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创新</a:t>
                </a:r>
              </a:p>
            </p:txBody>
          </p:sp>
          <p:cxnSp>
            <p:nvCxnSpPr>
              <p:cNvPr id="115" name="直接连接符 114"/>
              <p:cNvCxnSpPr/>
              <p:nvPr/>
            </p:nvCxnSpPr>
            <p:spPr>
              <a:xfrm>
                <a:off x="3884584" y="3435664"/>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01" name="组合 200"/>
            <p:cNvGrpSpPr/>
            <p:nvPr/>
          </p:nvGrpSpPr>
          <p:grpSpPr>
            <a:xfrm>
              <a:off x="9151278" y="4156407"/>
              <a:ext cx="580335" cy="782929"/>
              <a:chOff x="1739268" y="1860518"/>
              <a:chExt cx="684000" cy="3223798"/>
            </a:xfrm>
          </p:grpSpPr>
          <p:cxnSp>
            <p:nvCxnSpPr>
              <p:cNvPr id="202" name="直接连接符 201"/>
              <p:cNvCxnSpPr/>
              <p:nvPr/>
            </p:nvCxnSpPr>
            <p:spPr>
              <a:xfrm flipH="1" flipV="1">
                <a:off x="2135268" y="186051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flipH="1" flipV="1">
                <a:off x="2135268" y="5084316"/>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a:xfrm>
                <a:off x="2135268" y="1860518"/>
                <a:ext cx="0" cy="322379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flipH="1" flipV="1">
                <a:off x="1739268" y="3484929"/>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68" name="组合 167"/>
            <p:cNvGrpSpPr/>
            <p:nvPr/>
          </p:nvGrpSpPr>
          <p:grpSpPr>
            <a:xfrm>
              <a:off x="7154690" y="1068102"/>
              <a:ext cx="844328" cy="782929"/>
              <a:chOff x="1739268" y="1860518"/>
              <a:chExt cx="684000" cy="3223798"/>
            </a:xfrm>
          </p:grpSpPr>
          <p:cxnSp>
            <p:nvCxnSpPr>
              <p:cNvPr id="169" name="直接连接符 168"/>
              <p:cNvCxnSpPr/>
              <p:nvPr/>
            </p:nvCxnSpPr>
            <p:spPr>
              <a:xfrm flipH="1" flipV="1">
                <a:off x="2135268" y="186051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flipH="1" flipV="1">
                <a:off x="2135268" y="5084316"/>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a:off x="2135268" y="1860518"/>
                <a:ext cx="0" cy="322379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flipH="1" flipV="1">
                <a:off x="1739268" y="3484929"/>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7346017" y="3827656"/>
              <a:ext cx="511248" cy="829636"/>
              <a:chOff x="4933146" y="2805974"/>
              <a:chExt cx="645934" cy="1345442"/>
            </a:xfrm>
            <a:gradFill>
              <a:gsLst>
                <a:gs pos="0">
                  <a:schemeClr val="bg1">
                    <a:lumMod val="95000"/>
                  </a:schemeClr>
                </a:gs>
                <a:gs pos="50200">
                  <a:schemeClr val="bg1">
                    <a:lumMod val="85000"/>
                  </a:schemeClr>
                </a:gs>
                <a:gs pos="100000">
                  <a:schemeClr val="bg1">
                    <a:lumMod val="75000"/>
                  </a:schemeClr>
                </a:gs>
              </a:gsLst>
              <a:lin ang="4800000" scaled="0"/>
            </a:gradFill>
            <a:effectLst/>
          </p:grpSpPr>
          <p:sp>
            <p:nvSpPr>
              <p:cNvPr id="23" name="右箭头 33"/>
              <p:cNvSpPr/>
              <p:nvPr/>
            </p:nvSpPr>
            <p:spPr>
              <a:xfrm>
                <a:off x="4987547" y="3732316"/>
                <a:ext cx="591533" cy="419100"/>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4" name="矩形 23"/>
              <p:cNvSpPr/>
              <p:nvPr/>
            </p:nvSpPr>
            <p:spPr>
              <a:xfrm>
                <a:off x="4933146" y="2805974"/>
                <a:ext cx="108804" cy="124605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grpSp>
        <p:grpSp>
          <p:nvGrpSpPr>
            <p:cNvPr id="121" name="组合 120"/>
            <p:cNvGrpSpPr/>
            <p:nvPr/>
          </p:nvGrpSpPr>
          <p:grpSpPr>
            <a:xfrm>
              <a:off x="6145672" y="1173950"/>
              <a:ext cx="1314644" cy="565397"/>
              <a:chOff x="2551743" y="3256683"/>
              <a:chExt cx="1166321" cy="413357"/>
            </a:xfrm>
          </p:grpSpPr>
          <p:sp>
            <p:nvSpPr>
              <p:cNvPr id="122" name="îṣľîďê"/>
              <p:cNvSpPr/>
              <p:nvPr/>
            </p:nvSpPr>
            <p:spPr>
              <a:xfrm>
                <a:off x="2551743" y="3256683"/>
                <a:ext cx="1166321" cy="413357"/>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马克思主义</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自由观</a:t>
                </a:r>
              </a:p>
            </p:txBody>
          </p:sp>
          <p:cxnSp>
            <p:nvCxnSpPr>
              <p:cNvPr id="123" name="直接连接符 122"/>
              <p:cNvCxnSpPr>
                <a:cxnSpLocks/>
              </p:cNvCxnSpPr>
              <p:nvPr/>
            </p:nvCxnSpPr>
            <p:spPr>
              <a:xfrm>
                <a:off x="3718064" y="3403532"/>
                <a:ext cx="0" cy="123234"/>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24" name="组合 123"/>
            <p:cNvGrpSpPr/>
            <p:nvPr/>
          </p:nvGrpSpPr>
          <p:grpSpPr>
            <a:xfrm>
              <a:off x="6145673" y="2042212"/>
              <a:ext cx="1314644" cy="376392"/>
              <a:chOff x="2551743" y="3394862"/>
              <a:chExt cx="1166321" cy="275178"/>
            </a:xfrm>
          </p:grpSpPr>
          <p:sp>
            <p:nvSpPr>
              <p:cNvPr id="125" name="îṣľîďê"/>
              <p:cNvSpPr/>
              <p:nvPr/>
            </p:nvSpPr>
            <p:spPr>
              <a:xfrm>
                <a:off x="2551743" y="3394862"/>
                <a:ext cx="1166321" cy="275178"/>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错误自由观</a:t>
                </a:r>
              </a:p>
            </p:txBody>
          </p:sp>
          <p:cxnSp>
            <p:nvCxnSpPr>
              <p:cNvPr id="126" name="直接连接符 125"/>
              <p:cNvCxnSpPr>
                <a:cxnSpLocks/>
              </p:cNvCxnSpPr>
              <p:nvPr/>
            </p:nvCxnSpPr>
            <p:spPr>
              <a:xfrm>
                <a:off x="3718064" y="3475856"/>
                <a:ext cx="0" cy="118358"/>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2" name="组合 131"/>
            <p:cNvGrpSpPr/>
            <p:nvPr/>
          </p:nvGrpSpPr>
          <p:grpSpPr>
            <a:xfrm>
              <a:off x="6157700" y="2917432"/>
              <a:ext cx="1259999" cy="3015900"/>
              <a:chOff x="3251144" y="4447788"/>
              <a:chExt cx="1020740" cy="3015900"/>
            </a:xfrm>
          </p:grpSpPr>
          <p:grpSp>
            <p:nvGrpSpPr>
              <p:cNvPr id="136" name="组合 135"/>
              <p:cNvGrpSpPr/>
              <p:nvPr/>
            </p:nvGrpSpPr>
            <p:grpSpPr>
              <a:xfrm>
                <a:off x="3251145" y="4447788"/>
                <a:ext cx="1020739" cy="411396"/>
                <a:chOff x="2902109" y="3145330"/>
                <a:chExt cx="1040284" cy="551774"/>
              </a:xfrm>
            </p:grpSpPr>
            <p:sp>
              <p:nvSpPr>
                <p:cNvPr id="140" name="îṣľîďê"/>
                <p:cNvSpPr/>
                <p:nvPr/>
              </p:nvSpPr>
              <p:spPr>
                <a:xfrm>
                  <a:off x="2902109" y="3145330"/>
                  <a:ext cx="1040284" cy="551774"/>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理论创新</a:t>
                  </a:r>
                </a:p>
              </p:txBody>
            </p:sp>
            <p:cxnSp>
              <p:nvCxnSpPr>
                <p:cNvPr id="141" name="直接连接符 140"/>
                <p:cNvCxnSpPr>
                  <a:cxnSpLocks/>
                </p:cNvCxnSpPr>
                <p:nvPr/>
              </p:nvCxnSpPr>
              <p:spPr>
                <a:xfrm>
                  <a:off x="3942392" y="3318030"/>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7" name="组合 136"/>
              <p:cNvGrpSpPr/>
              <p:nvPr/>
            </p:nvGrpSpPr>
            <p:grpSpPr>
              <a:xfrm>
                <a:off x="3251144" y="7052292"/>
                <a:ext cx="1020740" cy="411396"/>
                <a:chOff x="2910451" y="4869973"/>
                <a:chExt cx="1040288" cy="551774"/>
              </a:xfrm>
            </p:grpSpPr>
            <p:sp>
              <p:nvSpPr>
                <p:cNvPr id="138" name="îṣľîďê"/>
                <p:cNvSpPr/>
                <p:nvPr/>
              </p:nvSpPr>
              <p:spPr>
                <a:xfrm>
                  <a:off x="2910451" y="4869973"/>
                  <a:ext cx="1040288" cy="551774"/>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实践创新</a:t>
                  </a:r>
                </a:p>
              </p:txBody>
            </p:sp>
            <p:cxnSp>
              <p:nvCxnSpPr>
                <p:cNvPr id="139" name="直接连接符 138"/>
                <p:cNvCxnSpPr>
                  <a:cxnSpLocks/>
                </p:cNvCxnSpPr>
                <p:nvPr/>
              </p:nvCxnSpPr>
              <p:spPr>
                <a:xfrm>
                  <a:off x="3950737" y="504267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grpSp>
          <p:nvGrpSpPr>
            <p:cNvPr id="151" name="组合 150"/>
            <p:cNvGrpSpPr/>
            <p:nvPr/>
          </p:nvGrpSpPr>
          <p:grpSpPr>
            <a:xfrm>
              <a:off x="6236431" y="3906317"/>
              <a:ext cx="521978" cy="1462780"/>
              <a:chOff x="1130821" y="3582981"/>
              <a:chExt cx="583440" cy="1787796"/>
            </a:xfrm>
            <a:effectLst/>
          </p:grpSpPr>
          <p:sp>
            <p:nvSpPr>
              <p:cNvPr id="152" name="箭头: 下 44"/>
              <p:cNvSpPr/>
              <p:nvPr/>
            </p:nvSpPr>
            <p:spPr>
              <a:xfrm>
                <a:off x="1130821" y="3582981"/>
                <a:ext cx="583440" cy="1787796"/>
              </a:xfrm>
              <a:prstGeom prst="downArrow">
                <a:avLst/>
              </a:prstGeom>
              <a:solidFill>
                <a:schemeClr val="bg1"/>
              </a:solidFill>
              <a:ln w="3175">
                <a:solidFill>
                  <a:srgbClr val="E177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153" name="文本框 152"/>
              <p:cNvSpPr txBox="1"/>
              <p:nvPr/>
            </p:nvSpPr>
            <p:spPr>
              <a:xfrm>
                <a:off x="1320025" y="3758055"/>
                <a:ext cx="209323" cy="1166101"/>
              </a:xfrm>
              <a:prstGeom prst="rect">
                <a:avLst/>
              </a:prstGeom>
              <a:noFill/>
            </p:spPr>
            <p:txBody>
              <a:bodyPr wrap="square" rtlCol="0">
                <a:spAutoFit/>
              </a:bodyPr>
              <a:lstStyle/>
              <a:p>
                <a:pPr algn="ctr"/>
                <a:r>
                  <a:rPr lang="zh-CN" altLang="en-US" sz="1400" dirty="0">
                    <a:solidFill>
                      <a:srgbClr val="C45A12"/>
                    </a:solidFill>
                    <a:latin typeface="微软雅黑" panose="020B0503020204020204" pitchFamily="34" charset="-122"/>
                    <a:ea typeface="微软雅黑" panose="020B0503020204020204" pitchFamily="34" charset="-122"/>
                  </a:rPr>
                  <a:t>相互促进</a:t>
                </a:r>
              </a:p>
            </p:txBody>
          </p:sp>
        </p:grpSp>
        <p:grpSp>
          <p:nvGrpSpPr>
            <p:cNvPr id="154" name="组合 153"/>
            <p:cNvGrpSpPr/>
            <p:nvPr/>
          </p:nvGrpSpPr>
          <p:grpSpPr>
            <a:xfrm>
              <a:off x="6728446" y="3413491"/>
              <a:ext cx="521978" cy="1468119"/>
              <a:chOff x="1881126" y="3314885"/>
              <a:chExt cx="583440" cy="1794322"/>
            </a:xfrm>
            <a:effectLst/>
          </p:grpSpPr>
          <p:sp>
            <p:nvSpPr>
              <p:cNvPr id="155" name="箭头: 下 47"/>
              <p:cNvSpPr/>
              <p:nvPr/>
            </p:nvSpPr>
            <p:spPr>
              <a:xfrm rot="10800000">
                <a:off x="1881126" y="3314885"/>
                <a:ext cx="583440" cy="1794322"/>
              </a:xfrm>
              <a:prstGeom prst="downArrow">
                <a:avLst/>
              </a:prstGeom>
              <a:solidFill>
                <a:schemeClr val="bg1"/>
              </a:solidFill>
              <a:ln w="3175">
                <a:solidFill>
                  <a:srgbClr val="E177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156" name="文本框 155"/>
              <p:cNvSpPr txBox="1"/>
              <p:nvPr/>
            </p:nvSpPr>
            <p:spPr>
              <a:xfrm>
                <a:off x="2078221" y="3910455"/>
                <a:ext cx="209323" cy="1166101"/>
              </a:xfrm>
              <a:prstGeom prst="rect">
                <a:avLst/>
              </a:prstGeom>
              <a:noFill/>
            </p:spPr>
            <p:txBody>
              <a:bodyPr wrap="square" rtlCol="0">
                <a:spAutoFit/>
              </a:bodyPr>
              <a:lstStyle/>
              <a:p>
                <a:pPr algn="ctr"/>
                <a:r>
                  <a:rPr lang="zh-CN" altLang="en-US" sz="1400" dirty="0">
                    <a:solidFill>
                      <a:srgbClr val="C45A12"/>
                    </a:solidFill>
                    <a:latin typeface="微软雅黑" panose="020B0503020204020204" pitchFamily="34" charset="-122"/>
                    <a:ea typeface="微软雅黑" panose="020B0503020204020204" pitchFamily="34" charset="-122"/>
                  </a:rPr>
                  <a:t>辩证统一</a:t>
                </a:r>
              </a:p>
            </p:txBody>
          </p:sp>
        </p:grpSp>
        <p:sp>
          <p:nvSpPr>
            <p:cNvPr id="157" name="右箭头 32"/>
            <p:cNvSpPr/>
            <p:nvPr/>
          </p:nvSpPr>
          <p:spPr>
            <a:xfrm>
              <a:off x="7339806" y="3583896"/>
              <a:ext cx="301694" cy="210099"/>
            </a:xfrm>
            <a:prstGeom prst="rightArrow">
              <a:avLst/>
            </a:prstGeom>
            <a:gradFill flip="none" rotWithShape="1">
              <a:gsLst>
                <a:gs pos="0">
                  <a:schemeClr val="bg1">
                    <a:lumMod val="75000"/>
                  </a:schemeClr>
                </a:gs>
                <a:gs pos="50000">
                  <a:schemeClr val="bg1">
                    <a:lumMod val="85000"/>
                  </a:schemeClr>
                </a:gs>
                <a:gs pos="100000">
                  <a:schemeClr val="bg1">
                    <a:lumMod val="9500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grpSp>
          <p:nvGrpSpPr>
            <p:cNvPr id="173" name="组合 172"/>
            <p:cNvGrpSpPr/>
            <p:nvPr/>
          </p:nvGrpSpPr>
          <p:grpSpPr>
            <a:xfrm>
              <a:off x="7836634" y="785403"/>
              <a:ext cx="1332314" cy="565397"/>
              <a:chOff x="2551743" y="3256683"/>
              <a:chExt cx="1181997" cy="413357"/>
            </a:xfrm>
          </p:grpSpPr>
          <p:sp>
            <p:nvSpPr>
              <p:cNvPr id="174" name="îṣľîďê"/>
              <p:cNvSpPr/>
              <p:nvPr/>
            </p:nvSpPr>
            <p:spPr>
              <a:xfrm>
                <a:off x="2551743" y="3256683"/>
                <a:ext cx="1166321" cy="413357"/>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认识和利用</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必然</a:t>
                </a:r>
              </a:p>
            </p:txBody>
          </p:sp>
          <p:cxnSp>
            <p:nvCxnSpPr>
              <p:cNvPr id="175" name="直接连接符 174"/>
              <p:cNvCxnSpPr/>
              <p:nvPr/>
            </p:nvCxnSpPr>
            <p:spPr>
              <a:xfrm>
                <a:off x="3733740" y="3403532"/>
                <a:ext cx="0" cy="123234"/>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76" name="组合 175"/>
            <p:cNvGrpSpPr/>
            <p:nvPr/>
          </p:nvGrpSpPr>
          <p:grpSpPr>
            <a:xfrm>
              <a:off x="7872890" y="1494108"/>
              <a:ext cx="1332314" cy="565397"/>
              <a:chOff x="2551743" y="3256683"/>
              <a:chExt cx="1181997" cy="413357"/>
            </a:xfrm>
          </p:grpSpPr>
          <p:sp>
            <p:nvSpPr>
              <p:cNvPr id="177" name="îṣľîďê"/>
              <p:cNvSpPr/>
              <p:nvPr/>
            </p:nvSpPr>
            <p:spPr>
              <a:xfrm>
                <a:off x="2551743" y="3256683"/>
                <a:ext cx="1166321" cy="413357"/>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实现自由的</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三重含义</a:t>
                </a:r>
              </a:p>
            </p:txBody>
          </p:sp>
          <p:cxnSp>
            <p:nvCxnSpPr>
              <p:cNvPr id="178" name="直接连接符 177"/>
              <p:cNvCxnSpPr/>
              <p:nvPr/>
            </p:nvCxnSpPr>
            <p:spPr>
              <a:xfrm>
                <a:off x="3733740" y="3403532"/>
                <a:ext cx="0" cy="123234"/>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179" name="右箭头 32"/>
            <p:cNvSpPr/>
            <p:nvPr/>
          </p:nvSpPr>
          <p:spPr>
            <a:xfrm>
              <a:off x="9402980" y="1374813"/>
              <a:ext cx="312688" cy="210099"/>
            </a:xfrm>
            <a:prstGeom prst="rightArrow">
              <a:avLst/>
            </a:prstGeom>
            <a:gradFill flip="none" rotWithShape="1">
              <a:gsLst>
                <a:gs pos="0">
                  <a:schemeClr val="bg1">
                    <a:lumMod val="75000"/>
                  </a:schemeClr>
                </a:gs>
                <a:gs pos="50000">
                  <a:schemeClr val="bg1">
                    <a:lumMod val="85000"/>
                  </a:schemeClr>
                </a:gs>
                <a:gs pos="100000">
                  <a:schemeClr val="bg1">
                    <a:lumMod val="9500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grpSp>
          <p:nvGrpSpPr>
            <p:cNvPr id="186" name="组合 185"/>
            <p:cNvGrpSpPr/>
            <p:nvPr/>
          </p:nvGrpSpPr>
          <p:grpSpPr>
            <a:xfrm>
              <a:off x="9808412" y="818941"/>
              <a:ext cx="1332314" cy="565397"/>
              <a:chOff x="2551743" y="3256683"/>
              <a:chExt cx="1181997" cy="413357"/>
            </a:xfrm>
          </p:grpSpPr>
          <p:sp>
            <p:nvSpPr>
              <p:cNvPr id="187" name="îṣľîďê"/>
              <p:cNvSpPr/>
              <p:nvPr/>
            </p:nvSpPr>
            <p:spPr>
              <a:xfrm>
                <a:off x="2551743" y="3256683"/>
                <a:ext cx="1166321" cy="413357"/>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获得自由的</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条件</a:t>
                </a:r>
              </a:p>
            </p:txBody>
          </p:sp>
          <p:cxnSp>
            <p:nvCxnSpPr>
              <p:cNvPr id="188" name="直接连接符 187"/>
              <p:cNvCxnSpPr/>
              <p:nvPr/>
            </p:nvCxnSpPr>
            <p:spPr>
              <a:xfrm>
                <a:off x="3733740" y="3403532"/>
                <a:ext cx="0" cy="123234"/>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89" name="组合 188"/>
            <p:cNvGrpSpPr/>
            <p:nvPr/>
          </p:nvGrpSpPr>
          <p:grpSpPr>
            <a:xfrm>
              <a:off x="9844668" y="1527646"/>
              <a:ext cx="1320557" cy="565397"/>
              <a:chOff x="2551743" y="3256683"/>
              <a:chExt cx="1171566" cy="413357"/>
            </a:xfrm>
          </p:grpSpPr>
          <p:sp>
            <p:nvSpPr>
              <p:cNvPr id="190" name="îṣľîďê"/>
              <p:cNvSpPr/>
              <p:nvPr/>
            </p:nvSpPr>
            <p:spPr>
              <a:xfrm>
                <a:off x="2551743" y="3256683"/>
                <a:ext cx="1166321" cy="413357"/>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自由是具体的、历史的</a:t>
                </a:r>
              </a:p>
            </p:txBody>
          </p:sp>
          <p:cxnSp>
            <p:nvCxnSpPr>
              <p:cNvPr id="191" name="直接连接符 190"/>
              <p:cNvCxnSpPr/>
              <p:nvPr/>
            </p:nvCxnSpPr>
            <p:spPr>
              <a:xfrm>
                <a:off x="3723309" y="3403532"/>
                <a:ext cx="0" cy="123234"/>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95" name="组合 194"/>
            <p:cNvGrpSpPr/>
            <p:nvPr/>
          </p:nvGrpSpPr>
          <p:grpSpPr>
            <a:xfrm>
              <a:off x="7838347" y="3501555"/>
              <a:ext cx="1510401" cy="378000"/>
              <a:chOff x="2551743" y="3256683"/>
              <a:chExt cx="1181997" cy="413357"/>
            </a:xfrm>
          </p:grpSpPr>
          <p:sp>
            <p:nvSpPr>
              <p:cNvPr id="196" name="îṣľîďê"/>
              <p:cNvSpPr/>
              <p:nvPr/>
            </p:nvSpPr>
            <p:spPr>
              <a:xfrm>
                <a:off x="2551743" y="3256683"/>
                <a:ext cx="1166321" cy="413357"/>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科学的理论创新</a:t>
                </a:r>
              </a:p>
            </p:txBody>
          </p:sp>
          <p:cxnSp>
            <p:nvCxnSpPr>
              <p:cNvPr id="197" name="直接连接符 196"/>
              <p:cNvCxnSpPr/>
              <p:nvPr/>
            </p:nvCxnSpPr>
            <p:spPr>
              <a:xfrm>
                <a:off x="3733740" y="3403532"/>
                <a:ext cx="0" cy="123234"/>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98" name="组合 197"/>
            <p:cNvGrpSpPr/>
            <p:nvPr/>
          </p:nvGrpSpPr>
          <p:grpSpPr>
            <a:xfrm>
              <a:off x="7857265" y="4369816"/>
              <a:ext cx="1501993" cy="376392"/>
              <a:chOff x="2551743" y="3394862"/>
              <a:chExt cx="1175418" cy="275178"/>
            </a:xfrm>
          </p:grpSpPr>
          <p:sp>
            <p:nvSpPr>
              <p:cNvPr id="199" name="îṣľîďê"/>
              <p:cNvSpPr/>
              <p:nvPr/>
            </p:nvSpPr>
            <p:spPr>
              <a:xfrm>
                <a:off x="2551743" y="3394862"/>
                <a:ext cx="1166321" cy="275178"/>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两个条件</a:t>
                </a:r>
              </a:p>
            </p:txBody>
          </p:sp>
          <p:cxnSp>
            <p:nvCxnSpPr>
              <p:cNvPr id="200" name="直接连接符 199"/>
              <p:cNvCxnSpPr/>
              <p:nvPr/>
            </p:nvCxnSpPr>
            <p:spPr>
              <a:xfrm>
                <a:off x="3727161" y="3475856"/>
                <a:ext cx="0" cy="118358"/>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06" name="组合 205"/>
            <p:cNvGrpSpPr/>
            <p:nvPr/>
          </p:nvGrpSpPr>
          <p:grpSpPr>
            <a:xfrm>
              <a:off x="9619468" y="3882502"/>
              <a:ext cx="1685044" cy="565397"/>
              <a:chOff x="2551743" y="3256683"/>
              <a:chExt cx="1494929" cy="413357"/>
            </a:xfrm>
          </p:grpSpPr>
          <p:sp>
            <p:nvSpPr>
              <p:cNvPr id="207" name="îṣľîďê"/>
              <p:cNvSpPr/>
              <p:nvPr/>
            </p:nvSpPr>
            <p:spPr>
              <a:xfrm>
                <a:off x="2551743" y="3256683"/>
                <a:ext cx="1492394" cy="413357"/>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一切从实际出发，实事求是</a:t>
                </a:r>
              </a:p>
            </p:txBody>
          </p:sp>
          <p:cxnSp>
            <p:nvCxnSpPr>
              <p:cNvPr id="208" name="直接连接符 207"/>
              <p:cNvCxnSpPr/>
              <p:nvPr/>
            </p:nvCxnSpPr>
            <p:spPr>
              <a:xfrm>
                <a:off x="4046672" y="3403532"/>
                <a:ext cx="0" cy="123234"/>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a:off x="3387535" y="4914818"/>
              <a:ext cx="532242" cy="892488"/>
              <a:chOff x="999477" y="3314885"/>
              <a:chExt cx="608036" cy="2055892"/>
            </a:xfrm>
            <a:effectLst/>
          </p:grpSpPr>
          <p:sp>
            <p:nvSpPr>
              <p:cNvPr id="55" name="箭头: 下 54"/>
              <p:cNvSpPr/>
              <p:nvPr/>
            </p:nvSpPr>
            <p:spPr>
              <a:xfrm>
                <a:off x="999477" y="3314885"/>
                <a:ext cx="608036" cy="2055892"/>
              </a:xfrm>
              <a:prstGeom prst="downArrow">
                <a:avLst/>
              </a:prstGeom>
              <a:solidFill>
                <a:schemeClr val="bg1"/>
              </a:solidFill>
              <a:ln w="3175">
                <a:solidFill>
                  <a:srgbClr val="E177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56" name="文本框 55"/>
              <p:cNvSpPr txBox="1"/>
              <p:nvPr/>
            </p:nvSpPr>
            <p:spPr>
              <a:xfrm>
                <a:off x="1198053" y="3378732"/>
                <a:ext cx="209322" cy="1866805"/>
              </a:xfrm>
              <a:prstGeom prst="rect">
                <a:avLst/>
              </a:prstGeom>
              <a:noFill/>
              <a:ln>
                <a:noFill/>
              </a:ln>
            </p:spPr>
            <p:txBody>
              <a:bodyPr wrap="square" rtlCol="0">
                <a:spAutoFit/>
              </a:bodyPr>
              <a:lstStyle/>
              <a:p>
                <a:pPr algn="ctr"/>
                <a:r>
                  <a:rPr lang="zh-CN" altLang="en-US" sz="1200" dirty="0">
                    <a:solidFill>
                      <a:srgbClr val="C45A12"/>
                    </a:solidFill>
                    <a:latin typeface="微软雅黑" panose="020B0503020204020204" pitchFamily="34" charset="-122"/>
                    <a:ea typeface="微软雅黑" panose="020B0503020204020204" pitchFamily="34" charset="-122"/>
                  </a:rPr>
                  <a:t>相辅相成</a:t>
                </a:r>
              </a:p>
            </p:txBody>
          </p:sp>
        </p:grpSp>
        <p:grpSp>
          <p:nvGrpSpPr>
            <p:cNvPr id="57" name="组合 56"/>
            <p:cNvGrpSpPr/>
            <p:nvPr/>
          </p:nvGrpSpPr>
          <p:grpSpPr>
            <a:xfrm rot="10800000">
              <a:off x="3818088" y="4892138"/>
              <a:ext cx="534874" cy="909447"/>
              <a:chOff x="1220739" y="3304910"/>
              <a:chExt cx="611044" cy="2065867"/>
            </a:xfrm>
            <a:effectLst/>
          </p:grpSpPr>
          <p:sp>
            <p:nvSpPr>
              <p:cNvPr id="58" name="箭头: 下 57"/>
              <p:cNvSpPr/>
              <p:nvPr/>
            </p:nvSpPr>
            <p:spPr>
              <a:xfrm>
                <a:off x="1220739" y="3314885"/>
                <a:ext cx="611044" cy="2055892"/>
              </a:xfrm>
              <a:prstGeom prst="downArrow">
                <a:avLst/>
              </a:prstGeom>
              <a:solidFill>
                <a:schemeClr val="bg1"/>
              </a:solidFill>
              <a:ln w="3175">
                <a:solidFill>
                  <a:srgbClr val="C45A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sp>
            <p:nvSpPr>
              <p:cNvPr id="59" name="文本框 58"/>
              <p:cNvSpPr txBox="1"/>
              <p:nvPr/>
            </p:nvSpPr>
            <p:spPr>
              <a:xfrm rot="10800000">
                <a:off x="1420072" y="3304910"/>
                <a:ext cx="209322" cy="1866805"/>
              </a:xfrm>
              <a:prstGeom prst="rect">
                <a:avLst/>
              </a:prstGeom>
              <a:noFill/>
            </p:spPr>
            <p:txBody>
              <a:bodyPr wrap="square" rtlCol="0">
                <a:spAutoFit/>
              </a:bodyPr>
              <a:lstStyle/>
              <a:p>
                <a:pPr algn="ctr"/>
                <a:r>
                  <a:rPr lang="zh-CN" altLang="en-US" sz="1200" dirty="0">
                    <a:solidFill>
                      <a:srgbClr val="C45A12"/>
                    </a:solidFill>
                    <a:latin typeface="微软雅黑" panose="020B0503020204020204" pitchFamily="34" charset="-122"/>
                    <a:ea typeface="微软雅黑" panose="020B0503020204020204" pitchFamily="34" charset="-122"/>
                  </a:rPr>
                  <a:t>相互促进</a:t>
                </a:r>
              </a:p>
            </p:txBody>
          </p:sp>
        </p:grpSp>
        <p:grpSp>
          <p:nvGrpSpPr>
            <p:cNvPr id="10" name="组合 9">
              <a:extLst>
                <a:ext uri="{FF2B5EF4-FFF2-40B4-BE49-F238E27FC236}">
                  <a16:creationId xmlns:a16="http://schemas.microsoft.com/office/drawing/2014/main" id="{D0C16C81-A7FA-21EC-CF06-63DC5F795B92}"/>
                </a:ext>
              </a:extLst>
            </p:cNvPr>
            <p:cNvGrpSpPr/>
            <p:nvPr/>
          </p:nvGrpSpPr>
          <p:grpSpPr>
            <a:xfrm>
              <a:off x="9619468" y="4656338"/>
              <a:ext cx="1685044" cy="565397"/>
              <a:chOff x="2551743" y="3256683"/>
              <a:chExt cx="1494929" cy="413357"/>
            </a:xfrm>
          </p:grpSpPr>
          <p:sp>
            <p:nvSpPr>
              <p:cNvPr id="11" name="îṣľîďê">
                <a:extLst>
                  <a:ext uri="{FF2B5EF4-FFF2-40B4-BE49-F238E27FC236}">
                    <a16:creationId xmlns:a16="http://schemas.microsoft.com/office/drawing/2014/main" id="{0439CE07-0528-5042-91FB-615DECCA0AA5}"/>
                  </a:ext>
                </a:extLst>
              </p:cNvPr>
              <p:cNvSpPr/>
              <p:nvPr/>
            </p:nvSpPr>
            <p:spPr>
              <a:xfrm>
                <a:off x="2551743" y="3256683"/>
                <a:ext cx="1492394" cy="413357"/>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4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理论创新与实践</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4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创新良性互动</a:t>
                </a:r>
              </a:p>
            </p:txBody>
          </p:sp>
          <p:cxnSp>
            <p:nvCxnSpPr>
              <p:cNvPr id="12" name="直接连接符 11">
                <a:extLst>
                  <a:ext uri="{FF2B5EF4-FFF2-40B4-BE49-F238E27FC236}">
                    <a16:creationId xmlns:a16="http://schemas.microsoft.com/office/drawing/2014/main" id="{A83D6C5A-29BE-C7A1-3AA5-10B6E31E43F0}"/>
                  </a:ext>
                </a:extLst>
              </p:cNvPr>
              <p:cNvCxnSpPr/>
              <p:nvPr/>
            </p:nvCxnSpPr>
            <p:spPr>
              <a:xfrm>
                <a:off x="4046672" y="3403532"/>
                <a:ext cx="0" cy="123234"/>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6960746" y="2259703"/>
            <a:ext cx="4112255" cy="973278"/>
            <a:chOff x="8243051" y="1269636"/>
            <a:chExt cx="3503717" cy="973278"/>
          </a:xfrm>
        </p:grpSpPr>
        <p:grpSp>
          <p:nvGrpSpPr>
            <p:cNvPr id="12" name="组合 11"/>
            <p:cNvGrpSpPr/>
            <p:nvPr/>
          </p:nvGrpSpPr>
          <p:grpSpPr>
            <a:xfrm>
              <a:off x="8254768" y="1269636"/>
              <a:ext cx="3492000" cy="432000"/>
              <a:chOff x="8317280" y="1032800"/>
              <a:chExt cx="3492000" cy="432000"/>
            </a:xfrm>
            <a:effectLst>
              <a:outerShdw blurRad="76200" dir="18900000" sy="23000" kx="-1200000" algn="bl" rotWithShape="0">
                <a:prstClr val="black">
                  <a:alpha val="20000"/>
                </a:prstClr>
              </a:outerShdw>
            </a:effectLst>
          </p:grpSpPr>
          <p:sp>
            <p:nvSpPr>
              <p:cNvPr id="106" name="iṩ1ïḓé"/>
              <p:cNvSpPr/>
              <p:nvPr/>
            </p:nvSpPr>
            <p:spPr>
              <a:xfrm>
                <a:off x="8317280" y="1032800"/>
                <a:ext cx="3492000"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buClr>
                    <a:srgbClr val="C00000"/>
                  </a:buClr>
                  <a:buSzPct val="80000"/>
                </a:pPr>
                <a:r>
                  <a:rPr lang="zh-CN" altLang="zh-CN" sz="1400" dirty="0">
                    <a:solidFill>
                      <a:schemeClr val="tx1">
                        <a:lumMod val="95000"/>
                        <a:lumOff val="5000"/>
                      </a:schemeClr>
                    </a:solidFill>
                    <a:latin typeface="微软雅黑" panose="020B0503020204020204" charset="-122"/>
                    <a:ea typeface="微软雅黑" panose="020B0503020204020204" charset="-122"/>
                  </a:rPr>
                  <a:t>生产力与生产关系的矛盾运动及其规律</a:t>
                </a:r>
              </a:p>
            </p:txBody>
          </p:sp>
          <p:cxnSp>
            <p:nvCxnSpPr>
              <p:cNvPr id="107" name="直接连接符 106"/>
              <p:cNvCxnSpPr/>
              <p:nvPr/>
            </p:nvCxnSpPr>
            <p:spPr>
              <a:xfrm>
                <a:off x="11797563" y="1140800"/>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8243051" y="1810914"/>
              <a:ext cx="3492000" cy="432000"/>
              <a:chOff x="8305563" y="1627351"/>
              <a:chExt cx="3492000" cy="432000"/>
            </a:xfrm>
            <a:effectLst>
              <a:outerShdw blurRad="76200" dir="18900000" sy="23000" kx="-1200000" algn="bl" rotWithShape="0">
                <a:prstClr val="black">
                  <a:alpha val="20000"/>
                </a:prstClr>
              </a:outerShdw>
            </a:effectLst>
          </p:grpSpPr>
          <p:sp>
            <p:nvSpPr>
              <p:cNvPr id="109" name="iṣḷîḓê"/>
              <p:cNvSpPr/>
              <p:nvPr/>
            </p:nvSpPr>
            <p:spPr>
              <a:xfrm>
                <a:off x="8305563" y="1627351"/>
                <a:ext cx="3492000"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经济基础与上层建筑的矛盾运动及其规律</a:t>
                </a:r>
              </a:p>
            </p:txBody>
          </p:sp>
          <p:cxnSp>
            <p:nvCxnSpPr>
              <p:cNvPr id="111" name="直接连接符 110"/>
              <p:cNvCxnSpPr/>
              <p:nvPr/>
            </p:nvCxnSpPr>
            <p:spPr>
              <a:xfrm>
                <a:off x="11797563" y="173535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cxnSp>
        <p:nvCxnSpPr>
          <p:cNvPr id="79" name="直接连接符 78"/>
          <p:cNvCxnSpPr>
            <a:cxnSpLocks/>
          </p:cNvCxnSpPr>
          <p:nvPr/>
        </p:nvCxnSpPr>
        <p:spPr>
          <a:xfrm flipH="1">
            <a:off x="2583705" y="1393577"/>
            <a:ext cx="209307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a:cxnSpLocks/>
          </p:cNvCxnSpPr>
          <p:nvPr/>
        </p:nvCxnSpPr>
        <p:spPr>
          <a:xfrm flipH="1">
            <a:off x="2583705" y="2768588"/>
            <a:ext cx="286216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cxnSpLocks/>
          </p:cNvCxnSpPr>
          <p:nvPr/>
        </p:nvCxnSpPr>
        <p:spPr>
          <a:xfrm flipH="1">
            <a:off x="2583705" y="4085142"/>
            <a:ext cx="3037724"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a:cxnSpLocks/>
          </p:cNvCxnSpPr>
          <p:nvPr/>
        </p:nvCxnSpPr>
        <p:spPr>
          <a:xfrm flipH="1">
            <a:off x="2583705" y="5755443"/>
            <a:ext cx="3026203"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2583704" y="1393577"/>
            <a:ext cx="0" cy="43618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flipV="1">
            <a:off x="2188520" y="3574510"/>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85" name="组合 84"/>
          <p:cNvGrpSpPr/>
          <p:nvPr/>
        </p:nvGrpSpPr>
        <p:grpSpPr>
          <a:xfrm>
            <a:off x="2871703" y="981306"/>
            <a:ext cx="3021095" cy="828000"/>
            <a:chOff x="2073418" y="858311"/>
            <a:chExt cx="3021095" cy="828000"/>
          </a:xfrm>
        </p:grpSpPr>
        <p:sp>
          <p:nvSpPr>
            <p:cNvPr id="96" name="iṣ1ïḑé"/>
            <p:cNvSpPr/>
            <p:nvPr/>
          </p:nvSpPr>
          <p:spPr>
            <a:xfrm>
              <a:off x="2073418" y="858311"/>
              <a:ext cx="3021095"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dirty="0">
                  <a:solidFill>
                    <a:schemeClr val="tx1">
                      <a:lumMod val="85000"/>
                      <a:lumOff val="15000"/>
                    </a:schemeClr>
                  </a:solidFill>
                  <a:latin typeface="微软雅黑" panose="020B0503020204020204" charset="-122"/>
                  <a:ea typeface="微软雅黑" panose="020B0503020204020204" charset="-122"/>
                </a:rPr>
                <a:t>为什么说唯物史观是“唯一科学的历史观</a:t>
              </a:r>
              <a:r>
                <a:rPr lang="en-US" altLang="zh-CN" sz="1600" dirty="0">
                  <a:solidFill>
                    <a:schemeClr val="tx1">
                      <a:lumMod val="85000"/>
                      <a:lumOff val="15000"/>
                    </a:schemeClr>
                  </a:solidFill>
                  <a:latin typeface="微软雅黑" panose="020B0503020204020204" charset="-122"/>
                  <a:ea typeface="微软雅黑" panose="020B0503020204020204" charset="-122"/>
                </a:rPr>
                <a:t>”</a:t>
              </a:r>
              <a:endParaRPr lang="zh-CN" altLang="en-US" sz="1600" dirty="0">
                <a:solidFill>
                  <a:schemeClr val="tx1">
                    <a:lumMod val="85000"/>
                    <a:lumOff val="15000"/>
                  </a:schemeClr>
                </a:solidFill>
                <a:latin typeface="微软雅黑" panose="020B0503020204020204" charset="-122"/>
                <a:ea typeface="微软雅黑" panose="020B0503020204020204" charset="-122"/>
              </a:endParaRPr>
            </a:p>
          </p:txBody>
        </p:sp>
        <p:cxnSp>
          <p:nvCxnSpPr>
            <p:cNvPr id="97" name="直接连接符 96"/>
            <p:cNvCxnSpPr/>
            <p:nvPr/>
          </p:nvCxnSpPr>
          <p:spPr>
            <a:xfrm>
              <a:off x="2076838" y="966311"/>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grpSp>
        <p:nvGrpSpPr>
          <p:cNvPr id="86" name="组合 85"/>
          <p:cNvGrpSpPr/>
          <p:nvPr/>
        </p:nvGrpSpPr>
        <p:grpSpPr>
          <a:xfrm>
            <a:off x="2871703" y="2354588"/>
            <a:ext cx="3016271" cy="828000"/>
            <a:chOff x="2073418" y="910582"/>
            <a:chExt cx="3016271" cy="828000"/>
          </a:xfrm>
        </p:grpSpPr>
        <p:sp>
          <p:nvSpPr>
            <p:cNvPr id="94" name="iṣ1ïḑé"/>
            <p:cNvSpPr/>
            <p:nvPr/>
          </p:nvSpPr>
          <p:spPr>
            <a:xfrm>
              <a:off x="2073418" y="910582"/>
              <a:ext cx="3016271"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dirty="0">
                  <a:solidFill>
                    <a:schemeClr val="tx1">
                      <a:lumMod val="85000"/>
                      <a:lumOff val="15000"/>
                    </a:schemeClr>
                  </a:solidFill>
                  <a:latin typeface="微软雅黑" panose="020B0503020204020204" charset="-122"/>
                  <a:ea typeface="微软雅黑" panose="020B0503020204020204" charset="-122"/>
                </a:rPr>
                <a:t>打开人类社会“历史之谜”的钥匙是什么</a:t>
              </a:r>
              <a:endParaRPr lang="en-US" altLang="zh-CN" sz="1600" dirty="0">
                <a:solidFill>
                  <a:schemeClr val="tx1">
                    <a:lumMod val="85000"/>
                    <a:lumOff val="15000"/>
                  </a:schemeClr>
                </a:solidFill>
                <a:latin typeface="微软雅黑" panose="020B0503020204020204" charset="-122"/>
                <a:ea typeface="微软雅黑" panose="020B0503020204020204" charset="-122"/>
              </a:endParaRPr>
            </a:p>
          </p:txBody>
        </p:sp>
        <p:cxnSp>
          <p:nvCxnSpPr>
            <p:cNvPr id="95" name="直接连接符 94"/>
            <p:cNvCxnSpPr/>
            <p:nvPr/>
          </p:nvCxnSpPr>
          <p:spPr>
            <a:xfrm>
              <a:off x="2076838" y="1018582"/>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grpSp>
        <p:nvGrpSpPr>
          <p:cNvPr id="87" name="组合 86"/>
          <p:cNvGrpSpPr/>
          <p:nvPr/>
        </p:nvGrpSpPr>
        <p:grpSpPr>
          <a:xfrm>
            <a:off x="2871704" y="3637755"/>
            <a:ext cx="2993374" cy="828000"/>
            <a:chOff x="2073419" y="910582"/>
            <a:chExt cx="2993374" cy="828000"/>
          </a:xfrm>
        </p:grpSpPr>
        <p:sp>
          <p:nvSpPr>
            <p:cNvPr id="92" name="iṣ1ïḑé"/>
            <p:cNvSpPr/>
            <p:nvPr/>
          </p:nvSpPr>
          <p:spPr>
            <a:xfrm>
              <a:off x="2073419" y="910582"/>
              <a:ext cx="2993374"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dirty="0">
                  <a:solidFill>
                    <a:schemeClr val="tx1">
                      <a:lumMod val="85000"/>
                      <a:lumOff val="15000"/>
                    </a:schemeClr>
                  </a:solidFill>
                  <a:latin typeface="微软雅黑" panose="020B0503020204020204" charset="-122"/>
                  <a:ea typeface="微软雅黑" panose="020B0503020204020204" charset="-122"/>
                </a:rPr>
                <a:t>世界历史如何形成和发展</a:t>
              </a:r>
            </a:p>
          </p:txBody>
        </p:sp>
        <p:cxnSp>
          <p:nvCxnSpPr>
            <p:cNvPr id="93" name="直接连接符 92"/>
            <p:cNvCxnSpPr/>
            <p:nvPr/>
          </p:nvCxnSpPr>
          <p:spPr>
            <a:xfrm>
              <a:off x="2076838" y="1018582"/>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grpSp>
        <p:nvGrpSpPr>
          <p:cNvPr id="89" name="组合 88"/>
          <p:cNvGrpSpPr/>
          <p:nvPr/>
        </p:nvGrpSpPr>
        <p:grpSpPr>
          <a:xfrm>
            <a:off x="2871703" y="5341442"/>
            <a:ext cx="2993371" cy="828001"/>
            <a:chOff x="2073418" y="910581"/>
            <a:chExt cx="2993371" cy="828001"/>
          </a:xfrm>
        </p:grpSpPr>
        <p:sp>
          <p:nvSpPr>
            <p:cNvPr id="90" name="iṣ1ïḑé"/>
            <p:cNvSpPr/>
            <p:nvPr/>
          </p:nvSpPr>
          <p:spPr>
            <a:xfrm>
              <a:off x="2073418" y="910581"/>
              <a:ext cx="2993371" cy="828001"/>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endParaRPr lang="zh-CN" altLang="en-US" sz="1600" dirty="0">
                <a:solidFill>
                  <a:schemeClr val="tx1">
                    <a:lumMod val="85000"/>
                    <a:lumOff val="15000"/>
                  </a:schemeClr>
                </a:solidFill>
                <a:latin typeface="微软雅黑" panose="020B0503020204020204" charset="-122"/>
                <a:ea typeface="微软雅黑" panose="020B0503020204020204" charset="-122"/>
              </a:endParaRPr>
            </a:p>
          </p:txBody>
        </p:sp>
        <p:cxnSp>
          <p:nvCxnSpPr>
            <p:cNvPr id="91" name="直接连接符 90"/>
            <p:cNvCxnSpPr/>
            <p:nvPr/>
          </p:nvCxnSpPr>
          <p:spPr>
            <a:xfrm>
              <a:off x="2076838" y="1018582"/>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sp>
        <p:nvSpPr>
          <p:cNvPr id="98" name="iṧļiḑe"/>
          <p:cNvSpPr/>
          <p:nvPr/>
        </p:nvSpPr>
        <p:spPr>
          <a:xfrm>
            <a:off x="1540520" y="1535125"/>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zh-CN" altLang="en-US" sz="2000" b="1" dirty="0">
                <a:solidFill>
                  <a:srgbClr val="E55003"/>
                </a:solidFill>
                <a:latin typeface="微软雅黑" panose="020B0503020204020204" charset="-122"/>
                <a:ea typeface="微软雅黑" panose="020B0503020204020204" charset="-122"/>
              </a:rPr>
              <a:t>人类社会的存在与发展</a:t>
            </a:r>
          </a:p>
        </p:txBody>
      </p:sp>
      <p:grpSp>
        <p:nvGrpSpPr>
          <p:cNvPr id="7" name="组合 6"/>
          <p:cNvGrpSpPr/>
          <p:nvPr/>
        </p:nvGrpSpPr>
        <p:grpSpPr>
          <a:xfrm>
            <a:off x="6960746" y="951369"/>
            <a:ext cx="4094284" cy="391456"/>
            <a:chOff x="5496862" y="319121"/>
            <a:chExt cx="3492000" cy="432000"/>
          </a:xfrm>
          <a:effectLst>
            <a:outerShdw blurRad="76200" dir="18900000" sy="23000" kx="-1200000" algn="bl" rotWithShape="0">
              <a:prstClr val="black">
                <a:alpha val="20000"/>
              </a:prstClr>
            </a:outerShdw>
          </a:effectLst>
        </p:grpSpPr>
        <p:sp>
          <p:nvSpPr>
            <p:cNvPr id="142" name="îṣľîďê"/>
            <p:cNvSpPr/>
            <p:nvPr/>
          </p:nvSpPr>
          <p:spPr>
            <a:xfrm>
              <a:off x="5496862" y="319121"/>
              <a:ext cx="3492000"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a:buClr>
                  <a:srgbClr val="C00000"/>
                </a:buClr>
                <a:buSzPct val="80000"/>
                <a:defRPr/>
              </a:pPr>
              <a:r>
                <a:rPr lang="zh-CN" altLang="en-US" sz="1400" dirty="0">
                  <a:solidFill>
                    <a:prstClr val="black">
                      <a:lumMod val="95000"/>
                      <a:lumOff val="5000"/>
                    </a:prstClr>
                  </a:solidFill>
                  <a:latin typeface="微软雅黑" panose="020B0503020204020204" charset="-122"/>
                  <a:ea typeface="微软雅黑" panose="020B0503020204020204" charset="-122"/>
                </a:rPr>
                <a:t>唯心史观与唯物史观的根本对立</a:t>
              </a:r>
            </a:p>
          </p:txBody>
        </p:sp>
        <p:cxnSp>
          <p:nvCxnSpPr>
            <p:cNvPr id="143" name="直接连接符 142"/>
            <p:cNvCxnSpPr/>
            <p:nvPr/>
          </p:nvCxnSpPr>
          <p:spPr>
            <a:xfrm>
              <a:off x="8988862" y="42712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6960746" y="1428669"/>
            <a:ext cx="4094284" cy="391456"/>
            <a:chOff x="5496862" y="920501"/>
            <a:chExt cx="3492000" cy="432000"/>
          </a:xfrm>
          <a:effectLst>
            <a:outerShdw blurRad="76200" dir="18900000" sy="23000" kx="-1200000" algn="bl" rotWithShape="0">
              <a:prstClr val="black">
                <a:alpha val="20000"/>
              </a:prstClr>
            </a:outerShdw>
          </a:effectLst>
        </p:grpSpPr>
        <p:sp>
          <p:nvSpPr>
            <p:cNvPr id="145" name="iṩ1ïḓé"/>
            <p:cNvSpPr/>
            <p:nvPr/>
          </p:nvSpPr>
          <p:spPr>
            <a:xfrm>
              <a:off x="5496862" y="920501"/>
              <a:ext cx="3492000"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社会存在与社会意识及其辩证关系</a:t>
              </a:r>
            </a:p>
          </p:txBody>
        </p:sp>
        <p:cxnSp>
          <p:nvCxnSpPr>
            <p:cNvPr id="146" name="直接连接符 145"/>
            <p:cNvCxnSpPr/>
            <p:nvPr/>
          </p:nvCxnSpPr>
          <p:spPr>
            <a:xfrm>
              <a:off x="8988862" y="102850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41" name="组合 40">
            <a:extLst>
              <a:ext uri="{FF2B5EF4-FFF2-40B4-BE49-F238E27FC236}">
                <a16:creationId xmlns:a16="http://schemas.microsoft.com/office/drawing/2014/main" id="{A93DA2DA-C37F-41A2-89A8-07DBA5756EAC}"/>
              </a:ext>
            </a:extLst>
          </p:cNvPr>
          <p:cNvGrpSpPr/>
          <p:nvPr/>
        </p:nvGrpSpPr>
        <p:grpSpPr>
          <a:xfrm>
            <a:off x="6960746" y="3553805"/>
            <a:ext cx="4082414" cy="973078"/>
            <a:chOff x="6960746" y="3477605"/>
            <a:chExt cx="4082414" cy="973078"/>
          </a:xfrm>
        </p:grpSpPr>
        <p:grpSp>
          <p:nvGrpSpPr>
            <p:cNvPr id="121" name="组合 120"/>
            <p:cNvGrpSpPr/>
            <p:nvPr/>
          </p:nvGrpSpPr>
          <p:grpSpPr>
            <a:xfrm>
              <a:off x="6960746" y="3477605"/>
              <a:ext cx="4082414" cy="432000"/>
              <a:chOff x="8317280" y="1032800"/>
              <a:chExt cx="3492000" cy="432000"/>
            </a:xfrm>
            <a:effectLst>
              <a:outerShdw blurRad="76200" dir="18900000" sy="23000" kx="-1200000" algn="bl" rotWithShape="0">
                <a:prstClr val="black">
                  <a:alpha val="20000"/>
                </a:prstClr>
              </a:outerShdw>
            </a:effectLst>
          </p:grpSpPr>
          <p:sp>
            <p:nvSpPr>
              <p:cNvPr id="125" name="iṩ1ïḓé"/>
              <p:cNvSpPr/>
              <p:nvPr/>
            </p:nvSpPr>
            <p:spPr>
              <a:xfrm>
                <a:off x="8317280" y="1032800"/>
                <a:ext cx="3492000"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交往及其作用</a:t>
                </a:r>
              </a:p>
            </p:txBody>
          </p:sp>
          <p:cxnSp>
            <p:nvCxnSpPr>
              <p:cNvPr id="126" name="直接连接符 125"/>
              <p:cNvCxnSpPr/>
              <p:nvPr/>
            </p:nvCxnSpPr>
            <p:spPr>
              <a:xfrm>
                <a:off x="11797563" y="1140800"/>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22" name="组合 121"/>
            <p:cNvGrpSpPr/>
            <p:nvPr/>
          </p:nvGrpSpPr>
          <p:grpSpPr>
            <a:xfrm>
              <a:off x="6960746" y="4018883"/>
              <a:ext cx="4032686" cy="431800"/>
              <a:chOff x="8348344" y="1627351"/>
              <a:chExt cx="3449464" cy="431800"/>
            </a:xfrm>
            <a:effectLst>
              <a:outerShdw blurRad="76200" dir="18900000" sy="23000" kx="-1200000" algn="bl" rotWithShape="0">
                <a:prstClr val="black">
                  <a:alpha val="20000"/>
                </a:prstClr>
              </a:outerShdw>
            </a:effectLst>
          </p:grpSpPr>
          <p:sp>
            <p:nvSpPr>
              <p:cNvPr id="123" name="iṣḷîḓê"/>
              <p:cNvSpPr/>
              <p:nvPr/>
            </p:nvSpPr>
            <p:spPr>
              <a:xfrm>
                <a:off x="8348344" y="1627351"/>
                <a:ext cx="3449464" cy="4318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世界历史的形成与发展</a:t>
                </a:r>
              </a:p>
            </p:txBody>
          </p:sp>
          <p:cxnSp>
            <p:nvCxnSpPr>
              <p:cNvPr id="124" name="直接连接符 123"/>
              <p:cNvCxnSpPr/>
              <p:nvPr/>
            </p:nvCxnSpPr>
            <p:spPr>
              <a:xfrm>
                <a:off x="11797563" y="173535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grpSp>
        <p:nvGrpSpPr>
          <p:cNvPr id="130" name="组合 129"/>
          <p:cNvGrpSpPr/>
          <p:nvPr/>
        </p:nvGrpSpPr>
        <p:grpSpPr>
          <a:xfrm>
            <a:off x="6960746" y="4643518"/>
            <a:ext cx="4080917" cy="391456"/>
            <a:chOff x="5496862" y="319121"/>
            <a:chExt cx="3663794" cy="432000"/>
          </a:xfrm>
          <a:effectLst>
            <a:outerShdw blurRad="76200" dir="18900000" sy="23000" kx="-1200000" algn="bl" rotWithShape="0">
              <a:prstClr val="black">
                <a:alpha val="20000"/>
              </a:prstClr>
            </a:outerShdw>
          </a:effectLst>
        </p:grpSpPr>
        <p:sp>
          <p:nvSpPr>
            <p:cNvPr id="153" name="îṣľîďê"/>
            <p:cNvSpPr/>
            <p:nvPr/>
          </p:nvSpPr>
          <p:spPr>
            <a:xfrm>
              <a:off x="5496862" y="319121"/>
              <a:ext cx="3660598"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a:buClr>
                  <a:srgbClr val="C00000"/>
                </a:buClr>
                <a:buSzPct val="80000"/>
                <a:defRPr/>
              </a:pPr>
              <a:r>
                <a:rPr lang="zh-CN" altLang="en-US" sz="1400" dirty="0">
                  <a:solidFill>
                    <a:prstClr val="black">
                      <a:lumMod val="95000"/>
                      <a:lumOff val="5000"/>
                    </a:prstClr>
                  </a:solidFill>
                  <a:latin typeface="微软雅黑" panose="020B0503020204020204" charset="-122"/>
                  <a:ea typeface="微软雅黑" panose="020B0503020204020204" charset="-122"/>
                </a:rPr>
                <a:t>社会形态的内涵</a:t>
              </a:r>
            </a:p>
          </p:txBody>
        </p:sp>
        <p:cxnSp>
          <p:nvCxnSpPr>
            <p:cNvPr id="154" name="直接连接符 153"/>
            <p:cNvCxnSpPr/>
            <p:nvPr/>
          </p:nvCxnSpPr>
          <p:spPr>
            <a:xfrm>
              <a:off x="9160656" y="427121"/>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33" name="组合 132"/>
          <p:cNvGrpSpPr/>
          <p:nvPr/>
        </p:nvGrpSpPr>
        <p:grpSpPr>
          <a:xfrm>
            <a:off x="6960746" y="5137520"/>
            <a:ext cx="4077357" cy="391456"/>
            <a:chOff x="5513386" y="910846"/>
            <a:chExt cx="3660598" cy="432000"/>
          </a:xfrm>
          <a:effectLst>
            <a:outerShdw blurRad="76200" dir="18900000" sy="23000" kx="-1200000" algn="bl" rotWithShape="0">
              <a:prstClr val="black">
                <a:alpha val="20000"/>
              </a:prstClr>
            </a:outerShdw>
          </a:effectLst>
        </p:grpSpPr>
        <p:sp>
          <p:nvSpPr>
            <p:cNvPr id="151" name="iṩ1ïḓé"/>
            <p:cNvSpPr/>
            <p:nvPr/>
          </p:nvSpPr>
          <p:spPr>
            <a:xfrm>
              <a:off x="5513386" y="910846"/>
              <a:ext cx="3660598"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社会形态更替的统一性和多样性</a:t>
              </a:r>
            </a:p>
          </p:txBody>
        </p:sp>
        <p:cxnSp>
          <p:nvCxnSpPr>
            <p:cNvPr id="152" name="直接连接符 151"/>
            <p:cNvCxnSpPr/>
            <p:nvPr/>
          </p:nvCxnSpPr>
          <p:spPr>
            <a:xfrm>
              <a:off x="9157460" y="1018846"/>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34" name="组合 133"/>
          <p:cNvGrpSpPr/>
          <p:nvPr/>
        </p:nvGrpSpPr>
        <p:grpSpPr>
          <a:xfrm>
            <a:off x="6960746" y="5631522"/>
            <a:ext cx="4095764" cy="391456"/>
            <a:chOff x="5496862" y="1525261"/>
            <a:chExt cx="3677124" cy="432000"/>
          </a:xfrm>
          <a:effectLst>
            <a:outerShdw blurRad="76200" dir="18900000" sy="23000" kx="-1200000" algn="bl" rotWithShape="0">
              <a:prstClr val="black">
                <a:alpha val="20000"/>
              </a:prstClr>
            </a:outerShdw>
          </a:effectLst>
        </p:grpSpPr>
        <p:sp>
          <p:nvSpPr>
            <p:cNvPr id="147" name="iṣḷîḓê"/>
            <p:cNvSpPr/>
            <p:nvPr/>
          </p:nvSpPr>
          <p:spPr>
            <a:xfrm>
              <a:off x="5496862" y="1525261"/>
              <a:ext cx="3677124"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社会形态更替的必然性与人们的历史选择性</a:t>
              </a:r>
            </a:p>
          </p:txBody>
        </p:sp>
        <p:cxnSp>
          <p:nvCxnSpPr>
            <p:cNvPr id="150" name="直接连接符 149"/>
            <p:cNvCxnSpPr/>
            <p:nvPr/>
          </p:nvCxnSpPr>
          <p:spPr>
            <a:xfrm>
              <a:off x="9173986" y="1628004"/>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39" name="组合 138"/>
          <p:cNvGrpSpPr/>
          <p:nvPr/>
        </p:nvGrpSpPr>
        <p:grpSpPr>
          <a:xfrm>
            <a:off x="6960746" y="6125523"/>
            <a:ext cx="4077357" cy="391456"/>
            <a:chOff x="5496862" y="1525261"/>
            <a:chExt cx="3660598" cy="432000"/>
          </a:xfrm>
          <a:effectLst>
            <a:outerShdw blurRad="76200" dir="18900000" sy="23000" kx="-1200000" algn="bl" rotWithShape="0">
              <a:prstClr val="black">
                <a:alpha val="20000"/>
              </a:prstClr>
            </a:outerShdw>
          </a:effectLst>
        </p:grpSpPr>
        <p:sp>
          <p:nvSpPr>
            <p:cNvPr id="141" name="iṣḷîḓê"/>
            <p:cNvSpPr/>
            <p:nvPr/>
          </p:nvSpPr>
          <p:spPr>
            <a:xfrm>
              <a:off x="5496862" y="1525261"/>
              <a:ext cx="3660598" cy="432000"/>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 社会形态更替的前进性和曲折性</a:t>
              </a:r>
            </a:p>
          </p:txBody>
        </p:sp>
        <p:cxnSp>
          <p:nvCxnSpPr>
            <p:cNvPr id="144" name="直接连接符 143"/>
            <p:cNvCxnSpPr/>
            <p:nvPr/>
          </p:nvCxnSpPr>
          <p:spPr>
            <a:xfrm>
              <a:off x="9157460" y="1628002"/>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57" name="组合 156"/>
          <p:cNvGrpSpPr/>
          <p:nvPr/>
        </p:nvGrpSpPr>
        <p:grpSpPr>
          <a:xfrm>
            <a:off x="5358093" y="438421"/>
            <a:ext cx="2377520" cy="400110"/>
            <a:chOff x="1131850" y="3079821"/>
            <a:chExt cx="1475815" cy="400110"/>
          </a:xfrm>
        </p:grpSpPr>
        <p:sp>
          <p:nvSpPr>
            <p:cNvPr id="158" name="文本框 157"/>
            <p:cNvSpPr txBox="1"/>
            <p:nvPr/>
          </p:nvSpPr>
          <p:spPr>
            <a:xfrm>
              <a:off x="1383665" y="3079821"/>
              <a:ext cx="1224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第三章小结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1</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grpSp>
          <p:nvGrpSpPr>
            <p:cNvPr id="159" name="组合 158"/>
            <p:cNvGrpSpPr/>
            <p:nvPr/>
          </p:nvGrpSpPr>
          <p:grpSpPr>
            <a:xfrm>
              <a:off x="1131850" y="3158981"/>
              <a:ext cx="263338" cy="243183"/>
              <a:chOff x="1164218" y="3158981"/>
              <a:chExt cx="263338" cy="243183"/>
            </a:xfrm>
          </p:grpSpPr>
          <p:grpSp>
            <p:nvGrpSpPr>
              <p:cNvPr id="160" name="组合 159"/>
              <p:cNvGrpSpPr/>
              <p:nvPr/>
            </p:nvGrpSpPr>
            <p:grpSpPr>
              <a:xfrm>
                <a:off x="1164220" y="3158981"/>
                <a:ext cx="263336" cy="240802"/>
                <a:chOff x="1164220" y="3158981"/>
                <a:chExt cx="263336" cy="240802"/>
              </a:xfrm>
            </p:grpSpPr>
            <p:sp>
              <p:nvSpPr>
                <p:cNvPr id="162" name="平行四边形 161"/>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3" name="直角三角形 162"/>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4" name="平行四边形 163"/>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61" name="直角三角形 160"/>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sp>
        <p:nvSpPr>
          <p:cNvPr id="3" name="矩形 2"/>
          <p:cNvSpPr/>
          <p:nvPr/>
        </p:nvSpPr>
        <p:spPr>
          <a:xfrm>
            <a:off x="3000143" y="5590819"/>
            <a:ext cx="2661285" cy="362792"/>
          </a:xfrm>
          <a:prstGeom prst="rect">
            <a:avLst/>
          </a:prstGeom>
        </p:spPr>
        <p:txBody>
          <a:bodyPr wrap="square">
            <a:spAutoFit/>
          </a:bodyPr>
          <a:lstStyle/>
          <a:p>
            <a:pPr algn="ctr">
              <a:lnSpc>
                <a:spcPct val="120000"/>
              </a:lnSpc>
            </a:pPr>
            <a:r>
              <a:rPr lang="zh-CN" altLang="en-US" sz="1600" dirty="0">
                <a:solidFill>
                  <a:schemeClr val="tx1">
                    <a:lumMod val="85000"/>
                    <a:lumOff val="15000"/>
                  </a:schemeClr>
                </a:solidFill>
                <a:latin typeface="微软雅黑" panose="020B0503020204020204" charset="-122"/>
                <a:ea typeface="微软雅黑" panose="020B0503020204020204" charset="-122"/>
              </a:rPr>
              <a:t>社会形态如何更替</a:t>
            </a:r>
          </a:p>
        </p:txBody>
      </p:sp>
      <p:grpSp>
        <p:nvGrpSpPr>
          <p:cNvPr id="24" name="组合 23">
            <a:extLst>
              <a:ext uri="{FF2B5EF4-FFF2-40B4-BE49-F238E27FC236}">
                <a16:creationId xmlns:a16="http://schemas.microsoft.com/office/drawing/2014/main" id="{86074F12-8467-4018-854E-C683EF764B11}"/>
              </a:ext>
            </a:extLst>
          </p:cNvPr>
          <p:cNvGrpSpPr/>
          <p:nvPr/>
        </p:nvGrpSpPr>
        <p:grpSpPr>
          <a:xfrm>
            <a:off x="5865074" y="4839246"/>
            <a:ext cx="1095672" cy="1482005"/>
            <a:chOff x="5865074" y="4839246"/>
            <a:chExt cx="1095672" cy="1482005"/>
          </a:xfrm>
        </p:grpSpPr>
        <p:cxnSp>
          <p:nvCxnSpPr>
            <p:cNvPr id="14" name="连接符: 肘形 13">
              <a:extLst>
                <a:ext uri="{FF2B5EF4-FFF2-40B4-BE49-F238E27FC236}">
                  <a16:creationId xmlns:a16="http://schemas.microsoft.com/office/drawing/2014/main" id="{3622D992-F111-4998-8975-736BE75DFC1C}"/>
                </a:ext>
              </a:extLst>
            </p:cNvPr>
            <p:cNvCxnSpPr>
              <a:stCxn id="90" idx="5"/>
              <a:endCxn id="153" idx="1"/>
            </p:cNvCxnSpPr>
            <p:nvPr/>
          </p:nvCxnSpPr>
          <p:spPr>
            <a:xfrm flipV="1">
              <a:off x="5865074" y="4839246"/>
              <a:ext cx="1095672" cy="896341"/>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连接符: 肘形 15">
              <a:extLst>
                <a:ext uri="{FF2B5EF4-FFF2-40B4-BE49-F238E27FC236}">
                  <a16:creationId xmlns:a16="http://schemas.microsoft.com/office/drawing/2014/main" id="{796AD152-D7A3-4E1B-8C74-7C47665E090D}"/>
                </a:ext>
              </a:extLst>
            </p:cNvPr>
            <p:cNvCxnSpPr>
              <a:stCxn id="90" idx="5"/>
              <a:endCxn id="151" idx="1"/>
            </p:cNvCxnSpPr>
            <p:nvPr/>
          </p:nvCxnSpPr>
          <p:spPr>
            <a:xfrm flipV="1">
              <a:off x="5865074" y="5333248"/>
              <a:ext cx="1095672" cy="402339"/>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37DF39BB-FE1C-4845-B84B-E5C66CD287F9}"/>
                </a:ext>
              </a:extLst>
            </p:cNvPr>
            <p:cNvCxnSpPr>
              <a:stCxn id="90" idx="5"/>
              <a:endCxn id="147" idx="1"/>
            </p:cNvCxnSpPr>
            <p:nvPr/>
          </p:nvCxnSpPr>
          <p:spPr>
            <a:xfrm>
              <a:off x="5865074" y="5735587"/>
              <a:ext cx="1095672" cy="91663"/>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86673280-D630-4874-BABA-E102AAC48EEB}"/>
                </a:ext>
              </a:extLst>
            </p:cNvPr>
            <p:cNvCxnSpPr>
              <a:stCxn id="90" idx="5"/>
              <a:endCxn id="141" idx="1"/>
            </p:cNvCxnSpPr>
            <p:nvPr/>
          </p:nvCxnSpPr>
          <p:spPr>
            <a:xfrm>
              <a:off x="5865074" y="5735587"/>
              <a:ext cx="1095672" cy="585664"/>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E60FFEFD-03D2-4B10-88C7-2B44A5001BB8}"/>
              </a:ext>
            </a:extLst>
          </p:cNvPr>
          <p:cNvGrpSpPr/>
          <p:nvPr/>
        </p:nvGrpSpPr>
        <p:grpSpPr>
          <a:xfrm>
            <a:off x="5853087" y="1177447"/>
            <a:ext cx="1121411" cy="3133536"/>
            <a:chOff x="5853087" y="1177447"/>
            <a:chExt cx="1121411" cy="3133536"/>
          </a:xfrm>
        </p:grpSpPr>
        <p:cxnSp>
          <p:nvCxnSpPr>
            <p:cNvPr id="26" name="连接符: 肘形 25">
              <a:extLst>
                <a:ext uri="{FF2B5EF4-FFF2-40B4-BE49-F238E27FC236}">
                  <a16:creationId xmlns:a16="http://schemas.microsoft.com/office/drawing/2014/main" id="{CEC1763F-9977-4692-A8D6-8716C78F2348}"/>
                </a:ext>
              </a:extLst>
            </p:cNvPr>
            <p:cNvCxnSpPr>
              <a:stCxn id="92" idx="5"/>
              <a:endCxn id="125" idx="1"/>
            </p:cNvCxnSpPr>
            <p:nvPr/>
          </p:nvCxnSpPr>
          <p:spPr>
            <a:xfrm flipV="1">
              <a:off x="5865078" y="3769805"/>
              <a:ext cx="1095668" cy="262095"/>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连接符: 肘形 27">
              <a:extLst>
                <a:ext uri="{FF2B5EF4-FFF2-40B4-BE49-F238E27FC236}">
                  <a16:creationId xmlns:a16="http://schemas.microsoft.com/office/drawing/2014/main" id="{8CBBD235-FCBE-4F14-A95A-CF5D0B142FD4}"/>
                </a:ext>
              </a:extLst>
            </p:cNvPr>
            <p:cNvCxnSpPr>
              <a:stCxn id="92" idx="5"/>
              <a:endCxn id="123" idx="1"/>
            </p:cNvCxnSpPr>
            <p:nvPr/>
          </p:nvCxnSpPr>
          <p:spPr>
            <a:xfrm>
              <a:off x="5865078" y="4031900"/>
              <a:ext cx="1095668" cy="279083"/>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17232BE6-337E-4CA1-B116-D01187482543}"/>
                </a:ext>
              </a:extLst>
            </p:cNvPr>
            <p:cNvCxnSpPr>
              <a:stCxn id="94" idx="5"/>
              <a:endCxn id="106" idx="1"/>
            </p:cNvCxnSpPr>
            <p:nvPr/>
          </p:nvCxnSpPr>
          <p:spPr>
            <a:xfrm flipV="1">
              <a:off x="5887974" y="2475703"/>
              <a:ext cx="1086524" cy="273030"/>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连接符: 肘形 31">
              <a:extLst>
                <a:ext uri="{FF2B5EF4-FFF2-40B4-BE49-F238E27FC236}">
                  <a16:creationId xmlns:a16="http://schemas.microsoft.com/office/drawing/2014/main" id="{19394100-443D-4EA5-8F4B-D1E10CDF9AB4}"/>
                </a:ext>
              </a:extLst>
            </p:cNvPr>
            <p:cNvCxnSpPr>
              <a:stCxn id="94" idx="5"/>
              <a:endCxn id="109" idx="1"/>
            </p:cNvCxnSpPr>
            <p:nvPr/>
          </p:nvCxnSpPr>
          <p:spPr>
            <a:xfrm>
              <a:off x="5887974" y="2748733"/>
              <a:ext cx="1072772" cy="268248"/>
            </a:xfrm>
            <a:prstGeom prst="bentConnector3">
              <a:avLst>
                <a:gd name="adj1" fmla="val 50000"/>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4" name="连接符: 肘形 33">
              <a:extLst>
                <a:ext uri="{FF2B5EF4-FFF2-40B4-BE49-F238E27FC236}">
                  <a16:creationId xmlns:a16="http://schemas.microsoft.com/office/drawing/2014/main" id="{6173459E-10E5-4BD9-BABE-1D9555D16C1F}"/>
                </a:ext>
              </a:extLst>
            </p:cNvPr>
            <p:cNvCxnSpPr>
              <a:stCxn id="96" idx="4"/>
            </p:cNvCxnSpPr>
            <p:nvPr/>
          </p:nvCxnSpPr>
          <p:spPr>
            <a:xfrm flipV="1">
              <a:off x="5853087" y="1177447"/>
              <a:ext cx="1107659" cy="237714"/>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0532948A-2C26-4DEC-8D5F-F9EA8B60F644}"/>
                </a:ext>
              </a:extLst>
            </p:cNvPr>
            <p:cNvCxnSpPr>
              <a:cxnSpLocks/>
              <a:stCxn id="96" idx="4"/>
              <a:endCxn id="145" idx="1"/>
            </p:cNvCxnSpPr>
            <p:nvPr/>
          </p:nvCxnSpPr>
          <p:spPr>
            <a:xfrm>
              <a:off x="5853087" y="1415161"/>
              <a:ext cx="1107659" cy="209236"/>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8" name="组合 227">
            <a:extLst>
              <a:ext uri="{FF2B5EF4-FFF2-40B4-BE49-F238E27FC236}">
                <a16:creationId xmlns:a16="http://schemas.microsoft.com/office/drawing/2014/main" id="{D8807AD4-18F2-4DAD-964E-E0DEF117887B}"/>
              </a:ext>
            </a:extLst>
          </p:cNvPr>
          <p:cNvGrpSpPr/>
          <p:nvPr/>
        </p:nvGrpSpPr>
        <p:grpSpPr>
          <a:xfrm>
            <a:off x="1380075" y="1160847"/>
            <a:ext cx="683184" cy="4777528"/>
            <a:chOff x="1380075" y="1160847"/>
            <a:chExt cx="683184" cy="4777528"/>
          </a:xfrm>
        </p:grpSpPr>
        <p:cxnSp>
          <p:nvCxnSpPr>
            <p:cNvPr id="79" name="直接连接符 78"/>
            <p:cNvCxnSpPr>
              <a:cxnSpLocks/>
            </p:cNvCxnSpPr>
            <p:nvPr/>
          </p:nvCxnSpPr>
          <p:spPr>
            <a:xfrm flipH="1" flipV="1">
              <a:off x="1775259" y="116084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flipV="1">
              <a:off x="1775259" y="2851477"/>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flipV="1">
              <a:off x="1775259" y="4525310"/>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a:cxnSpLocks/>
            </p:cNvCxnSpPr>
            <p:nvPr/>
          </p:nvCxnSpPr>
          <p:spPr>
            <a:xfrm flipH="1" flipV="1">
              <a:off x="1775259" y="5938375"/>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cxnSpLocks/>
            </p:cNvCxnSpPr>
            <p:nvPr/>
          </p:nvCxnSpPr>
          <p:spPr>
            <a:xfrm>
              <a:off x="1775259" y="1160847"/>
              <a:ext cx="0" cy="477752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flipV="1">
              <a:off x="1380075" y="3500905"/>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224" name="组合 223">
            <a:extLst>
              <a:ext uri="{FF2B5EF4-FFF2-40B4-BE49-F238E27FC236}">
                <a16:creationId xmlns:a16="http://schemas.microsoft.com/office/drawing/2014/main" id="{5F398691-9051-4D51-A5D2-4EFE060F5DB3}"/>
              </a:ext>
            </a:extLst>
          </p:cNvPr>
          <p:cNvGrpSpPr/>
          <p:nvPr/>
        </p:nvGrpSpPr>
        <p:grpSpPr>
          <a:xfrm>
            <a:off x="3912620" y="2255640"/>
            <a:ext cx="365762" cy="1245266"/>
            <a:chOff x="3912620" y="2255640"/>
            <a:chExt cx="365762" cy="1245266"/>
          </a:xfrm>
        </p:grpSpPr>
        <p:cxnSp>
          <p:nvCxnSpPr>
            <p:cNvPr id="61" name="连接符: 肘形 60">
              <a:extLst>
                <a:ext uri="{FF2B5EF4-FFF2-40B4-BE49-F238E27FC236}">
                  <a16:creationId xmlns:a16="http://schemas.microsoft.com/office/drawing/2014/main" id="{CBFC213D-26FF-42A7-9CEB-82152A99A2DA}"/>
                </a:ext>
              </a:extLst>
            </p:cNvPr>
            <p:cNvCxnSpPr>
              <a:cxnSpLocks/>
              <a:endCxn id="116" idx="1"/>
            </p:cNvCxnSpPr>
            <p:nvPr/>
          </p:nvCxnSpPr>
          <p:spPr>
            <a:xfrm flipV="1">
              <a:off x="3912620" y="2255640"/>
              <a:ext cx="365760" cy="607945"/>
            </a:xfrm>
            <a:prstGeom prst="bentConnector3">
              <a:avLst>
                <a:gd name="adj1" fmla="val 50000"/>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连接符: 肘形 129">
              <a:extLst>
                <a:ext uri="{FF2B5EF4-FFF2-40B4-BE49-F238E27FC236}">
                  <a16:creationId xmlns:a16="http://schemas.microsoft.com/office/drawing/2014/main" id="{495CCA42-5AB0-457E-8BCA-516C9F6694D3}"/>
                </a:ext>
              </a:extLst>
            </p:cNvPr>
            <p:cNvCxnSpPr>
              <a:cxnSpLocks/>
              <a:endCxn id="107" idx="1"/>
            </p:cNvCxnSpPr>
            <p:nvPr/>
          </p:nvCxnSpPr>
          <p:spPr>
            <a:xfrm flipV="1">
              <a:off x="3912620" y="2670729"/>
              <a:ext cx="365760" cy="192856"/>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连接符: 肘形 131">
              <a:extLst>
                <a:ext uri="{FF2B5EF4-FFF2-40B4-BE49-F238E27FC236}">
                  <a16:creationId xmlns:a16="http://schemas.microsoft.com/office/drawing/2014/main" id="{40B0A4A8-BC20-453E-A0D7-40AE21FD0C21}"/>
                </a:ext>
              </a:extLst>
            </p:cNvPr>
            <p:cNvCxnSpPr>
              <a:cxnSpLocks/>
            </p:cNvCxnSpPr>
            <p:nvPr/>
          </p:nvCxnSpPr>
          <p:spPr>
            <a:xfrm>
              <a:off x="3912620" y="2863585"/>
              <a:ext cx="365762" cy="205132"/>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连接符: 肘形 156">
              <a:extLst>
                <a:ext uri="{FF2B5EF4-FFF2-40B4-BE49-F238E27FC236}">
                  <a16:creationId xmlns:a16="http://schemas.microsoft.com/office/drawing/2014/main" id="{CFBCCB7F-E41D-4305-80C6-1DFEDF30BA15}"/>
                </a:ext>
              </a:extLst>
            </p:cNvPr>
            <p:cNvCxnSpPr>
              <a:cxnSpLocks/>
              <a:endCxn id="109" idx="1"/>
            </p:cNvCxnSpPr>
            <p:nvPr/>
          </p:nvCxnSpPr>
          <p:spPr>
            <a:xfrm>
              <a:off x="3912620" y="2863585"/>
              <a:ext cx="365760" cy="637321"/>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25" name="组合 224">
            <a:extLst>
              <a:ext uri="{FF2B5EF4-FFF2-40B4-BE49-F238E27FC236}">
                <a16:creationId xmlns:a16="http://schemas.microsoft.com/office/drawing/2014/main" id="{802A6E35-1E59-4B3E-A72F-EF8BF55BE954}"/>
              </a:ext>
            </a:extLst>
          </p:cNvPr>
          <p:cNvGrpSpPr/>
          <p:nvPr/>
        </p:nvGrpSpPr>
        <p:grpSpPr>
          <a:xfrm>
            <a:off x="3931404" y="5522711"/>
            <a:ext cx="346976" cy="870659"/>
            <a:chOff x="3931404" y="5522711"/>
            <a:chExt cx="346976" cy="870659"/>
          </a:xfrm>
        </p:grpSpPr>
        <p:cxnSp>
          <p:nvCxnSpPr>
            <p:cNvPr id="168" name="连接符: 肘形 167">
              <a:extLst>
                <a:ext uri="{FF2B5EF4-FFF2-40B4-BE49-F238E27FC236}">
                  <a16:creationId xmlns:a16="http://schemas.microsoft.com/office/drawing/2014/main" id="{478CCC92-4302-4757-95CA-BC7654B25189}"/>
                </a:ext>
              </a:extLst>
            </p:cNvPr>
            <p:cNvCxnSpPr>
              <a:cxnSpLocks/>
              <a:stCxn id="90" idx="4"/>
              <a:endCxn id="113" idx="1"/>
            </p:cNvCxnSpPr>
            <p:nvPr/>
          </p:nvCxnSpPr>
          <p:spPr>
            <a:xfrm flipV="1">
              <a:off x="3931404" y="5522711"/>
              <a:ext cx="346976" cy="435519"/>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连接符: 肘形 169">
              <a:extLst>
                <a:ext uri="{FF2B5EF4-FFF2-40B4-BE49-F238E27FC236}">
                  <a16:creationId xmlns:a16="http://schemas.microsoft.com/office/drawing/2014/main" id="{BC5AA32C-F3D0-4610-9AC1-2595CB4F31A0}"/>
                </a:ext>
              </a:extLst>
            </p:cNvPr>
            <p:cNvCxnSpPr>
              <a:cxnSpLocks/>
              <a:stCxn id="90" idx="4"/>
              <a:endCxn id="114" idx="1"/>
            </p:cNvCxnSpPr>
            <p:nvPr/>
          </p:nvCxnSpPr>
          <p:spPr>
            <a:xfrm flipV="1">
              <a:off x="3931404" y="5958040"/>
              <a:ext cx="346976" cy="190"/>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连接符: 肘形 172">
              <a:extLst>
                <a:ext uri="{FF2B5EF4-FFF2-40B4-BE49-F238E27FC236}">
                  <a16:creationId xmlns:a16="http://schemas.microsoft.com/office/drawing/2014/main" id="{253B7C95-9BE2-4E23-B090-6F2A60C2389D}"/>
                </a:ext>
              </a:extLst>
            </p:cNvPr>
            <p:cNvCxnSpPr>
              <a:cxnSpLocks/>
              <a:stCxn id="90" idx="4"/>
              <a:endCxn id="119" idx="1"/>
            </p:cNvCxnSpPr>
            <p:nvPr/>
          </p:nvCxnSpPr>
          <p:spPr>
            <a:xfrm>
              <a:off x="3931404" y="5958230"/>
              <a:ext cx="346976" cy="435140"/>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76" name="组合 175">
            <a:extLst>
              <a:ext uri="{FF2B5EF4-FFF2-40B4-BE49-F238E27FC236}">
                <a16:creationId xmlns:a16="http://schemas.microsoft.com/office/drawing/2014/main" id="{1865C5B6-E5A4-45E7-99C9-6A9AC7B3ED51}"/>
              </a:ext>
            </a:extLst>
          </p:cNvPr>
          <p:cNvGrpSpPr/>
          <p:nvPr/>
        </p:nvGrpSpPr>
        <p:grpSpPr>
          <a:xfrm>
            <a:off x="3931404" y="4050294"/>
            <a:ext cx="346976" cy="924437"/>
            <a:chOff x="3931404" y="4050294"/>
            <a:chExt cx="346976" cy="924437"/>
          </a:xfrm>
        </p:grpSpPr>
        <p:cxnSp>
          <p:nvCxnSpPr>
            <p:cNvPr id="159" name="连接符: 肘形 158">
              <a:extLst>
                <a:ext uri="{FF2B5EF4-FFF2-40B4-BE49-F238E27FC236}">
                  <a16:creationId xmlns:a16="http://schemas.microsoft.com/office/drawing/2014/main" id="{DC41E0CC-9118-4B88-BA89-9553054E02E5}"/>
                </a:ext>
              </a:extLst>
            </p:cNvPr>
            <p:cNvCxnSpPr>
              <a:cxnSpLocks/>
              <a:stCxn id="92" idx="4"/>
              <a:endCxn id="110" idx="1"/>
            </p:cNvCxnSpPr>
            <p:nvPr/>
          </p:nvCxnSpPr>
          <p:spPr>
            <a:xfrm flipV="1">
              <a:off x="3931404" y="4050294"/>
              <a:ext cx="346976" cy="456136"/>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连接符: 肘形 163">
              <a:extLst>
                <a:ext uri="{FF2B5EF4-FFF2-40B4-BE49-F238E27FC236}">
                  <a16:creationId xmlns:a16="http://schemas.microsoft.com/office/drawing/2014/main" id="{F03DF14F-53CD-4120-99F7-10E0A753E37C}"/>
                </a:ext>
              </a:extLst>
            </p:cNvPr>
            <p:cNvCxnSpPr>
              <a:cxnSpLocks/>
              <a:stCxn id="92" idx="4"/>
              <a:endCxn id="112" idx="1"/>
            </p:cNvCxnSpPr>
            <p:nvPr/>
          </p:nvCxnSpPr>
          <p:spPr>
            <a:xfrm>
              <a:off x="3931404" y="4506430"/>
              <a:ext cx="346976" cy="468301"/>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469229E0-8F75-4E9E-9423-0F1FC8D6207E}"/>
                </a:ext>
              </a:extLst>
            </p:cNvPr>
            <p:cNvCxnSpPr>
              <a:cxnSpLocks/>
              <a:stCxn id="92" idx="4"/>
              <a:endCxn id="111" idx="1"/>
            </p:cNvCxnSpPr>
            <p:nvPr/>
          </p:nvCxnSpPr>
          <p:spPr>
            <a:xfrm>
              <a:off x="3931404" y="4506430"/>
              <a:ext cx="346976" cy="6083"/>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23" name="组合 222">
            <a:extLst>
              <a:ext uri="{FF2B5EF4-FFF2-40B4-BE49-F238E27FC236}">
                <a16:creationId xmlns:a16="http://schemas.microsoft.com/office/drawing/2014/main" id="{8AEA12DE-88B9-4DB4-BDD5-DA7E7BB04530}"/>
              </a:ext>
            </a:extLst>
          </p:cNvPr>
          <p:cNvGrpSpPr/>
          <p:nvPr/>
        </p:nvGrpSpPr>
        <p:grpSpPr>
          <a:xfrm>
            <a:off x="3931404" y="568992"/>
            <a:ext cx="346976" cy="998568"/>
            <a:chOff x="3931404" y="568992"/>
            <a:chExt cx="346976" cy="998568"/>
          </a:xfrm>
        </p:grpSpPr>
        <p:cxnSp>
          <p:nvCxnSpPr>
            <p:cNvPr id="59" name="连接符: 肘形 58">
              <a:extLst>
                <a:ext uri="{FF2B5EF4-FFF2-40B4-BE49-F238E27FC236}">
                  <a16:creationId xmlns:a16="http://schemas.microsoft.com/office/drawing/2014/main" id="{7B9B5E27-5F41-47A0-92AD-DD762F479553}"/>
                </a:ext>
              </a:extLst>
            </p:cNvPr>
            <p:cNvCxnSpPr>
              <a:cxnSpLocks/>
            </p:cNvCxnSpPr>
            <p:nvPr/>
          </p:nvCxnSpPr>
          <p:spPr>
            <a:xfrm flipV="1">
              <a:off x="3931404" y="568992"/>
              <a:ext cx="346976" cy="611710"/>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连接符: 肘形 62">
              <a:extLst>
                <a:ext uri="{FF2B5EF4-FFF2-40B4-BE49-F238E27FC236}">
                  <a16:creationId xmlns:a16="http://schemas.microsoft.com/office/drawing/2014/main" id="{9D44E3DE-5D23-478A-945C-9972FAD817F5}"/>
                </a:ext>
              </a:extLst>
            </p:cNvPr>
            <p:cNvCxnSpPr>
              <a:cxnSpLocks/>
              <a:stCxn id="96" idx="4"/>
              <a:endCxn id="106" idx="1"/>
            </p:cNvCxnSpPr>
            <p:nvPr/>
          </p:nvCxnSpPr>
          <p:spPr>
            <a:xfrm>
              <a:off x="3931404" y="1180702"/>
              <a:ext cx="346976" cy="386858"/>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9D2078EB-A924-4FC7-B91B-8BE78A56E66E}"/>
                </a:ext>
              </a:extLst>
            </p:cNvPr>
            <p:cNvCxnSpPr>
              <a:cxnSpLocks/>
            </p:cNvCxnSpPr>
            <p:nvPr/>
          </p:nvCxnSpPr>
          <p:spPr>
            <a:xfrm>
              <a:off x="4104892" y="1131392"/>
              <a:ext cx="173488"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28" name="îṣľîďê"/>
          <p:cNvSpPr/>
          <p:nvPr/>
        </p:nvSpPr>
        <p:spPr>
          <a:xfrm>
            <a:off x="8354964" y="884536"/>
            <a:ext cx="2700000" cy="288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lvl="0">
              <a:buClr>
                <a:srgbClr val="C00000"/>
              </a:buClr>
              <a:buSzPct val="80000"/>
              <a:defRPr/>
            </a:pPr>
            <a:r>
              <a:rPr lang="zh-CN" altLang="en-US" sz="1200" dirty="0">
                <a:solidFill>
                  <a:prstClr val="black">
                    <a:lumMod val="95000"/>
                    <a:lumOff val="5000"/>
                  </a:prstClr>
                </a:solidFill>
                <a:latin typeface="微软雅黑" panose="020B0503020204020204" charset="-122"/>
                <a:ea typeface="微软雅黑" panose="020B0503020204020204" charset="-122"/>
              </a:rPr>
              <a:t>社会基本矛盾和主要矛盾的关系</a:t>
            </a:r>
          </a:p>
        </p:txBody>
      </p:sp>
      <p:sp>
        <p:nvSpPr>
          <p:cNvPr id="133" name="iṩ1ïḓé"/>
          <p:cNvSpPr/>
          <p:nvPr/>
        </p:nvSpPr>
        <p:spPr>
          <a:xfrm>
            <a:off x="8354963" y="1245723"/>
            <a:ext cx="2700000" cy="288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a:buClr>
                <a:srgbClr val="C00000"/>
              </a:buClr>
              <a:buSzPct val="80000"/>
            </a:pPr>
            <a:r>
              <a:rPr lang="zh-CN" altLang="en-US" sz="1200" dirty="0">
                <a:solidFill>
                  <a:schemeClr val="tx1">
                    <a:lumMod val="95000"/>
                    <a:lumOff val="5000"/>
                  </a:schemeClr>
                </a:solidFill>
                <a:latin typeface="微软雅黑" panose="020B0503020204020204" charset="-122"/>
                <a:ea typeface="微软雅黑" panose="020B0503020204020204" charset="-122"/>
              </a:rPr>
              <a:t>新时代中国社会主要矛盾的转化</a:t>
            </a:r>
          </a:p>
        </p:txBody>
      </p:sp>
      <p:sp>
        <p:nvSpPr>
          <p:cNvPr id="136" name="iṣḷîḓê"/>
          <p:cNvSpPr/>
          <p:nvPr/>
        </p:nvSpPr>
        <p:spPr>
          <a:xfrm>
            <a:off x="8354963" y="1610423"/>
            <a:ext cx="2700000" cy="288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a:buClr>
                <a:srgbClr val="C00000"/>
              </a:buClr>
              <a:buSzPct val="80000"/>
            </a:pPr>
            <a:r>
              <a:rPr lang="zh-CN" altLang="en-US" sz="1200" dirty="0">
                <a:solidFill>
                  <a:schemeClr val="tx1">
                    <a:lumMod val="95000"/>
                    <a:lumOff val="5000"/>
                  </a:schemeClr>
                </a:solidFill>
                <a:latin typeface="微软雅黑" panose="020B0503020204020204" charset="-122"/>
                <a:ea typeface="微软雅黑" panose="020B0503020204020204" charset="-122"/>
              </a:rPr>
              <a:t>新时代中国社会主要矛盾转化的依据</a:t>
            </a:r>
          </a:p>
        </p:txBody>
      </p:sp>
      <p:sp>
        <p:nvSpPr>
          <p:cNvPr id="196" name="îṣľîďê"/>
          <p:cNvSpPr/>
          <p:nvPr/>
        </p:nvSpPr>
        <p:spPr>
          <a:xfrm>
            <a:off x="8429254" y="4411875"/>
            <a:ext cx="3348000" cy="288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lvl="0">
              <a:buClr>
                <a:srgbClr val="C00000"/>
              </a:buClr>
              <a:buSzPct val="80000"/>
              <a:defRPr/>
            </a:pPr>
            <a:r>
              <a:rPr lang="zh-CN" altLang="en-US" sz="1200" dirty="0">
                <a:solidFill>
                  <a:prstClr val="black">
                    <a:lumMod val="95000"/>
                    <a:lumOff val="5000"/>
                  </a:prstClr>
                </a:solidFill>
                <a:latin typeface="微软雅黑" panose="020B0503020204020204" charset="-122"/>
                <a:ea typeface="微软雅黑" panose="020B0503020204020204" charset="-122"/>
              </a:rPr>
              <a:t>中国的社会主义改革是一场深刻的革命</a:t>
            </a:r>
          </a:p>
        </p:txBody>
      </p:sp>
      <p:sp>
        <p:nvSpPr>
          <p:cNvPr id="199" name="iṩ1ïḓé"/>
          <p:cNvSpPr/>
          <p:nvPr/>
        </p:nvSpPr>
        <p:spPr>
          <a:xfrm>
            <a:off x="8429254" y="4834027"/>
            <a:ext cx="3348000" cy="288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buClr>
                <a:srgbClr val="C00000"/>
              </a:buClr>
              <a:buSzPct val="80000"/>
            </a:pPr>
            <a:r>
              <a:rPr lang="zh-CN" altLang="en-US" sz="1200" dirty="0">
                <a:solidFill>
                  <a:schemeClr val="tx1">
                    <a:lumMod val="95000"/>
                    <a:lumOff val="5000"/>
                  </a:schemeClr>
                </a:solidFill>
                <a:latin typeface="微软雅黑" panose="020B0503020204020204" charset="-122"/>
                <a:ea typeface="微软雅黑" panose="020B0503020204020204" charset="-122"/>
              </a:rPr>
              <a:t>从中国改革开放</a:t>
            </a:r>
            <a:r>
              <a:rPr lang="en-US" altLang="zh-CN" sz="1200" dirty="0">
                <a:solidFill>
                  <a:schemeClr val="tx1">
                    <a:lumMod val="95000"/>
                    <a:lumOff val="5000"/>
                  </a:schemeClr>
                </a:solidFill>
                <a:latin typeface="微软雅黑" panose="020B0503020204020204" charset="-122"/>
                <a:ea typeface="微软雅黑" panose="020B0503020204020204" charset="-122"/>
              </a:rPr>
              <a:t>40</a:t>
            </a:r>
            <a:r>
              <a:rPr lang="zh-CN" altLang="en-US" sz="1200" dirty="0">
                <a:solidFill>
                  <a:schemeClr val="tx1">
                    <a:lumMod val="95000"/>
                    <a:lumOff val="5000"/>
                  </a:schemeClr>
                </a:solidFill>
                <a:latin typeface="微软雅黑" panose="020B0503020204020204" charset="-122"/>
                <a:ea typeface="微软雅黑" panose="020B0503020204020204" charset="-122"/>
              </a:rPr>
              <a:t>多年成就看改革的社会作用</a:t>
            </a:r>
          </a:p>
        </p:txBody>
      </p:sp>
      <p:sp>
        <p:nvSpPr>
          <p:cNvPr id="202" name="iṣḷîḓê"/>
          <p:cNvSpPr/>
          <p:nvPr/>
        </p:nvSpPr>
        <p:spPr>
          <a:xfrm>
            <a:off x="8429254" y="5256180"/>
            <a:ext cx="3348000" cy="288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buClr>
                <a:srgbClr val="C00000"/>
              </a:buClr>
              <a:buSzPct val="80000"/>
            </a:pPr>
            <a:r>
              <a:rPr lang="zh-CN" altLang="en-US" sz="1200" dirty="0">
                <a:solidFill>
                  <a:schemeClr val="tx1">
                    <a:lumMod val="95000"/>
                    <a:lumOff val="5000"/>
                  </a:schemeClr>
                </a:solidFill>
                <a:latin typeface="微软雅黑" panose="020B0503020204020204" charset="-122"/>
                <a:ea typeface="微软雅黑" panose="020B0503020204020204" charset="-122"/>
              </a:rPr>
              <a:t>把改革一以贯之坚持下去</a:t>
            </a:r>
          </a:p>
        </p:txBody>
      </p:sp>
      <p:sp>
        <p:nvSpPr>
          <p:cNvPr id="98" name="iṧļiḑe"/>
          <p:cNvSpPr/>
          <p:nvPr/>
        </p:nvSpPr>
        <p:spPr>
          <a:xfrm>
            <a:off x="742235" y="1569611"/>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2000" b="1" dirty="0">
                <a:solidFill>
                  <a:srgbClr val="E55003"/>
                </a:solidFill>
                <a:latin typeface="微软雅黑" panose="020B0503020204020204" charset="-122"/>
                <a:ea typeface="微软雅黑" panose="020B0503020204020204" charset="-122"/>
              </a:rPr>
              <a:t>社会历史发展的动力系统</a:t>
            </a:r>
          </a:p>
        </p:txBody>
      </p:sp>
      <p:grpSp>
        <p:nvGrpSpPr>
          <p:cNvPr id="147" name="组合 146"/>
          <p:cNvGrpSpPr/>
          <p:nvPr/>
        </p:nvGrpSpPr>
        <p:grpSpPr>
          <a:xfrm>
            <a:off x="411279" y="228854"/>
            <a:ext cx="2184771" cy="707886"/>
            <a:chOff x="1131850" y="3079821"/>
            <a:chExt cx="1475815" cy="707886"/>
          </a:xfrm>
        </p:grpSpPr>
        <p:sp>
          <p:nvSpPr>
            <p:cNvPr id="150" name="文本框 149"/>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第三章小结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rPr>
                <a:t>2</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grpSp>
          <p:nvGrpSpPr>
            <p:cNvPr id="151" name="组合 150"/>
            <p:cNvGrpSpPr/>
            <p:nvPr/>
          </p:nvGrpSpPr>
          <p:grpSpPr>
            <a:xfrm>
              <a:off x="1131850" y="3158981"/>
              <a:ext cx="263338" cy="243183"/>
              <a:chOff x="1164218" y="3158981"/>
              <a:chExt cx="263338" cy="243183"/>
            </a:xfrm>
          </p:grpSpPr>
          <p:grpSp>
            <p:nvGrpSpPr>
              <p:cNvPr id="152" name="组合 151"/>
              <p:cNvGrpSpPr/>
              <p:nvPr/>
            </p:nvGrpSpPr>
            <p:grpSpPr>
              <a:xfrm>
                <a:off x="1164220" y="3158981"/>
                <a:ext cx="263336" cy="240802"/>
                <a:chOff x="1164220" y="3158981"/>
                <a:chExt cx="263336" cy="240802"/>
              </a:xfrm>
            </p:grpSpPr>
            <p:sp>
              <p:nvSpPr>
                <p:cNvPr id="154" name="平行四边形 153"/>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5" name="直角三角形 154"/>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6" name="平行四边形 155"/>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53" name="直角三角形 152"/>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187" name="组合 186">
            <a:extLst>
              <a:ext uri="{FF2B5EF4-FFF2-40B4-BE49-F238E27FC236}">
                <a16:creationId xmlns:a16="http://schemas.microsoft.com/office/drawing/2014/main" id="{986892A2-F999-4B14-A47C-7D4E4D50B2ED}"/>
              </a:ext>
            </a:extLst>
          </p:cNvPr>
          <p:cNvGrpSpPr/>
          <p:nvPr/>
        </p:nvGrpSpPr>
        <p:grpSpPr>
          <a:xfrm>
            <a:off x="7839882" y="1028536"/>
            <a:ext cx="515082" cy="725887"/>
            <a:chOff x="7839882" y="1028536"/>
            <a:chExt cx="515082" cy="725887"/>
          </a:xfrm>
        </p:grpSpPr>
        <p:cxnSp>
          <p:nvCxnSpPr>
            <p:cNvPr id="71" name="直接连接符 70">
              <a:extLst>
                <a:ext uri="{FF2B5EF4-FFF2-40B4-BE49-F238E27FC236}">
                  <a16:creationId xmlns:a16="http://schemas.microsoft.com/office/drawing/2014/main" id="{D9948D40-8DE5-427A-B1AD-785D43E880A4}"/>
                </a:ext>
              </a:extLst>
            </p:cNvPr>
            <p:cNvCxnSpPr>
              <a:cxnSpLocks/>
              <a:endCxn id="133" idx="1"/>
            </p:cNvCxnSpPr>
            <p:nvPr/>
          </p:nvCxnSpPr>
          <p:spPr>
            <a:xfrm flipV="1">
              <a:off x="8097424" y="1389723"/>
              <a:ext cx="257539" cy="1033"/>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连接符: 肘形 87">
              <a:extLst>
                <a:ext uri="{FF2B5EF4-FFF2-40B4-BE49-F238E27FC236}">
                  <a16:creationId xmlns:a16="http://schemas.microsoft.com/office/drawing/2014/main" id="{E233BE38-2B03-4F21-AD47-753464B65D23}"/>
                </a:ext>
              </a:extLst>
            </p:cNvPr>
            <p:cNvCxnSpPr>
              <a:cxnSpLocks/>
              <a:stCxn id="106" idx="3"/>
              <a:endCxn id="128" idx="1"/>
            </p:cNvCxnSpPr>
            <p:nvPr/>
          </p:nvCxnSpPr>
          <p:spPr>
            <a:xfrm flipV="1">
              <a:off x="7839882" y="1028536"/>
              <a:ext cx="515082" cy="539024"/>
            </a:xfrm>
            <a:prstGeom prst="bentConnector3">
              <a:avLst>
                <a:gd name="adj1" fmla="val 50000"/>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连接符: 肘形 99">
              <a:extLst>
                <a:ext uri="{FF2B5EF4-FFF2-40B4-BE49-F238E27FC236}">
                  <a16:creationId xmlns:a16="http://schemas.microsoft.com/office/drawing/2014/main" id="{B4B7B656-10F6-4B13-A7B5-523625771B6E}"/>
                </a:ext>
              </a:extLst>
            </p:cNvPr>
            <p:cNvCxnSpPr>
              <a:cxnSpLocks/>
              <a:stCxn id="106" idx="3"/>
              <a:endCxn id="136" idx="1"/>
            </p:cNvCxnSpPr>
            <p:nvPr/>
          </p:nvCxnSpPr>
          <p:spPr>
            <a:xfrm>
              <a:off x="7839882" y="1567560"/>
              <a:ext cx="515081" cy="186863"/>
            </a:xfrm>
            <a:prstGeom prst="bentConnector3">
              <a:avLst>
                <a:gd name="adj1" fmla="val 50000"/>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86" name="组合 185">
            <a:extLst>
              <a:ext uri="{FF2B5EF4-FFF2-40B4-BE49-F238E27FC236}">
                <a16:creationId xmlns:a16="http://schemas.microsoft.com/office/drawing/2014/main" id="{A25B5286-962C-4F0B-8819-97A03A1C183A}"/>
              </a:ext>
            </a:extLst>
          </p:cNvPr>
          <p:cNvGrpSpPr/>
          <p:nvPr/>
        </p:nvGrpSpPr>
        <p:grpSpPr>
          <a:xfrm>
            <a:off x="8082278" y="4555875"/>
            <a:ext cx="346976" cy="844305"/>
            <a:chOff x="8082278" y="4555875"/>
            <a:chExt cx="346976" cy="844305"/>
          </a:xfrm>
        </p:grpSpPr>
        <p:cxnSp>
          <p:nvCxnSpPr>
            <p:cNvPr id="178" name="连接符: 肘形 177">
              <a:extLst>
                <a:ext uri="{FF2B5EF4-FFF2-40B4-BE49-F238E27FC236}">
                  <a16:creationId xmlns:a16="http://schemas.microsoft.com/office/drawing/2014/main" id="{EEB1048D-196F-4F68-9555-3221D9A7BBE7}"/>
                </a:ext>
              </a:extLst>
            </p:cNvPr>
            <p:cNvCxnSpPr>
              <a:cxnSpLocks/>
              <a:stCxn id="112" idx="3"/>
              <a:endCxn id="196" idx="1"/>
            </p:cNvCxnSpPr>
            <p:nvPr/>
          </p:nvCxnSpPr>
          <p:spPr>
            <a:xfrm flipV="1">
              <a:off x="8082278" y="4555875"/>
              <a:ext cx="346976" cy="418856"/>
            </a:xfrm>
            <a:prstGeom prst="bentConnector3">
              <a:avLst>
                <a:gd name="adj1" fmla="val 50000"/>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1" name="连接符: 肘形 180">
              <a:extLst>
                <a:ext uri="{FF2B5EF4-FFF2-40B4-BE49-F238E27FC236}">
                  <a16:creationId xmlns:a16="http://schemas.microsoft.com/office/drawing/2014/main" id="{8F0642C3-9F37-4463-909C-67B73DC3EF33}"/>
                </a:ext>
              </a:extLst>
            </p:cNvPr>
            <p:cNvCxnSpPr>
              <a:cxnSpLocks/>
              <a:stCxn id="112" idx="3"/>
              <a:endCxn id="202" idx="1"/>
            </p:cNvCxnSpPr>
            <p:nvPr/>
          </p:nvCxnSpPr>
          <p:spPr>
            <a:xfrm>
              <a:off x="8082278" y="4974731"/>
              <a:ext cx="346976" cy="425449"/>
            </a:xfrm>
            <a:prstGeom prst="bentConnector3">
              <a:avLst>
                <a:gd name="adj1" fmla="val 50000"/>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B23005CC-8891-4128-81FC-42BF1867C852}"/>
                </a:ext>
              </a:extLst>
            </p:cNvPr>
            <p:cNvCxnSpPr>
              <a:cxnSpLocks/>
              <a:stCxn id="112" idx="3"/>
              <a:endCxn id="199" idx="1"/>
            </p:cNvCxnSpPr>
            <p:nvPr/>
          </p:nvCxnSpPr>
          <p:spPr>
            <a:xfrm>
              <a:off x="8082278" y="4974731"/>
              <a:ext cx="346976" cy="32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09" name="组合 208">
            <a:extLst>
              <a:ext uri="{FF2B5EF4-FFF2-40B4-BE49-F238E27FC236}">
                <a16:creationId xmlns:a16="http://schemas.microsoft.com/office/drawing/2014/main" id="{D43B9ABE-A879-45E3-B226-C1E0370013FE}"/>
              </a:ext>
            </a:extLst>
          </p:cNvPr>
          <p:cNvGrpSpPr/>
          <p:nvPr/>
        </p:nvGrpSpPr>
        <p:grpSpPr>
          <a:xfrm>
            <a:off x="4278380" y="381629"/>
            <a:ext cx="5397397" cy="374725"/>
            <a:chOff x="4278380" y="381629"/>
            <a:chExt cx="5397397" cy="374725"/>
          </a:xfrm>
        </p:grpSpPr>
        <p:sp>
          <p:nvSpPr>
            <p:cNvPr id="121" name="矩形: 圆角 120">
              <a:extLst>
                <a:ext uri="{FF2B5EF4-FFF2-40B4-BE49-F238E27FC236}">
                  <a16:creationId xmlns:a16="http://schemas.microsoft.com/office/drawing/2014/main" id="{1AD4569A-4DD2-46A8-9B5B-85398121F795}"/>
                </a:ext>
              </a:extLst>
            </p:cNvPr>
            <p:cNvSpPr/>
            <p:nvPr/>
          </p:nvSpPr>
          <p:spPr>
            <a:xfrm>
              <a:off x="4278380" y="381629"/>
              <a:ext cx="5397397"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生产力和生产关系、经济基础和上层建筑的矛盾是社会基本矛盾</a:t>
              </a:r>
            </a:p>
          </p:txBody>
        </p:sp>
        <p:cxnSp>
          <p:nvCxnSpPr>
            <p:cNvPr id="131" name="直接连接符 130">
              <a:extLst>
                <a:ext uri="{FF2B5EF4-FFF2-40B4-BE49-F238E27FC236}">
                  <a16:creationId xmlns:a16="http://schemas.microsoft.com/office/drawing/2014/main" id="{7E4E5C29-94FF-441C-9880-25785B8521C6}"/>
                </a:ext>
              </a:extLst>
            </p:cNvPr>
            <p:cNvCxnSpPr>
              <a:cxnSpLocks/>
            </p:cNvCxnSpPr>
            <p:nvPr/>
          </p:nvCxnSpPr>
          <p:spPr>
            <a:xfrm>
              <a:off x="9675777" y="496937"/>
              <a:ext cx="0" cy="144109"/>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10" name="组合 209">
            <a:extLst>
              <a:ext uri="{FF2B5EF4-FFF2-40B4-BE49-F238E27FC236}">
                <a16:creationId xmlns:a16="http://schemas.microsoft.com/office/drawing/2014/main" id="{4B23243B-C872-4D17-87DB-DC4B2D5B9195}"/>
              </a:ext>
            </a:extLst>
          </p:cNvPr>
          <p:cNvGrpSpPr/>
          <p:nvPr/>
        </p:nvGrpSpPr>
        <p:grpSpPr>
          <a:xfrm>
            <a:off x="4278380" y="944030"/>
            <a:ext cx="3561502" cy="374725"/>
            <a:chOff x="4278380" y="944030"/>
            <a:chExt cx="3561502" cy="374725"/>
          </a:xfrm>
        </p:grpSpPr>
        <p:sp>
          <p:nvSpPr>
            <p:cNvPr id="105" name="矩形: 圆角 104">
              <a:extLst>
                <a:ext uri="{FF2B5EF4-FFF2-40B4-BE49-F238E27FC236}">
                  <a16:creationId xmlns:a16="http://schemas.microsoft.com/office/drawing/2014/main" id="{53AD7604-3810-4BE0-9CD5-E1B07907092B}"/>
                </a:ext>
              </a:extLst>
            </p:cNvPr>
            <p:cNvSpPr/>
            <p:nvPr/>
          </p:nvSpPr>
          <p:spPr>
            <a:xfrm>
              <a:off x="4278380" y="944030"/>
              <a:ext cx="3561502"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社会基本矛盾是历史发展的根本动力</a:t>
              </a:r>
            </a:p>
          </p:txBody>
        </p:sp>
        <p:cxnSp>
          <p:nvCxnSpPr>
            <p:cNvPr id="135" name="直接连接符 134">
              <a:extLst>
                <a:ext uri="{FF2B5EF4-FFF2-40B4-BE49-F238E27FC236}">
                  <a16:creationId xmlns:a16="http://schemas.microsoft.com/office/drawing/2014/main" id="{55FB2FDD-C461-4896-B7E4-F92612921C15}"/>
                </a:ext>
              </a:extLst>
            </p:cNvPr>
            <p:cNvCxnSpPr>
              <a:cxnSpLocks/>
            </p:cNvCxnSpPr>
            <p:nvPr/>
          </p:nvCxnSpPr>
          <p:spPr>
            <a:xfrm>
              <a:off x="7839882" y="1059338"/>
              <a:ext cx="0" cy="144109"/>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12" name="组合 211">
            <a:extLst>
              <a:ext uri="{FF2B5EF4-FFF2-40B4-BE49-F238E27FC236}">
                <a16:creationId xmlns:a16="http://schemas.microsoft.com/office/drawing/2014/main" id="{66FB866C-A82D-4526-8C6F-138FBDC7984C}"/>
              </a:ext>
            </a:extLst>
          </p:cNvPr>
          <p:cNvGrpSpPr/>
          <p:nvPr/>
        </p:nvGrpSpPr>
        <p:grpSpPr>
          <a:xfrm>
            <a:off x="4278380" y="2068277"/>
            <a:ext cx="5287150" cy="374725"/>
            <a:chOff x="4278380" y="2068277"/>
            <a:chExt cx="5287150" cy="374725"/>
          </a:xfrm>
        </p:grpSpPr>
        <p:sp>
          <p:nvSpPr>
            <p:cNvPr id="116" name="矩形: 圆角 115">
              <a:extLst>
                <a:ext uri="{FF2B5EF4-FFF2-40B4-BE49-F238E27FC236}">
                  <a16:creationId xmlns:a16="http://schemas.microsoft.com/office/drawing/2014/main" id="{B927AF23-B3EF-48FF-80DB-0AC6B34185B7}"/>
                </a:ext>
              </a:extLst>
            </p:cNvPr>
            <p:cNvSpPr/>
            <p:nvPr/>
          </p:nvSpPr>
          <p:spPr>
            <a:xfrm>
              <a:off x="4278380" y="2068277"/>
              <a:ext cx="5287148"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阶级和阶级斗争是人类社会发展到一定阶段才出现的社会现象</a:t>
              </a:r>
            </a:p>
          </p:txBody>
        </p:sp>
        <p:cxnSp>
          <p:nvCxnSpPr>
            <p:cNvPr id="129" name="直接连接符 128"/>
            <p:cNvCxnSpPr>
              <a:cxnSpLocks/>
            </p:cNvCxnSpPr>
            <p:nvPr/>
          </p:nvCxnSpPr>
          <p:spPr>
            <a:xfrm>
              <a:off x="9565530" y="2183585"/>
              <a:ext cx="0" cy="144109"/>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13" name="组合 212">
            <a:extLst>
              <a:ext uri="{FF2B5EF4-FFF2-40B4-BE49-F238E27FC236}">
                <a16:creationId xmlns:a16="http://schemas.microsoft.com/office/drawing/2014/main" id="{A393E2A0-180A-47DE-BEA6-DF564C40E481}"/>
              </a:ext>
            </a:extLst>
          </p:cNvPr>
          <p:cNvGrpSpPr/>
          <p:nvPr/>
        </p:nvGrpSpPr>
        <p:grpSpPr>
          <a:xfrm>
            <a:off x="4278380" y="2483366"/>
            <a:ext cx="5287150" cy="374725"/>
            <a:chOff x="4278380" y="2483366"/>
            <a:chExt cx="5287150" cy="374725"/>
          </a:xfrm>
        </p:grpSpPr>
        <p:sp>
          <p:nvSpPr>
            <p:cNvPr id="107" name="矩形: 圆角 106">
              <a:extLst>
                <a:ext uri="{FF2B5EF4-FFF2-40B4-BE49-F238E27FC236}">
                  <a16:creationId xmlns:a16="http://schemas.microsoft.com/office/drawing/2014/main" id="{CA449BC2-1C50-43F7-80A2-3D8EE34FE656}"/>
                </a:ext>
              </a:extLst>
            </p:cNvPr>
            <p:cNvSpPr/>
            <p:nvPr/>
          </p:nvSpPr>
          <p:spPr>
            <a:xfrm>
              <a:off x="4278380" y="2483366"/>
              <a:ext cx="5287148"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阶级斗争是阶级社会发展的直接动力</a:t>
              </a:r>
            </a:p>
          </p:txBody>
        </p:sp>
        <p:cxnSp>
          <p:nvCxnSpPr>
            <p:cNvPr id="134" name="直接连接符 133"/>
            <p:cNvCxnSpPr>
              <a:cxnSpLocks/>
            </p:cNvCxnSpPr>
            <p:nvPr/>
          </p:nvCxnSpPr>
          <p:spPr>
            <a:xfrm>
              <a:off x="9565530" y="2598728"/>
              <a:ext cx="0" cy="144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14" name="组合 213">
            <a:extLst>
              <a:ext uri="{FF2B5EF4-FFF2-40B4-BE49-F238E27FC236}">
                <a16:creationId xmlns:a16="http://schemas.microsoft.com/office/drawing/2014/main" id="{1EE9EDFA-0000-4F0A-85AB-0584429D5DCC}"/>
              </a:ext>
            </a:extLst>
          </p:cNvPr>
          <p:cNvGrpSpPr/>
          <p:nvPr/>
        </p:nvGrpSpPr>
        <p:grpSpPr>
          <a:xfrm>
            <a:off x="4278380" y="2898455"/>
            <a:ext cx="5287150" cy="374725"/>
            <a:chOff x="4278380" y="2898455"/>
            <a:chExt cx="5287150" cy="374725"/>
          </a:xfrm>
        </p:grpSpPr>
        <p:sp>
          <p:nvSpPr>
            <p:cNvPr id="108" name="矩形: 圆角 107">
              <a:extLst>
                <a:ext uri="{FF2B5EF4-FFF2-40B4-BE49-F238E27FC236}">
                  <a16:creationId xmlns:a16="http://schemas.microsoft.com/office/drawing/2014/main" id="{AD04E0D5-0B3D-40F3-9BB2-282C1D12522F}"/>
                </a:ext>
              </a:extLst>
            </p:cNvPr>
            <p:cNvSpPr/>
            <p:nvPr/>
          </p:nvSpPr>
          <p:spPr>
            <a:xfrm>
              <a:off x="4278380" y="2898455"/>
              <a:ext cx="5287148"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马克思主义阶级分析方法是认识阶级社会的科学方法</a:t>
              </a:r>
            </a:p>
          </p:txBody>
        </p:sp>
        <p:cxnSp>
          <p:nvCxnSpPr>
            <p:cNvPr id="137" name="直接连接符 136"/>
            <p:cNvCxnSpPr>
              <a:cxnSpLocks/>
            </p:cNvCxnSpPr>
            <p:nvPr/>
          </p:nvCxnSpPr>
          <p:spPr>
            <a:xfrm>
              <a:off x="9565530" y="3013817"/>
              <a:ext cx="0" cy="144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11" name="组合 210">
            <a:extLst>
              <a:ext uri="{FF2B5EF4-FFF2-40B4-BE49-F238E27FC236}">
                <a16:creationId xmlns:a16="http://schemas.microsoft.com/office/drawing/2014/main" id="{E6A45253-7E7E-4CBC-BD87-7999B497FF83}"/>
              </a:ext>
            </a:extLst>
          </p:cNvPr>
          <p:cNvGrpSpPr/>
          <p:nvPr/>
        </p:nvGrpSpPr>
        <p:grpSpPr>
          <a:xfrm>
            <a:off x="4278380" y="1380197"/>
            <a:ext cx="3561502" cy="374725"/>
            <a:chOff x="4278380" y="1380197"/>
            <a:chExt cx="3561502" cy="374725"/>
          </a:xfrm>
        </p:grpSpPr>
        <p:sp>
          <p:nvSpPr>
            <p:cNvPr id="106" name="矩形: 圆角 105">
              <a:extLst>
                <a:ext uri="{FF2B5EF4-FFF2-40B4-BE49-F238E27FC236}">
                  <a16:creationId xmlns:a16="http://schemas.microsoft.com/office/drawing/2014/main" id="{A258E941-19C7-46DB-98D2-EDC2A5856BE1}"/>
                </a:ext>
              </a:extLst>
            </p:cNvPr>
            <p:cNvSpPr/>
            <p:nvPr/>
          </p:nvSpPr>
          <p:spPr>
            <a:xfrm>
              <a:off x="4278380" y="1380197"/>
              <a:ext cx="3561502"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在实践中具体把握社会主要矛盾及其转化</a:t>
              </a:r>
            </a:p>
          </p:txBody>
        </p:sp>
        <p:cxnSp>
          <p:nvCxnSpPr>
            <p:cNvPr id="188" name="直接连接符 187">
              <a:extLst>
                <a:ext uri="{FF2B5EF4-FFF2-40B4-BE49-F238E27FC236}">
                  <a16:creationId xmlns:a16="http://schemas.microsoft.com/office/drawing/2014/main" id="{C8FB3DA2-E5C9-45E1-A433-FA3C3BBABF2F}"/>
                </a:ext>
              </a:extLst>
            </p:cNvPr>
            <p:cNvCxnSpPr>
              <a:cxnSpLocks/>
            </p:cNvCxnSpPr>
            <p:nvPr/>
          </p:nvCxnSpPr>
          <p:spPr>
            <a:xfrm>
              <a:off x="7839882" y="1495505"/>
              <a:ext cx="0" cy="144109"/>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15" name="组合 214">
            <a:extLst>
              <a:ext uri="{FF2B5EF4-FFF2-40B4-BE49-F238E27FC236}">
                <a16:creationId xmlns:a16="http://schemas.microsoft.com/office/drawing/2014/main" id="{22E2E202-7151-4D4B-BE44-323272F9CAA6}"/>
              </a:ext>
            </a:extLst>
          </p:cNvPr>
          <p:cNvGrpSpPr/>
          <p:nvPr/>
        </p:nvGrpSpPr>
        <p:grpSpPr>
          <a:xfrm>
            <a:off x="4278380" y="3313543"/>
            <a:ext cx="5287150" cy="374725"/>
            <a:chOff x="4278380" y="3313543"/>
            <a:chExt cx="5287150" cy="374725"/>
          </a:xfrm>
        </p:grpSpPr>
        <p:sp>
          <p:nvSpPr>
            <p:cNvPr id="109" name="矩形: 圆角 108">
              <a:extLst>
                <a:ext uri="{FF2B5EF4-FFF2-40B4-BE49-F238E27FC236}">
                  <a16:creationId xmlns:a16="http://schemas.microsoft.com/office/drawing/2014/main" id="{03E13B22-2007-4BF2-9D36-1BA9C1D52F50}"/>
                </a:ext>
              </a:extLst>
            </p:cNvPr>
            <p:cNvSpPr/>
            <p:nvPr/>
          </p:nvSpPr>
          <p:spPr>
            <a:xfrm>
              <a:off x="4278380" y="3313543"/>
              <a:ext cx="5287148"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a:buClr>
                  <a:srgbClr val="C00000"/>
                </a:buClr>
                <a:buSzPct val="80000"/>
              </a:pPr>
              <a:r>
                <a:rPr lang="zh-CN" altLang="en-US" sz="1400" dirty="0">
                  <a:solidFill>
                    <a:prstClr val="black">
                      <a:lumMod val="95000"/>
                      <a:lumOff val="5000"/>
                    </a:prstClr>
                  </a:solidFill>
                  <a:latin typeface="微软雅黑" panose="020B0503020204020204" charset="-122"/>
                  <a:ea typeface="微软雅黑" panose="020B0503020204020204" charset="-122"/>
                  <a:sym typeface="+mn-ea"/>
                </a:rPr>
                <a:t>社会革命的实质和作用</a:t>
              </a:r>
            </a:p>
          </p:txBody>
        </p:sp>
        <p:cxnSp>
          <p:nvCxnSpPr>
            <p:cNvPr id="189" name="直接连接符 188">
              <a:extLst>
                <a:ext uri="{FF2B5EF4-FFF2-40B4-BE49-F238E27FC236}">
                  <a16:creationId xmlns:a16="http://schemas.microsoft.com/office/drawing/2014/main" id="{3C207DE2-36A8-4EED-A94A-EA23CD6C7E33}"/>
                </a:ext>
              </a:extLst>
            </p:cNvPr>
            <p:cNvCxnSpPr>
              <a:cxnSpLocks/>
            </p:cNvCxnSpPr>
            <p:nvPr/>
          </p:nvCxnSpPr>
          <p:spPr>
            <a:xfrm>
              <a:off x="9565530" y="3428905"/>
              <a:ext cx="0" cy="144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17" name="组合 216">
            <a:extLst>
              <a:ext uri="{FF2B5EF4-FFF2-40B4-BE49-F238E27FC236}">
                <a16:creationId xmlns:a16="http://schemas.microsoft.com/office/drawing/2014/main" id="{1BE0EE19-C79C-495E-9163-DEEE1C385620}"/>
              </a:ext>
            </a:extLst>
          </p:cNvPr>
          <p:cNvGrpSpPr/>
          <p:nvPr/>
        </p:nvGrpSpPr>
        <p:grpSpPr>
          <a:xfrm>
            <a:off x="4278380" y="3862931"/>
            <a:ext cx="3803898" cy="374725"/>
            <a:chOff x="4278380" y="3862931"/>
            <a:chExt cx="3803898" cy="374725"/>
          </a:xfrm>
        </p:grpSpPr>
        <p:sp>
          <p:nvSpPr>
            <p:cNvPr id="110" name="矩形: 圆角 109">
              <a:extLst>
                <a:ext uri="{FF2B5EF4-FFF2-40B4-BE49-F238E27FC236}">
                  <a16:creationId xmlns:a16="http://schemas.microsoft.com/office/drawing/2014/main" id="{6393A333-2675-49EB-92BD-2135D83C0154}"/>
                </a:ext>
              </a:extLst>
            </p:cNvPr>
            <p:cNvSpPr/>
            <p:nvPr/>
          </p:nvSpPr>
          <p:spPr>
            <a:xfrm>
              <a:off x="4278380" y="3862931"/>
              <a:ext cx="3803898"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a:buClr>
                  <a:srgbClr val="C00000"/>
                </a:buClr>
                <a:buSzPct val="80000"/>
              </a:pPr>
              <a:r>
                <a:rPr lang="zh-CN" altLang="en-US" sz="1400" dirty="0">
                  <a:solidFill>
                    <a:prstClr val="black">
                      <a:lumMod val="95000"/>
                      <a:lumOff val="5000"/>
                    </a:prstClr>
                  </a:solidFill>
                  <a:latin typeface="微软雅黑" panose="020B0503020204020204" charset="-122"/>
                  <a:ea typeface="微软雅黑" panose="020B0503020204020204" charset="-122"/>
                </a:rPr>
                <a:t>改革是推动社会历史发展的重要动力</a:t>
              </a:r>
            </a:p>
          </p:txBody>
        </p:sp>
        <p:cxnSp>
          <p:nvCxnSpPr>
            <p:cNvPr id="197" name="直接连接符 196"/>
            <p:cNvCxnSpPr>
              <a:cxnSpLocks/>
            </p:cNvCxnSpPr>
            <p:nvPr/>
          </p:nvCxnSpPr>
          <p:spPr>
            <a:xfrm>
              <a:off x="8082278" y="3978239"/>
              <a:ext cx="0" cy="144109"/>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18" name="组合 217">
            <a:extLst>
              <a:ext uri="{FF2B5EF4-FFF2-40B4-BE49-F238E27FC236}">
                <a16:creationId xmlns:a16="http://schemas.microsoft.com/office/drawing/2014/main" id="{86C38094-F1AD-4CF9-AF41-F1392DD08B5B}"/>
              </a:ext>
            </a:extLst>
          </p:cNvPr>
          <p:cNvGrpSpPr/>
          <p:nvPr/>
        </p:nvGrpSpPr>
        <p:grpSpPr>
          <a:xfrm>
            <a:off x="4278380" y="4325150"/>
            <a:ext cx="3803898" cy="374725"/>
            <a:chOff x="4278380" y="4325150"/>
            <a:chExt cx="3803898" cy="374725"/>
          </a:xfrm>
        </p:grpSpPr>
        <p:sp>
          <p:nvSpPr>
            <p:cNvPr id="111" name="矩形: 圆角 110">
              <a:extLst>
                <a:ext uri="{FF2B5EF4-FFF2-40B4-BE49-F238E27FC236}">
                  <a16:creationId xmlns:a16="http://schemas.microsoft.com/office/drawing/2014/main" id="{D058295A-B110-4BA6-B52C-772097899B66}"/>
                </a:ext>
              </a:extLst>
            </p:cNvPr>
            <p:cNvSpPr/>
            <p:nvPr/>
          </p:nvSpPr>
          <p:spPr>
            <a:xfrm>
              <a:off x="4278380" y="4325150"/>
              <a:ext cx="3803898"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正确理解改革与革命的关系</a:t>
              </a:r>
            </a:p>
          </p:txBody>
        </p:sp>
        <p:cxnSp>
          <p:nvCxnSpPr>
            <p:cNvPr id="200" name="直接连接符 199"/>
            <p:cNvCxnSpPr>
              <a:cxnSpLocks/>
            </p:cNvCxnSpPr>
            <p:nvPr/>
          </p:nvCxnSpPr>
          <p:spPr>
            <a:xfrm>
              <a:off x="8082278" y="4440512"/>
              <a:ext cx="0" cy="144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19" name="组合 218">
            <a:extLst>
              <a:ext uri="{FF2B5EF4-FFF2-40B4-BE49-F238E27FC236}">
                <a16:creationId xmlns:a16="http://schemas.microsoft.com/office/drawing/2014/main" id="{029692EC-EE16-4567-BEBD-10A67F22B764}"/>
              </a:ext>
            </a:extLst>
          </p:cNvPr>
          <p:cNvGrpSpPr/>
          <p:nvPr/>
        </p:nvGrpSpPr>
        <p:grpSpPr>
          <a:xfrm>
            <a:off x="4278380" y="4787368"/>
            <a:ext cx="3803898" cy="374725"/>
            <a:chOff x="4278380" y="4787368"/>
            <a:chExt cx="3803898" cy="374725"/>
          </a:xfrm>
        </p:grpSpPr>
        <p:sp>
          <p:nvSpPr>
            <p:cNvPr id="112" name="矩形: 圆角 111">
              <a:extLst>
                <a:ext uri="{FF2B5EF4-FFF2-40B4-BE49-F238E27FC236}">
                  <a16:creationId xmlns:a16="http://schemas.microsoft.com/office/drawing/2014/main" id="{C46A152A-F58D-4026-958E-09575B4B2604}"/>
                </a:ext>
              </a:extLst>
            </p:cNvPr>
            <p:cNvSpPr/>
            <p:nvPr/>
          </p:nvSpPr>
          <p:spPr>
            <a:xfrm>
              <a:off x="4278380" y="4787368"/>
              <a:ext cx="3803898"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改革是推动中国社会进步的“法宝”</a:t>
              </a:r>
            </a:p>
          </p:txBody>
        </p:sp>
        <p:cxnSp>
          <p:nvCxnSpPr>
            <p:cNvPr id="203" name="直接连接符 202"/>
            <p:cNvCxnSpPr>
              <a:cxnSpLocks/>
            </p:cNvCxnSpPr>
            <p:nvPr/>
          </p:nvCxnSpPr>
          <p:spPr>
            <a:xfrm>
              <a:off x="8082278" y="4902730"/>
              <a:ext cx="0" cy="144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20" name="组合 219">
            <a:extLst>
              <a:ext uri="{FF2B5EF4-FFF2-40B4-BE49-F238E27FC236}">
                <a16:creationId xmlns:a16="http://schemas.microsoft.com/office/drawing/2014/main" id="{3480BCF9-C597-4804-841D-04FA523566F0}"/>
              </a:ext>
            </a:extLst>
          </p:cNvPr>
          <p:cNvGrpSpPr/>
          <p:nvPr/>
        </p:nvGrpSpPr>
        <p:grpSpPr>
          <a:xfrm>
            <a:off x="4278380" y="5335348"/>
            <a:ext cx="3803898" cy="374725"/>
            <a:chOff x="4278380" y="5335348"/>
            <a:chExt cx="3803898" cy="374725"/>
          </a:xfrm>
        </p:grpSpPr>
        <p:sp>
          <p:nvSpPr>
            <p:cNvPr id="113" name="矩形: 圆角 112">
              <a:extLst>
                <a:ext uri="{FF2B5EF4-FFF2-40B4-BE49-F238E27FC236}">
                  <a16:creationId xmlns:a16="http://schemas.microsoft.com/office/drawing/2014/main" id="{37A704D8-966B-4B34-96E9-C866F569FCD8}"/>
                </a:ext>
              </a:extLst>
            </p:cNvPr>
            <p:cNvSpPr/>
            <p:nvPr/>
          </p:nvSpPr>
          <p:spPr>
            <a:xfrm>
              <a:off x="4278380" y="5335348"/>
              <a:ext cx="3803898"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a:buClr>
                  <a:srgbClr val="C00000"/>
                </a:buClr>
                <a:buSzPct val="80000"/>
              </a:pPr>
              <a:r>
                <a:rPr lang="zh-CN" altLang="en-US" sz="1400" dirty="0">
                  <a:solidFill>
                    <a:prstClr val="black">
                      <a:lumMod val="95000"/>
                      <a:lumOff val="5000"/>
                    </a:prstClr>
                  </a:solidFill>
                  <a:latin typeface="微软雅黑" panose="020B0503020204020204" charset="-122"/>
                  <a:ea typeface="微软雅黑" panose="020B0503020204020204" charset="-122"/>
                </a:rPr>
                <a:t>科学技术的内涵</a:t>
              </a:r>
            </a:p>
          </p:txBody>
        </p:sp>
        <p:cxnSp>
          <p:nvCxnSpPr>
            <p:cNvPr id="206" name="直接连接符 205">
              <a:extLst>
                <a:ext uri="{FF2B5EF4-FFF2-40B4-BE49-F238E27FC236}">
                  <a16:creationId xmlns:a16="http://schemas.microsoft.com/office/drawing/2014/main" id="{3470C345-13BE-4150-A655-9FA046EE0974}"/>
                </a:ext>
              </a:extLst>
            </p:cNvPr>
            <p:cNvCxnSpPr>
              <a:cxnSpLocks/>
            </p:cNvCxnSpPr>
            <p:nvPr/>
          </p:nvCxnSpPr>
          <p:spPr>
            <a:xfrm>
              <a:off x="8082278" y="5450656"/>
              <a:ext cx="0" cy="144109"/>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21" name="组合 220">
            <a:extLst>
              <a:ext uri="{FF2B5EF4-FFF2-40B4-BE49-F238E27FC236}">
                <a16:creationId xmlns:a16="http://schemas.microsoft.com/office/drawing/2014/main" id="{580673BA-05AC-4FC3-BB29-A2E80B88F0AE}"/>
              </a:ext>
            </a:extLst>
          </p:cNvPr>
          <p:cNvGrpSpPr/>
          <p:nvPr/>
        </p:nvGrpSpPr>
        <p:grpSpPr>
          <a:xfrm>
            <a:off x="4278380" y="5770677"/>
            <a:ext cx="3803898" cy="374725"/>
            <a:chOff x="4278380" y="5770677"/>
            <a:chExt cx="3803898" cy="374725"/>
          </a:xfrm>
        </p:grpSpPr>
        <p:sp>
          <p:nvSpPr>
            <p:cNvPr id="114" name="矩形: 圆角 113">
              <a:extLst>
                <a:ext uri="{FF2B5EF4-FFF2-40B4-BE49-F238E27FC236}">
                  <a16:creationId xmlns:a16="http://schemas.microsoft.com/office/drawing/2014/main" id="{43A2D04D-820B-4224-BBE7-AE080C22E3B7}"/>
                </a:ext>
              </a:extLst>
            </p:cNvPr>
            <p:cNvSpPr/>
            <p:nvPr/>
          </p:nvSpPr>
          <p:spPr>
            <a:xfrm>
              <a:off x="4278380" y="5770677"/>
              <a:ext cx="3803898"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buClr>
                  <a:srgbClr val="C00000"/>
                </a:buClr>
                <a:buSzPct val="80000"/>
              </a:pPr>
              <a:r>
                <a:rPr lang="zh-CN" altLang="en-US" sz="1400" dirty="0">
                  <a:solidFill>
                    <a:prstClr val="black">
                      <a:lumMod val="95000"/>
                      <a:lumOff val="5000"/>
                    </a:prstClr>
                  </a:solidFill>
                  <a:latin typeface="微软雅黑" panose="020B0503020204020204" charset="-122"/>
                  <a:ea typeface="微软雅黑" panose="020B0503020204020204" charset="-122"/>
                </a:rPr>
                <a:t>科学技术是推动经济和社会发展的强大杠杆</a:t>
              </a:r>
            </a:p>
          </p:txBody>
        </p:sp>
        <p:cxnSp>
          <p:nvCxnSpPr>
            <p:cNvPr id="207" name="直接连接符 206">
              <a:extLst>
                <a:ext uri="{FF2B5EF4-FFF2-40B4-BE49-F238E27FC236}">
                  <a16:creationId xmlns:a16="http://schemas.microsoft.com/office/drawing/2014/main" id="{C30F6580-CE66-4F1A-963B-06BD0DB48F3B}"/>
                </a:ext>
              </a:extLst>
            </p:cNvPr>
            <p:cNvCxnSpPr>
              <a:cxnSpLocks/>
            </p:cNvCxnSpPr>
            <p:nvPr/>
          </p:nvCxnSpPr>
          <p:spPr>
            <a:xfrm>
              <a:off x="8082278" y="5886039"/>
              <a:ext cx="0" cy="144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22" name="组合 221">
            <a:extLst>
              <a:ext uri="{FF2B5EF4-FFF2-40B4-BE49-F238E27FC236}">
                <a16:creationId xmlns:a16="http://schemas.microsoft.com/office/drawing/2014/main" id="{C3C54007-483F-4B4A-B0E9-503A99652785}"/>
              </a:ext>
            </a:extLst>
          </p:cNvPr>
          <p:cNvGrpSpPr/>
          <p:nvPr/>
        </p:nvGrpSpPr>
        <p:grpSpPr>
          <a:xfrm>
            <a:off x="4278380" y="6206007"/>
            <a:ext cx="3803898" cy="374725"/>
            <a:chOff x="4278380" y="6206007"/>
            <a:chExt cx="3803898" cy="374725"/>
          </a:xfrm>
        </p:grpSpPr>
        <p:sp>
          <p:nvSpPr>
            <p:cNvPr id="119" name="矩形: 圆角 118">
              <a:extLst>
                <a:ext uri="{FF2B5EF4-FFF2-40B4-BE49-F238E27FC236}">
                  <a16:creationId xmlns:a16="http://schemas.microsoft.com/office/drawing/2014/main" id="{C38BAB79-1C56-4049-84FB-7C69C610C7EB}"/>
                </a:ext>
              </a:extLst>
            </p:cNvPr>
            <p:cNvSpPr/>
            <p:nvPr/>
          </p:nvSpPr>
          <p:spPr>
            <a:xfrm>
              <a:off x="4278380" y="6206007"/>
              <a:ext cx="3803898" cy="37472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正确把握科学技术的社会作用</a:t>
              </a:r>
            </a:p>
          </p:txBody>
        </p:sp>
        <p:cxnSp>
          <p:nvCxnSpPr>
            <p:cNvPr id="208" name="直接连接符 207">
              <a:extLst>
                <a:ext uri="{FF2B5EF4-FFF2-40B4-BE49-F238E27FC236}">
                  <a16:creationId xmlns:a16="http://schemas.microsoft.com/office/drawing/2014/main" id="{2CC0F7D2-435A-43F7-8986-78D84C9B1320}"/>
                </a:ext>
              </a:extLst>
            </p:cNvPr>
            <p:cNvCxnSpPr>
              <a:cxnSpLocks/>
            </p:cNvCxnSpPr>
            <p:nvPr/>
          </p:nvCxnSpPr>
          <p:spPr>
            <a:xfrm>
              <a:off x="8082278" y="6321369"/>
              <a:ext cx="0" cy="144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a:off x="2063258" y="746847"/>
            <a:ext cx="1907857" cy="828000"/>
            <a:chOff x="2073418" y="858311"/>
            <a:chExt cx="1907857" cy="828000"/>
          </a:xfrm>
        </p:grpSpPr>
        <p:sp>
          <p:nvSpPr>
            <p:cNvPr id="96" name="iṣ1ïḑé"/>
            <p:cNvSpPr/>
            <p:nvPr/>
          </p:nvSpPr>
          <p:spPr>
            <a:xfrm>
              <a:off x="2073418" y="858311"/>
              <a:ext cx="1907857"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社会历史发展的根本动力是什么</a:t>
              </a:r>
            </a:p>
          </p:txBody>
        </p:sp>
        <p:cxnSp>
          <p:nvCxnSpPr>
            <p:cNvPr id="97" name="直接连接符 96"/>
            <p:cNvCxnSpPr/>
            <p:nvPr/>
          </p:nvCxnSpPr>
          <p:spPr>
            <a:xfrm>
              <a:off x="2076838" y="966311"/>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grpSp>
        <p:nvGrpSpPr>
          <p:cNvPr id="87" name="组合 86"/>
          <p:cNvGrpSpPr/>
          <p:nvPr/>
        </p:nvGrpSpPr>
        <p:grpSpPr>
          <a:xfrm>
            <a:off x="2062868" y="4072575"/>
            <a:ext cx="1908247" cy="828000"/>
            <a:chOff x="2073028" y="740402"/>
            <a:chExt cx="1908247" cy="828000"/>
          </a:xfrm>
        </p:grpSpPr>
        <p:sp>
          <p:nvSpPr>
            <p:cNvPr id="92" name="iṣ1ïḑé"/>
            <p:cNvSpPr/>
            <p:nvPr/>
          </p:nvSpPr>
          <p:spPr>
            <a:xfrm>
              <a:off x="2073418" y="740402"/>
              <a:ext cx="1907857"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为什么说改革是推动社会进步的“法宝”</a:t>
              </a:r>
            </a:p>
          </p:txBody>
        </p:sp>
        <p:cxnSp>
          <p:nvCxnSpPr>
            <p:cNvPr id="93" name="直接连接符 92"/>
            <p:cNvCxnSpPr/>
            <p:nvPr/>
          </p:nvCxnSpPr>
          <p:spPr>
            <a:xfrm>
              <a:off x="2073028" y="886502"/>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grpSp>
        <p:nvGrpSpPr>
          <p:cNvPr id="89" name="组合 88"/>
          <p:cNvGrpSpPr/>
          <p:nvPr/>
        </p:nvGrpSpPr>
        <p:grpSpPr>
          <a:xfrm>
            <a:off x="2063258" y="5524375"/>
            <a:ext cx="1907857" cy="828000"/>
            <a:chOff x="2073418" y="910581"/>
            <a:chExt cx="1907857" cy="828000"/>
          </a:xfrm>
        </p:grpSpPr>
        <p:sp>
          <p:nvSpPr>
            <p:cNvPr id="90" name="iṣ1ïḑé"/>
            <p:cNvSpPr/>
            <p:nvPr/>
          </p:nvSpPr>
          <p:spPr>
            <a:xfrm>
              <a:off x="2073418" y="910581"/>
              <a:ext cx="1907857"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为什么说</a:t>
              </a:r>
              <a:r>
                <a:rPr lang="en-US" altLang="zh-CN" sz="1400" dirty="0">
                  <a:solidFill>
                    <a:schemeClr val="tx1">
                      <a:lumMod val="85000"/>
                      <a:lumOff val="15000"/>
                    </a:schemeClr>
                  </a:solidFill>
                  <a:latin typeface="微软雅黑" panose="020B0503020204020204" charset="-122"/>
                  <a:ea typeface="微软雅黑" panose="020B0503020204020204" charset="-122"/>
                </a:rPr>
                <a:t>“</a:t>
              </a:r>
              <a:r>
                <a:rPr lang="zh-CN" altLang="en-US" sz="1400" dirty="0">
                  <a:solidFill>
                    <a:schemeClr val="tx1">
                      <a:lumMod val="85000"/>
                      <a:lumOff val="15000"/>
                    </a:schemeClr>
                  </a:solidFill>
                  <a:latin typeface="微软雅黑" panose="020B0503020204020204" charset="-122"/>
                  <a:ea typeface="微软雅黑" panose="020B0503020204020204" charset="-122"/>
                </a:rPr>
                <a:t>科学技术是第一生产力</a:t>
              </a:r>
              <a:r>
                <a:rPr lang="en-US" altLang="zh-CN" sz="1400" dirty="0">
                  <a:solidFill>
                    <a:schemeClr val="tx1">
                      <a:lumMod val="85000"/>
                      <a:lumOff val="15000"/>
                    </a:schemeClr>
                  </a:solidFill>
                  <a:latin typeface="微软雅黑" panose="020B0503020204020204" charset="-122"/>
                  <a:ea typeface="微软雅黑" panose="020B0503020204020204" charset="-122"/>
                </a:rPr>
                <a:t>”</a:t>
              </a:r>
            </a:p>
          </p:txBody>
        </p:sp>
        <p:cxnSp>
          <p:nvCxnSpPr>
            <p:cNvPr id="91" name="直接连接符 90"/>
            <p:cNvCxnSpPr/>
            <p:nvPr/>
          </p:nvCxnSpPr>
          <p:spPr>
            <a:xfrm>
              <a:off x="2076838" y="1018581"/>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grpSp>
        <p:nvGrpSpPr>
          <p:cNvPr id="229" name="组合 228">
            <a:extLst>
              <a:ext uri="{FF2B5EF4-FFF2-40B4-BE49-F238E27FC236}">
                <a16:creationId xmlns:a16="http://schemas.microsoft.com/office/drawing/2014/main" id="{38D8116D-A829-4B82-8345-A40188CCC5B4}"/>
              </a:ext>
            </a:extLst>
          </p:cNvPr>
          <p:cNvGrpSpPr/>
          <p:nvPr/>
        </p:nvGrpSpPr>
        <p:grpSpPr>
          <a:xfrm>
            <a:off x="2063258" y="2436876"/>
            <a:ext cx="1907857" cy="828000"/>
            <a:chOff x="2073418" y="858311"/>
            <a:chExt cx="1907857" cy="828000"/>
          </a:xfrm>
        </p:grpSpPr>
        <p:sp>
          <p:nvSpPr>
            <p:cNvPr id="230" name="iṣ1ïḑé">
              <a:extLst>
                <a:ext uri="{FF2B5EF4-FFF2-40B4-BE49-F238E27FC236}">
                  <a16:creationId xmlns:a16="http://schemas.microsoft.com/office/drawing/2014/main" id="{5325CCE9-D200-4489-A263-8B1B2FFDE3C8}"/>
                </a:ext>
              </a:extLst>
            </p:cNvPr>
            <p:cNvSpPr/>
            <p:nvPr/>
          </p:nvSpPr>
          <p:spPr>
            <a:xfrm>
              <a:off x="2073418" y="858311"/>
              <a:ext cx="1907857"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如何理解阶级斗争的历史作用</a:t>
              </a:r>
            </a:p>
          </p:txBody>
        </p:sp>
        <p:cxnSp>
          <p:nvCxnSpPr>
            <p:cNvPr id="231" name="直接连接符 230">
              <a:extLst>
                <a:ext uri="{FF2B5EF4-FFF2-40B4-BE49-F238E27FC236}">
                  <a16:creationId xmlns:a16="http://schemas.microsoft.com/office/drawing/2014/main" id="{4EFCB65A-7EB8-479E-AE3D-DC4D9CC9DE09}"/>
                </a:ext>
              </a:extLst>
            </p:cNvPr>
            <p:cNvCxnSpPr/>
            <p:nvPr/>
          </p:nvCxnSpPr>
          <p:spPr>
            <a:xfrm>
              <a:off x="2076838" y="966311"/>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a:extLst>
              <a:ext uri="{FF2B5EF4-FFF2-40B4-BE49-F238E27FC236}">
                <a16:creationId xmlns:a16="http://schemas.microsoft.com/office/drawing/2014/main" id="{FC7123E7-CD48-44B5-A720-CC7BCC74C3DD}"/>
              </a:ext>
            </a:extLst>
          </p:cNvPr>
          <p:cNvGrpSpPr/>
          <p:nvPr/>
        </p:nvGrpSpPr>
        <p:grpSpPr>
          <a:xfrm>
            <a:off x="8679375" y="1395492"/>
            <a:ext cx="2969002" cy="391160"/>
            <a:chOff x="8613490" y="1560993"/>
            <a:chExt cx="2969002" cy="391160"/>
          </a:xfrm>
        </p:grpSpPr>
        <p:sp>
          <p:nvSpPr>
            <p:cNvPr id="128" name="îṣľîďê"/>
            <p:cNvSpPr/>
            <p:nvPr/>
          </p:nvSpPr>
          <p:spPr>
            <a:xfrm>
              <a:off x="8613490" y="1560993"/>
              <a:ext cx="2969001" cy="39116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a:bodyPr>
            <a:lstStyle/>
            <a:p>
              <a:pPr marL="107950" lvl="0">
                <a:buClr>
                  <a:srgbClr val="C00000"/>
                </a:buClr>
                <a:buSzPct val="80000"/>
                <a:defRPr/>
              </a:pPr>
              <a:r>
                <a:rPr lang="zh-CN" altLang="en-US" sz="1400" dirty="0">
                  <a:solidFill>
                    <a:prstClr val="black">
                      <a:lumMod val="95000"/>
                      <a:lumOff val="5000"/>
                    </a:prstClr>
                  </a:solidFill>
                  <a:latin typeface="微软雅黑" panose="020B0503020204020204" charset="-122"/>
                  <a:ea typeface="微软雅黑" panose="020B0503020204020204" charset="-122"/>
                </a:rPr>
                <a:t>人民群众是社会物质财富的创造者</a:t>
              </a:r>
            </a:p>
          </p:txBody>
        </p:sp>
        <p:cxnSp>
          <p:nvCxnSpPr>
            <p:cNvPr id="129" name="直接连接符 128"/>
            <p:cNvCxnSpPr/>
            <p:nvPr/>
          </p:nvCxnSpPr>
          <p:spPr>
            <a:xfrm>
              <a:off x="11582492" y="1658857"/>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860DFFED-9740-41CB-A898-62F97667F8B7}"/>
              </a:ext>
            </a:extLst>
          </p:cNvPr>
          <p:cNvGrpSpPr/>
          <p:nvPr/>
        </p:nvGrpSpPr>
        <p:grpSpPr>
          <a:xfrm>
            <a:off x="8679375" y="1889312"/>
            <a:ext cx="2969001" cy="391456"/>
            <a:chOff x="8613491" y="2035911"/>
            <a:chExt cx="2969001" cy="391456"/>
          </a:xfrm>
        </p:grpSpPr>
        <p:sp>
          <p:nvSpPr>
            <p:cNvPr id="133" name="iṩ1ïḓé"/>
            <p:cNvSpPr/>
            <p:nvPr/>
          </p:nvSpPr>
          <p:spPr>
            <a:xfrm>
              <a:off x="8613491" y="2035911"/>
              <a:ext cx="2969001" cy="391456"/>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a:bodyPr>
            <a:lstStyle/>
            <a:p>
              <a:pPr marL="10795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人民群众是社会精神财富的创造者</a:t>
              </a:r>
            </a:p>
          </p:txBody>
        </p:sp>
        <p:cxnSp>
          <p:nvCxnSpPr>
            <p:cNvPr id="134" name="直接连接符 133"/>
            <p:cNvCxnSpPr/>
            <p:nvPr/>
          </p:nvCxnSpPr>
          <p:spPr>
            <a:xfrm>
              <a:off x="11582492" y="2133775"/>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21D9FAE8-04B8-431E-85E7-CB71EB005708}"/>
              </a:ext>
            </a:extLst>
          </p:cNvPr>
          <p:cNvGrpSpPr/>
          <p:nvPr/>
        </p:nvGrpSpPr>
        <p:grpSpPr>
          <a:xfrm>
            <a:off x="8679375" y="2345328"/>
            <a:ext cx="2969001" cy="391456"/>
            <a:chOff x="8613491" y="2510829"/>
            <a:chExt cx="2969001" cy="391456"/>
          </a:xfrm>
        </p:grpSpPr>
        <p:sp>
          <p:nvSpPr>
            <p:cNvPr id="136" name="iṣḷîḓê"/>
            <p:cNvSpPr/>
            <p:nvPr/>
          </p:nvSpPr>
          <p:spPr>
            <a:xfrm>
              <a:off x="8613491" y="2510829"/>
              <a:ext cx="2969001" cy="391456"/>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人民群众是社会变革的决定力量</a:t>
              </a:r>
            </a:p>
          </p:txBody>
        </p:sp>
        <p:cxnSp>
          <p:nvCxnSpPr>
            <p:cNvPr id="137" name="直接连接符 136"/>
            <p:cNvCxnSpPr/>
            <p:nvPr/>
          </p:nvCxnSpPr>
          <p:spPr>
            <a:xfrm>
              <a:off x="11582492" y="2608693"/>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5" name="组合 14">
            <a:extLst>
              <a:ext uri="{FF2B5EF4-FFF2-40B4-BE49-F238E27FC236}">
                <a16:creationId xmlns:a16="http://schemas.microsoft.com/office/drawing/2014/main" id="{DB568AA6-6424-44A4-AEAB-9C95B2F33C71}"/>
              </a:ext>
            </a:extLst>
          </p:cNvPr>
          <p:cNvGrpSpPr/>
          <p:nvPr/>
        </p:nvGrpSpPr>
        <p:grpSpPr>
          <a:xfrm>
            <a:off x="8685160" y="3484783"/>
            <a:ext cx="1989886" cy="391160"/>
            <a:chOff x="8617896" y="3561255"/>
            <a:chExt cx="1989886" cy="391160"/>
          </a:xfrm>
        </p:grpSpPr>
        <p:sp>
          <p:nvSpPr>
            <p:cNvPr id="196" name="îṣľîďê"/>
            <p:cNvSpPr/>
            <p:nvPr/>
          </p:nvSpPr>
          <p:spPr>
            <a:xfrm>
              <a:off x="8617896" y="3561255"/>
              <a:ext cx="1989886" cy="39116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lvl="0">
                <a:buClr>
                  <a:srgbClr val="C00000"/>
                </a:buClr>
                <a:buSzPct val="80000"/>
                <a:defRPr/>
              </a:pPr>
              <a:r>
                <a:rPr lang="zh-CN" altLang="en-US" sz="1400" dirty="0">
                  <a:solidFill>
                    <a:prstClr val="black">
                      <a:lumMod val="95000"/>
                      <a:lumOff val="5000"/>
                    </a:prstClr>
                  </a:solidFill>
                  <a:latin typeface="微软雅黑" panose="020B0503020204020204" charset="-122"/>
                  <a:ea typeface="微软雅黑" panose="020B0503020204020204" charset="-122"/>
                </a:rPr>
                <a:t>历史分析法</a:t>
              </a:r>
            </a:p>
          </p:txBody>
        </p:sp>
        <p:cxnSp>
          <p:nvCxnSpPr>
            <p:cNvPr id="197" name="直接连接符 196"/>
            <p:cNvCxnSpPr>
              <a:cxnSpLocks/>
            </p:cNvCxnSpPr>
            <p:nvPr/>
          </p:nvCxnSpPr>
          <p:spPr>
            <a:xfrm>
              <a:off x="10607782" y="3632653"/>
              <a:ext cx="0" cy="248364"/>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5CD4E892-5DBD-4A36-9A8E-BDFF318D7759}"/>
              </a:ext>
            </a:extLst>
          </p:cNvPr>
          <p:cNvGrpSpPr/>
          <p:nvPr/>
        </p:nvGrpSpPr>
        <p:grpSpPr>
          <a:xfrm>
            <a:off x="8685160" y="3995265"/>
            <a:ext cx="1989886" cy="391456"/>
            <a:chOff x="8617896" y="4240934"/>
            <a:chExt cx="1989886" cy="391456"/>
          </a:xfrm>
        </p:grpSpPr>
        <p:sp>
          <p:nvSpPr>
            <p:cNvPr id="202" name="iṣḷîḓê"/>
            <p:cNvSpPr/>
            <p:nvPr/>
          </p:nvSpPr>
          <p:spPr>
            <a:xfrm>
              <a:off x="8617896" y="4240934"/>
              <a:ext cx="1989886" cy="391456"/>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阶级分析法</a:t>
              </a:r>
            </a:p>
          </p:txBody>
        </p:sp>
        <p:cxnSp>
          <p:nvCxnSpPr>
            <p:cNvPr id="203" name="直接连接符 202"/>
            <p:cNvCxnSpPr>
              <a:cxnSpLocks/>
            </p:cNvCxnSpPr>
            <p:nvPr/>
          </p:nvCxnSpPr>
          <p:spPr>
            <a:xfrm>
              <a:off x="10607782" y="4338798"/>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3" name="组合 22">
            <a:extLst>
              <a:ext uri="{FF2B5EF4-FFF2-40B4-BE49-F238E27FC236}">
                <a16:creationId xmlns:a16="http://schemas.microsoft.com/office/drawing/2014/main" id="{E13152A9-D828-40DA-B6D4-ADB252CCEAB9}"/>
              </a:ext>
            </a:extLst>
          </p:cNvPr>
          <p:cNvGrpSpPr/>
          <p:nvPr/>
        </p:nvGrpSpPr>
        <p:grpSpPr>
          <a:xfrm>
            <a:off x="4806063" y="900321"/>
            <a:ext cx="3401695" cy="391160"/>
            <a:chOff x="4755346" y="900321"/>
            <a:chExt cx="3401695" cy="391160"/>
          </a:xfrm>
        </p:grpSpPr>
        <p:sp>
          <p:nvSpPr>
            <p:cNvPr id="142" name="îṣľîďê"/>
            <p:cNvSpPr/>
            <p:nvPr/>
          </p:nvSpPr>
          <p:spPr>
            <a:xfrm>
              <a:off x="4755346" y="900321"/>
              <a:ext cx="3401695" cy="39116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lvl="0">
                <a:buClr>
                  <a:srgbClr val="C00000"/>
                </a:buClr>
                <a:buSzPct val="80000"/>
                <a:defRPr/>
              </a:pPr>
              <a:r>
                <a:rPr lang="zh-CN" altLang="en-US" sz="1400" dirty="0">
                  <a:solidFill>
                    <a:prstClr val="black">
                      <a:lumMod val="95000"/>
                      <a:lumOff val="5000"/>
                    </a:prstClr>
                  </a:solidFill>
                  <a:latin typeface="微软雅黑" panose="020B0503020204020204" charset="-122"/>
                  <a:ea typeface="微软雅黑" panose="020B0503020204020204" charset="-122"/>
                </a:rPr>
                <a:t>英雄史观和群众史观的对立</a:t>
              </a:r>
            </a:p>
          </p:txBody>
        </p:sp>
        <p:cxnSp>
          <p:nvCxnSpPr>
            <p:cNvPr id="143" name="直接连接符 142"/>
            <p:cNvCxnSpPr>
              <a:cxnSpLocks/>
            </p:cNvCxnSpPr>
            <p:nvPr/>
          </p:nvCxnSpPr>
          <p:spPr>
            <a:xfrm>
              <a:off x="8145633" y="998037"/>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0CA36420-D934-445B-A509-C292D8748E6C}"/>
              </a:ext>
            </a:extLst>
          </p:cNvPr>
          <p:cNvGrpSpPr/>
          <p:nvPr/>
        </p:nvGrpSpPr>
        <p:grpSpPr>
          <a:xfrm>
            <a:off x="4806063" y="1395196"/>
            <a:ext cx="3401695" cy="391456"/>
            <a:chOff x="4755346" y="1395196"/>
            <a:chExt cx="3401695" cy="391456"/>
          </a:xfrm>
        </p:grpSpPr>
        <p:sp>
          <p:nvSpPr>
            <p:cNvPr id="145" name="iṩ1ïḓé"/>
            <p:cNvSpPr/>
            <p:nvPr/>
          </p:nvSpPr>
          <p:spPr>
            <a:xfrm>
              <a:off x="4755346" y="1395196"/>
              <a:ext cx="3401695" cy="391456"/>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人民群众及其构成</a:t>
              </a:r>
            </a:p>
          </p:txBody>
        </p:sp>
        <p:cxnSp>
          <p:nvCxnSpPr>
            <p:cNvPr id="146" name="直接连接符 145"/>
            <p:cNvCxnSpPr>
              <a:cxnSpLocks/>
            </p:cNvCxnSpPr>
            <p:nvPr/>
          </p:nvCxnSpPr>
          <p:spPr>
            <a:xfrm>
              <a:off x="8137866" y="1493060"/>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65518F3F-18D3-4678-975E-5FEA988F2EEC}"/>
              </a:ext>
            </a:extLst>
          </p:cNvPr>
          <p:cNvGrpSpPr/>
          <p:nvPr/>
        </p:nvGrpSpPr>
        <p:grpSpPr>
          <a:xfrm>
            <a:off x="4806063" y="1890367"/>
            <a:ext cx="3401695" cy="391456"/>
            <a:chOff x="4755346" y="1890367"/>
            <a:chExt cx="3401695" cy="391456"/>
          </a:xfrm>
        </p:grpSpPr>
        <p:sp>
          <p:nvSpPr>
            <p:cNvPr id="148" name="iṣḷîḓê"/>
            <p:cNvSpPr/>
            <p:nvPr/>
          </p:nvSpPr>
          <p:spPr>
            <a:xfrm>
              <a:off x="4755346" y="1890367"/>
              <a:ext cx="3401695" cy="391456"/>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人民群众历史创造作用的主要体现</a:t>
              </a:r>
            </a:p>
          </p:txBody>
        </p:sp>
        <p:cxnSp>
          <p:nvCxnSpPr>
            <p:cNvPr id="149" name="直接连接符 148"/>
            <p:cNvCxnSpPr>
              <a:cxnSpLocks/>
            </p:cNvCxnSpPr>
            <p:nvPr/>
          </p:nvCxnSpPr>
          <p:spPr>
            <a:xfrm>
              <a:off x="8145633" y="1988231"/>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53CFEF6D-F900-4F91-8E4F-1DA69927A1FD}"/>
              </a:ext>
            </a:extLst>
          </p:cNvPr>
          <p:cNvGrpSpPr/>
          <p:nvPr/>
        </p:nvGrpSpPr>
        <p:grpSpPr>
          <a:xfrm>
            <a:off x="4806063" y="3161999"/>
            <a:ext cx="3401693" cy="391160"/>
            <a:chOff x="4755348" y="3161999"/>
            <a:chExt cx="3401693" cy="391160"/>
          </a:xfrm>
        </p:grpSpPr>
        <p:sp>
          <p:nvSpPr>
            <p:cNvPr id="5" name="îṣľîďê"/>
            <p:cNvSpPr/>
            <p:nvPr/>
          </p:nvSpPr>
          <p:spPr>
            <a:xfrm>
              <a:off x="4755348" y="3161999"/>
              <a:ext cx="3401693" cy="39116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lvl="0">
                <a:buClr>
                  <a:srgbClr val="C00000"/>
                </a:buClr>
                <a:buSzPct val="80000"/>
                <a:defRPr/>
              </a:pPr>
              <a:r>
                <a:rPr lang="zh-CN" altLang="en-US" sz="1400" dirty="0">
                  <a:solidFill>
                    <a:prstClr val="black">
                      <a:lumMod val="95000"/>
                      <a:lumOff val="5000"/>
                    </a:prstClr>
                  </a:solidFill>
                  <a:latin typeface="微软雅黑" panose="020B0503020204020204" charset="-122"/>
                  <a:ea typeface="微软雅黑" panose="020B0503020204020204" charset="-122"/>
                  <a:sym typeface="+mn-ea"/>
                </a:rPr>
                <a:t>个人在社会历史中的不同作用</a:t>
              </a:r>
              <a:endParaRPr lang="zh-CN" altLang="en-US" sz="1400" dirty="0">
                <a:solidFill>
                  <a:prstClr val="black">
                    <a:lumMod val="95000"/>
                    <a:lumOff val="5000"/>
                  </a:prstClr>
                </a:solidFill>
                <a:latin typeface="微软雅黑" panose="020B0503020204020204" charset="-122"/>
                <a:ea typeface="微软雅黑" panose="020B0503020204020204" charset="-122"/>
              </a:endParaRPr>
            </a:p>
          </p:txBody>
        </p:sp>
        <p:cxnSp>
          <p:nvCxnSpPr>
            <p:cNvPr id="6" name="直接连接符 5"/>
            <p:cNvCxnSpPr>
              <a:cxnSpLocks/>
            </p:cNvCxnSpPr>
            <p:nvPr/>
          </p:nvCxnSpPr>
          <p:spPr>
            <a:xfrm>
              <a:off x="8157041" y="3259715"/>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754C8C74-B971-4233-862B-CBA655892C2E}"/>
              </a:ext>
            </a:extLst>
          </p:cNvPr>
          <p:cNvGrpSpPr/>
          <p:nvPr/>
        </p:nvGrpSpPr>
        <p:grpSpPr>
          <a:xfrm>
            <a:off x="4806063" y="3760277"/>
            <a:ext cx="3401689" cy="391456"/>
            <a:chOff x="4761591" y="3760277"/>
            <a:chExt cx="3401689" cy="391456"/>
          </a:xfrm>
        </p:grpSpPr>
        <p:sp>
          <p:nvSpPr>
            <p:cNvPr id="21" name="iṣḷîḓê"/>
            <p:cNvSpPr/>
            <p:nvPr/>
          </p:nvSpPr>
          <p:spPr>
            <a:xfrm>
              <a:off x="4761591" y="3760277"/>
              <a:ext cx="3401689" cy="391456"/>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如何正确评价历史人物</a:t>
              </a:r>
            </a:p>
          </p:txBody>
        </p:sp>
        <p:cxnSp>
          <p:nvCxnSpPr>
            <p:cNvPr id="22" name="直接连接符 21"/>
            <p:cNvCxnSpPr>
              <a:cxnSpLocks/>
            </p:cNvCxnSpPr>
            <p:nvPr/>
          </p:nvCxnSpPr>
          <p:spPr>
            <a:xfrm>
              <a:off x="8163280" y="3858141"/>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2117835E-955F-41D1-AED2-967CDC66D2B0}"/>
              </a:ext>
            </a:extLst>
          </p:cNvPr>
          <p:cNvGrpSpPr/>
          <p:nvPr/>
        </p:nvGrpSpPr>
        <p:grpSpPr>
          <a:xfrm>
            <a:off x="4806063" y="5215168"/>
            <a:ext cx="4326890" cy="365760"/>
            <a:chOff x="4755515" y="5256802"/>
            <a:chExt cx="4326890" cy="365760"/>
          </a:xfrm>
        </p:grpSpPr>
        <p:sp>
          <p:nvSpPr>
            <p:cNvPr id="69" name="iṩ1ïḓé"/>
            <p:cNvSpPr/>
            <p:nvPr/>
          </p:nvSpPr>
          <p:spPr>
            <a:xfrm>
              <a:off x="4755515" y="5256802"/>
              <a:ext cx="4326890" cy="36576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阶级通常是由政党领导的</a:t>
              </a:r>
            </a:p>
          </p:txBody>
        </p:sp>
        <p:cxnSp>
          <p:nvCxnSpPr>
            <p:cNvPr id="67" name="直接连接符 66"/>
            <p:cNvCxnSpPr>
              <a:cxnSpLocks/>
            </p:cNvCxnSpPr>
            <p:nvPr/>
          </p:nvCxnSpPr>
          <p:spPr>
            <a:xfrm>
              <a:off x="9072091" y="5341818"/>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02863A82-39E7-4C0A-A933-CC7C78C26405}"/>
              </a:ext>
            </a:extLst>
          </p:cNvPr>
          <p:cNvGrpSpPr/>
          <p:nvPr/>
        </p:nvGrpSpPr>
        <p:grpSpPr>
          <a:xfrm>
            <a:off x="4806063" y="6187506"/>
            <a:ext cx="4326628" cy="391456"/>
            <a:chOff x="4787505" y="6010940"/>
            <a:chExt cx="4326628" cy="391456"/>
          </a:xfrm>
        </p:grpSpPr>
        <p:sp>
          <p:nvSpPr>
            <p:cNvPr id="72" name="iṣḷîḓê"/>
            <p:cNvSpPr/>
            <p:nvPr/>
          </p:nvSpPr>
          <p:spPr>
            <a:xfrm>
              <a:off x="4787505" y="6010940"/>
              <a:ext cx="4326628" cy="391456"/>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lvl="0">
                <a:buClr>
                  <a:srgbClr val="C00000"/>
                </a:buClr>
                <a:buSzPct val="80000"/>
                <a:defRPr/>
              </a:pPr>
              <a:r>
                <a:rPr lang="zh-CN" altLang="en-US" sz="1400" dirty="0">
                  <a:solidFill>
                    <a:prstClr val="black">
                      <a:lumMod val="95000"/>
                      <a:lumOff val="5000"/>
                    </a:prstClr>
                  </a:solidFill>
                  <a:latin typeface="微软雅黑" panose="020B0503020204020204" charset="-122"/>
                  <a:ea typeface="微软雅黑" panose="020B0503020204020204" charset="-122"/>
                  <a:sym typeface="+mn-ea"/>
                </a:rPr>
                <a:t>群众、阶级、政党、领袖的关系</a:t>
              </a:r>
              <a:endParaRPr lang="zh-CN" altLang="en-US" sz="1400" dirty="0">
                <a:solidFill>
                  <a:schemeClr val="tx1">
                    <a:lumMod val="95000"/>
                    <a:lumOff val="5000"/>
                  </a:schemeClr>
                </a:solidFill>
                <a:latin typeface="微软雅黑" panose="020B0503020204020204" charset="-122"/>
                <a:ea typeface="微软雅黑" panose="020B0503020204020204" charset="-122"/>
              </a:endParaRPr>
            </a:p>
          </p:txBody>
        </p:sp>
        <p:cxnSp>
          <p:nvCxnSpPr>
            <p:cNvPr id="73" name="直接连接符 72"/>
            <p:cNvCxnSpPr>
              <a:cxnSpLocks/>
            </p:cNvCxnSpPr>
            <p:nvPr/>
          </p:nvCxnSpPr>
          <p:spPr>
            <a:xfrm>
              <a:off x="9114133" y="6108804"/>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cxnSp>
        <p:nvCxnSpPr>
          <p:cNvPr id="79" name="直接连接符 78"/>
          <p:cNvCxnSpPr/>
          <p:nvPr/>
        </p:nvCxnSpPr>
        <p:spPr>
          <a:xfrm flipH="1" flipV="1">
            <a:off x="1855759" y="1728874"/>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flipV="1">
            <a:off x="1855759" y="356993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flipV="1">
            <a:off x="1855759" y="5514413"/>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cxnSpLocks/>
          </p:cNvCxnSpPr>
          <p:nvPr/>
        </p:nvCxnSpPr>
        <p:spPr>
          <a:xfrm>
            <a:off x="1855759" y="1728874"/>
            <a:ext cx="0" cy="378553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flipV="1">
            <a:off x="1460575" y="3571846"/>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85" name="组合 84"/>
          <p:cNvGrpSpPr/>
          <p:nvPr/>
        </p:nvGrpSpPr>
        <p:grpSpPr>
          <a:xfrm>
            <a:off x="2143758" y="1316603"/>
            <a:ext cx="2086497" cy="828000"/>
            <a:chOff x="2073418" y="858311"/>
            <a:chExt cx="2086497" cy="828000"/>
          </a:xfrm>
        </p:grpSpPr>
        <p:sp>
          <p:nvSpPr>
            <p:cNvPr id="96" name="iṣ1ïḑé"/>
            <p:cNvSpPr/>
            <p:nvPr/>
          </p:nvSpPr>
          <p:spPr>
            <a:xfrm>
              <a:off x="2073418" y="858311"/>
              <a:ext cx="2086497"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lnSpc>
                  <a:spcPct val="120000"/>
                </a:lnSpc>
              </a:pPr>
              <a:r>
                <a:rPr lang="zh-CN" altLang="en-US" sz="1600" dirty="0">
                  <a:solidFill>
                    <a:schemeClr val="tx1">
                      <a:lumMod val="85000"/>
                      <a:lumOff val="15000"/>
                    </a:schemeClr>
                  </a:solidFill>
                  <a:latin typeface="微软雅黑" panose="020B0503020204020204" charset="-122"/>
                  <a:ea typeface="微软雅黑" panose="020B0503020204020204" charset="-122"/>
                </a:rPr>
                <a:t>究竟谁是历史的</a:t>
              </a:r>
              <a:endParaRPr lang="en-US" altLang="zh-CN" sz="1600" dirty="0">
                <a:solidFill>
                  <a:schemeClr val="tx1">
                    <a:lumMod val="85000"/>
                    <a:lumOff val="15000"/>
                  </a:schemeClr>
                </a:solidFill>
                <a:latin typeface="微软雅黑" panose="020B0503020204020204" charset="-122"/>
                <a:ea typeface="微软雅黑" panose="020B0503020204020204" charset="-122"/>
              </a:endParaRPr>
            </a:p>
            <a:p>
              <a:pPr algn="ctr" defTabSz="913765">
                <a:lnSpc>
                  <a:spcPct val="120000"/>
                </a:lnSpc>
              </a:pPr>
              <a:r>
                <a:rPr lang="zh-CN" altLang="en-US" sz="1600" dirty="0">
                  <a:solidFill>
                    <a:schemeClr val="tx1">
                      <a:lumMod val="85000"/>
                      <a:lumOff val="15000"/>
                    </a:schemeClr>
                  </a:solidFill>
                  <a:latin typeface="微软雅黑" panose="020B0503020204020204" charset="-122"/>
                  <a:ea typeface="微软雅黑" panose="020B0503020204020204" charset="-122"/>
                </a:rPr>
                <a:t>创造者</a:t>
              </a:r>
            </a:p>
          </p:txBody>
        </p:sp>
        <p:cxnSp>
          <p:nvCxnSpPr>
            <p:cNvPr id="97" name="直接连接符 96"/>
            <p:cNvCxnSpPr/>
            <p:nvPr/>
          </p:nvCxnSpPr>
          <p:spPr>
            <a:xfrm>
              <a:off x="2076838" y="966311"/>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grpSp>
        <p:nvGrpSpPr>
          <p:cNvPr id="86" name="组合 85"/>
          <p:cNvGrpSpPr/>
          <p:nvPr/>
        </p:nvGrpSpPr>
        <p:grpSpPr>
          <a:xfrm>
            <a:off x="2143758" y="3262483"/>
            <a:ext cx="2086497" cy="828000"/>
            <a:chOff x="2073418" y="1541140"/>
            <a:chExt cx="2086497" cy="828000"/>
          </a:xfrm>
        </p:grpSpPr>
        <p:sp>
          <p:nvSpPr>
            <p:cNvPr id="94" name="iṣ1ïḑé"/>
            <p:cNvSpPr/>
            <p:nvPr/>
          </p:nvSpPr>
          <p:spPr>
            <a:xfrm>
              <a:off x="2073418" y="1541140"/>
              <a:ext cx="2086497"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lnSpc>
                  <a:spcPct val="120000"/>
                </a:lnSpc>
              </a:pPr>
              <a:r>
                <a:rPr lang="zh-CN" altLang="en-US" sz="1600" dirty="0">
                  <a:solidFill>
                    <a:schemeClr val="tx1">
                      <a:lumMod val="85000"/>
                      <a:lumOff val="15000"/>
                    </a:schemeClr>
                  </a:solidFill>
                  <a:latin typeface="微软雅黑" panose="020B0503020204020204" charset="-122"/>
                  <a:ea typeface="微软雅黑" panose="020B0503020204020204" charset="-122"/>
                </a:rPr>
                <a:t>“时势造英雄”还是 “英雄造时势”</a:t>
              </a:r>
            </a:p>
          </p:txBody>
        </p:sp>
        <p:cxnSp>
          <p:nvCxnSpPr>
            <p:cNvPr id="95" name="直接连接符 94"/>
            <p:cNvCxnSpPr/>
            <p:nvPr/>
          </p:nvCxnSpPr>
          <p:spPr>
            <a:xfrm>
              <a:off x="2076838" y="1649140"/>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grpSp>
        <p:nvGrpSpPr>
          <p:cNvPr id="87" name="组合 86"/>
          <p:cNvGrpSpPr/>
          <p:nvPr/>
        </p:nvGrpSpPr>
        <p:grpSpPr>
          <a:xfrm>
            <a:off x="2143758" y="5208363"/>
            <a:ext cx="2086497" cy="828000"/>
            <a:chOff x="2073418" y="2167882"/>
            <a:chExt cx="2086497" cy="828000"/>
          </a:xfrm>
        </p:grpSpPr>
        <p:sp>
          <p:nvSpPr>
            <p:cNvPr id="92" name="iṣ1ïḑé"/>
            <p:cNvSpPr/>
            <p:nvPr/>
          </p:nvSpPr>
          <p:spPr>
            <a:xfrm>
              <a:off x="2073418" y="2167882"/>
              <a:ext cx="2086497"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lnSpc>
                  <a:spcPct val="120000"/>
                </a:lnSpc>
              </a:pPr>
              <a:r>
                <a:rPr lang="zh-CN" altLang="en-US" sz="1600" dirty="0">
                  <a:solidFill>
                    <a:schemeClr val="tx1">
                      <a:lumMod val="85000"/>
                      <a:lumOff val="15000"/>
                    </a:schemeClr>
                  </a:solidFill>
                  <a:latin typeface="微软雅黑" panose="020B0503020204020204" charset="-122"/>
                  <a:ea typeface="微软雅黑" panose="020B0503020204020204" charset="-122"/>
                </a:rPr>
                <a:t>谁才是人民群众利益的忠实代表</a:t>
              </a:r>
            </a:p>
          </p:txBody>
        </p:sp>
        <p:cxnSp>
          <p:nvCxnSpPr>
            <p:cNvPr id="93" name="直接连接符 92"/>
            <p:cNvCxnSpPr/>
            <p:nvPr/>
          </p:nvCxnSpPr>
          <p:spPr>
            <a:xfrm>
              <a:off x="2076838" y="2275882"/>
              <a:ext cx="0" cy="612000"/>
            </a:xfrm>
            <a:prstGeom prst="line">
              <a:avLst/>
            </a:prstGeom>
            <a:ln w="25400" cap="rnd">
              <a:solidFill>
                <a:srgbClr val="E37A17"/>
              </a:solidFill>
            </a:ln>
          </p:spPr>
          <p:style>
            <a:lnRef idx="1">
              <a:schemeClr val="accent1"/>
            </a:lnRef>
            <a:fillRef idx="0">
              <a:schemeClr val="accent1"/>
            </a:fillRef>
            <a:effectRef idx="0">
              <a:schemeClr val="accent1"/>
            </a:effectRef>
            <a:fontRef idx="minor">
              <a:schemeClr val="tx1"/>
            </a:fontRef>
          </p:style>
        </p:cxnSp>
      </p:grpSp>
      <p:sp>
        <p:nvSpPr>
          <p:cNvPr id="98" name="iṧļiḑe"/>
          <p:cNvSpPr/>
          <p:nvPr/>
        </p:nvSpPr>
        <p:spPr>
          <a:xfrm>
            <a:off x="812575" y="1532461"/>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2000" b="1" dirty="0">
                <a:solidFill>
                  <a:srgbClr val="E55003"/>
                </a:solidFill>
                <a:latin typeface="微软雅黑" panose="020B0503020204020204" charset="-122"/>
                <a:ea typeface="微软雅黑" panose="020B0503020204020204" charset="-122"/>
              </a:rPr>
              <a:t>社会历史发展的主体力量</a:t>
            </a:r>
          </a:p>
        </p:txBody>
      </p:sp>
      <p:grpSp>
        <p:nvGrpSpPr>
          <p:cNvPr id="147" name="组合 146"/>
          <p:cNvGrpSpPr/>
          <p:nvPr/>
        </p:nvGrpSpPr>
        <p:grpSpPr>
          <a:xfrm>
            <a:off x="5358092" y="351316"/>
            <a:ext cx="2440580" cy="707886"/>
            <a:chOff x="1131850" y="3079821"/>
            <a:chExt cx="1475815" cy="707886"/>
          </a:xfrm>
        </p:grpSpPr>
        <p:sp>
          <p:nvSpPr>
            <p:cNvPr id="150" name="文本框 149"/>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noProof="0" dirty="0">
                  <a:solidFill>
                    <a:prstClr val="black">
                      <a:lumMod val="95000"/>
                      <a:lumOff val="5000"/>
                    </a:prstClr>
                  </a:solidFill>
                  <a:latin typeface="微软雅黑" panose="020B0503020204020204" charset="-122"/>
                  <a:ea typeface="微软雅黑" panose="020B0503020204020204" charset="-122"/>
                </a:rPr>
                <a:t>第三章小结</a:t>
              </a:r>
              <a:r>
                <a:rPr kumimoji="1" lang="en-US" altLang="zh-CN" sz="2000" b="1" dirty="0">
                  <a:solidFill>
                    <a:prstClr val="black">
                      <a:lumMod val="95000"/>
                      <a:lumOff val="5000"/>
                    </a:prstClr>
                  </a:solidFill>
                  <a:latin typeface="微软雅黑" panose="020B0503020204020204" charset="-122"/>
                  <a:ea typeface="微软雅黑" panose="020B0503020204020204" charset="-122"/>
                </a:rPr>
                <a:t>3</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grpSp>
          <p:nvGrpSpPr>
            <p:cNvPr id="151" name="组合 150"/>
            <p:cNvGrpSpPr/>
            <p:nvPr/>
          </p:nvGrpSpPr>
          <p:grpSpPr>
            <a:xfrm>
              <a:off x="1131850" y="3158981"/>
              <a:ext cx="263338" cy="243183"/>
              <a:chOff x="1164218" y="3158981"/>
              <a:chExt cx="263338" cy="243183"/>
            </a:xfrm>
          </p:grpSpPr>
          <p:grpSp>
            <p:nvGrpSpPr>
              <p:cNvPr id="152" name="组合 151"/>
              <p:cNvGrpSpPr/>
              <p:nvPr/>
            </p:nvGrpSpPr>
            <p:grpSpPr>
              <a:xfrm>
                <a:off x="1164220" y="3158981"/>
                <a:ext cx="263336" cy="240802"/>
                <a:chOff x="1164220" y="3158981"/>
                <a:chExt cx="263336" cy="240802"/>
              </a:xfrm>
            </p:grpSpPr>
            <p:sp>
              <p:nvSpPr>
                <p:cNvPr id="154" name="平行四边形 153"/>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5" name="直角三角形 154"/>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6" name="平行四边形 155"/>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53" name="直角三角形 152"/>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10" name="组合 9">
            <a:extLst>
              <a:ext uri="{FF2B5EF4-FFF2-40B4-BE49-F238E27FC236}">
                <a16:creationId xmlns:a16="http://schemas.microsoft.com/office/drawing/2014/main" id="{AEAD984F-59CE-4090-BA32-0EA3201BF942}"/>
              </a:ext>
            </a:extLst>
          </p:cNvPr>
          <p:cNvGrpSpPr/>
          <p:nvPr/>
        </p:nvGrpSpPr>
        <p:grpSpPr>
          <a:xfrm>
            <a:off x="4806063" y="5695622"/>
            <a:ext cx="4326890" cy="377190"/>
            <a:chOff x="4787265" y="5633992"/>
            <a:chExt cx="4326890" cy="377190"/>
          </a:xfrm>
        </p:grpSpPr>
        <p:sp>
          <p:nvSpPr>
            <p:cNvPr id="7" name="îṣľîďê"/>
            <p:cNvSpPr/>
            <p:nvPr/>
          </p:nvSpPr>
          <p:spPr>
            <a:xfrm>
              <a:off x="4787265" y="5633992"/>
              <a:ext cx="4326890" cy="37719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lvl="0">
                <a:buClr>
                  <a:srgbClr val="C00000"/>
                </a:buClr>
                <a:buSzPct val="80000"/>
                <a:defRPr/>
              </a:pPr>
              <a:r>
                <a:rPr lang="zh-CN" altLang="en-US" sz="1400" dirty="0">
                  <a:solidFill>
                    <a:schemeClr val="tx1">
                      <a:lumMod val="95000"/>
                      <a:lumOff val="5000"/>
                    </a:schemeClr>
                  </a:solidFill>
                  <a:latin typeface="微软雅黑" panose="020B0503020204020204" charset="-122"/>
                  <a:ea typeface="微软雅黑" panose="020B0503020204020204" charset="-122"/>
                  <a:sym typeface="+mn-ea"/>
                </a:rPr>
                <a:t>政党是</a:t>
              </a:r>
              <a:r>
                <a:rPr lang="zh-CN" altLang="en-US" sz="1400" dirty="0">
                  <a:solidFill>
                    <a:schemeClr val="tx1">
                      <a:lumMod val="85000"/>
                      <a:lumOff val="15000"/>
                    </a:schemeClr>
                  </a:solidFill>
                  <a:latin typeface="微软雅黑" panose="020B0503020204020204" charset="-122"/>
                  <a:ea typeface="微软雅黑" panose="020B0503020204020204" charset="-122"/>
                  <a:sym typeface="+mn-ea"/>
                </a:rPr>
                <a:t>由</a:t>
              </a:r>
              <a:r>
                <a:rPr lang="zh-CN" altLang="en-US" sz="1400" dirty="0">
                  <a:solidFill>
                    <a:schemeClr val="tx1">
                      <a:lumMod val="95000"/>
                      <a:lumOff val="5000"/>
                    </a:schemeClr>
                  </a:solidFill>
                  <a:latin typeface="微软雅黑" panose="020B0503020204020204" charset="-122"/>
                  <a:ea typeface="微软雅黑" panose="020B0503020204020204" charset="-122"/>
                  <a:sym typeface="+mn-ea"/>
                </a:rPr>
                <a:t>领袖来主持的</a:t>
              </a:r>
              <a:endParaRPr lang="zh-CN" altLang="en-US" sz="1400" dirty="0">
                <a:solidFill>
                  <a:prstClr val="black">
                    <a:lumMod val="95000"/>
                    <a:lumOff val="5000"/>
                  </a:prstClr>
                </a:solidFill>
                <a:latin typeface="微软雅黑" panose="020B0503020204020204" charset="-122"/>
                <a:ea typeface="微软雅黑" panose="020B0503020204020204" charset="-122"/>
              </a:endParaRPr>
            </a:p>
          </p:txBody>
        </p:sp>
        <p:cxnSp>
          <p:nvCxnSpPr>
            <p:cNvPr id="91" name="直接连接符 90"/>
            <p:cNvCxnSpPr>
              <a:cxnSpLocks/>
            </p:cNvCxnSpPr>
            <p:nvPr/>
          </p:nvCxnSpPr>
          <p:spPr>
            <a:xfrm>
              <a:off x="9114133" y="5724723"/>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5A577C57-78F4-4136-9EAC-81665D7CBB78}"/>
              </a:ext>
            </a:extLst>
          </p:cNvPr>
          <p:cNvGrpSpPr/>
          <p:nvPr/>
        </p:nvGrpSpPr>
        <p:grpSpPr>
          <a:xfrm>
            <a:off x="4806063" y="4709314"/>
            <a:ext cx="4326625" cy="391160"/>
            <a:chOff x="4755263" y="4747414"/>
            <a:chExt cx="4326625" cy="391160"/>
          </a:xfrm>
        </p:grpSpPr>
        <p:sp>
          <p:nvSpPr>
            <p:cNvPr id="66" name="îṣľîďê"/>
            <p:cNvSpPr/>
            <p:nvPr/>
          </p:nvSpPr>
          <p:spPr>
            <a:xfrm>
              <a:off x="4755263" y="4747414"/>
              <a:ext cx="4326625" cy="39116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lvl="0">
                <a:buClr>
                  <a:srgbClr val="C00000"/>
                </a:buClr>
                <a:buSzPct val="80000"/>
                <a:defRPr/>
              </a:pPr>
              <a:r>
                <a:rPr lang="zh-CN" altLang="en-US" sz="1400" dirty="0">
                  <a:solidFill>
                    <a:prstClr val="black">
                      <a:lumMod val="95000"/>
                      <a:lumOff val="5000"/>
                    </a:prstClr>
                  </a:solidFill>
                  <a:latin typeface="微软雅黑" panose="020B0503020204020204" charset="-122"/>
                  <a:ea typeface="微软雅黑" panose="020B0503020204020204" charset="-122"/>
                </a:rPr>
                <a:t>群众是划分为阶级的</a:t>
              </a:r>
            </a:p>
          </p:txBody>
        </p:sp>
        <p:cxnSp>
          <p:nvCxnSpPr>
            <p:cNvPr id="99" name="直接连接符 98"/>
            <p:cNvCxnSpPr>
              <a:cxnSpLocks/>
            </p:cNvCxnSpPr>
            <p:nvPr/>
          </p:nvCxnSpPr>
          <p:spPr>
            <a:xfrm>
              <a:off x="9075332" y="4845130"/>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3F8B41B8-8DCB-44DB-86C4-753022551ACD}"/>
              </a:ext>
            </a:extLst>
          </p:cNvPr>
          <p:cNvGrpSpPr/>
          <p:nvPr/>
        </p:nvGrpSpPr>
        <p:grpSpPr>
          <a:xfrm>
            <a:off x="4806063" y="2385539"/>
            <a:ext cx="3401695" cy="391456"/>
            <a:chOff x="4755346" y="2385539"/>
            <a:chExt cx="3401695" cy="391456"/>
          </a:xfrm>
        </p:grpSpPr>
        <p:sp>
          <p:nvSpPr>
            <p:cNvPr id="82" name="iṣḷîḓê">
              <a:extLst>
                <a:ext uri="{FF2B5EF4-FFF2-40B4-BE49-F238E27FC236}">
                  <a16:creationId xmlns:a16="http://schemas.microsoft.com/office/drawing/2014/main" id="{21B4C05C-6FE4-4314-AA9C-91BF0E69C872}"/>
                </a:ext>
              </a:extLst>
            </p:cNvPr>
            <p:cNvSpPr/>
            <p:nvPr/>
          </p:nvSpPr>
          <p:spPr>
            <a:xfrm>
              <a:off x="4755346" y="2385539"/>
              <a:ext cx="3401695" cy="391456"/>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07950">
                <a:buClr>
                  <a:srgbClr val="C00000"/>
                </a:buClr>
                <a:buSzPct val="80000"/>
              </a:pPr>
              <a:r>
                <a:rPr lang="zh-CN" altLang="en-US" sz="1400" dirty="0">
                  <a:solidFill>
                    <a:schemeClr val="tx1">
                      <a:lumMod val="95000"/>
                      <a:lumOff val="5000"/>
                    </a:schemeClr>
                  </a:solidFill>
                  <a:latin typeface="微软雅黑" panose="020B0503020204020204" charset="-122"/>
                  <a:ea typeface="微软雅黑" panose="020B0503020204020204" charset="-122"/>
                </a:rPr>
                <a:t>无产阶级政党的群众路线</a:t>
              </a:r>
            </a:p>
          </p:txBody>
        </p:sp>
        <p:cxnSp>
          <p:nvCxnSpPr>
            <p:cNvPr id="88" name="直接连接符 87">
              <a:extLst>
                <a:ext uri="{FF2B5EF4-FFF2-40B4-BE49-F238E27FC236}">
                  <a16:creationId xmlns:a16="http://schemas.microsoft.com/office/drawing/2014/main" id="{6361CD61-6757-47BE-99A3-4591493C79F9}"/>
                </a:ext>
              </a:extLst>
            </p:cNvPr>
            <p:cNvCxnSpPr>
              <a:cxnSpLocks/>
            </p:cNvCxnSpPr>
            <p:nvPr/>
          </p:nvCxnSpPr>
          <p:spPr>
            <a:xfrm>
              <a:off x="8145633" y="2483403"/>
              <a:ext cx="0" cy="195728"/>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02" name="组合 101">
            <a:extLst>
              <a:ext uri="{FF2B5EF4-FFF2-40B4-BE49-F238E27FC236}">
                <a16:creationId xmlns:a16="http://schemas.microsoft.com/office/drawing/2014/main" id="{EAD9CABA-B2F4-4DEC-AB09-1854C354901E}"/>
              </a:ext>
            </a:extLst>
          </p:cNvPr>
          <p:cNvGrpSpPr/>
          <p:nvPr/>
        </p:nvGrpSpPr>
        <p:grpSpPr>
          <a:xfrm>
            <a:off x="4230255" y="1095901"/>
            <a:ext cx="575808" cy="1485366"/>
            <a:chOff x="4230255" y="1095901"/>
            <a:chExt cx="575808" cy="1485366"/>
          </a:xfrm>
        </p:grpSpPr>
        <p:cxnSp>
          <p:nvCxnSpPr>
            <p:cNvPr id="32" name="连接符: 肘形 31">
              <a:extLst>
                <a:ext uri="{FF2B5EF4-FFF2-40B4-BE49-F238E27FC236}">
                  <a16:creationId xmlns:a16="http://schemas.microsoft.com/office/drawing/2014/main" id="{01D38B26-9D70-452C-8C0F-825FC27CBED5}"/>
                </a:ext>
              </a:extLst>
            </p:cNvPr>
            <p:cNvCxnSpPr>
              <a:stCxn id="96" idx="5"/>
              <a:endCxn id="142" idx="1"/>
            </p:cNvCxnSpPr>
            <p:nvPr/>
          </p:nvCxnSpPr>
          <p:spPr>
            <a:xfrm flipV="1">
              <a:off x="4230255" y="1095901"/>
              <a:ext cx="575808" cy="614847"/>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连接符: 肘形 33">
              <a:extLst>
                <a:ext uri="{FF2B5EF4-FFF2-40B4-BE49-F238E27FC236}">
                  <a16:creationId xmlns:a16="http://schemas.microsoft.com/office/drawing/2014/main" id="{0CF437D0-9FBD-48DB-BB67-179902E753CA}"/>
                </a:ext>
              </a:extLst>
            </p:cNvPr>
            <p:cNvCxnSpPr>
              <a:stCxn id="96" idx="5"/>
              <a:endCxn id="148" idx="1"/>
            </p:cNvCxnSpPr>
            <p:nvPr/>
          </p:nvCxnSpPr>
          <p:spPr>
            <a:xfrm>
              <a:off x="4230255" y="1710748"/>
              <a:ext cx="575808" cy="375347"/>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079F67D9-21ED-40FB-9500-B8C9EF1229D8}"/>
                </a:ext>
              </a:extLst>
            </p:cNvPr>
            <p:cNvCxnSpPr>
              <a:stCxn id="96" idx="5"/>
              <a:endCxn id="82" idx="1"/>
            </p:cNvCxnSpPr>
            <p:nvPr/>
          </p:nvCxnSpPr>
          <p:spPr>
            <a:xfrm>
              <a:off x="4230255" y="1710748"/>
              <a:ext cx="575808" cy="870519"/>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连接符: 肘形 37">
              <a:extLst>
                <a:ext uri="{FF2B5EF4-FFF2-40B4-BE49-F238E27FC236}">
                  <a16:creationId xmlns:a16="http://schemas.microsoft.com/office/drawing/2014/main" id="{1F7A98B7-DA2F-48B1-A16F-8B3A051BEA8A}"/>
                </a:ext>
              </a:extLst>
            </p:cNvPr>
            <p:cNvCxnSpPr>
              <a:stCxn id="96" idx="5"/>
              <a:endCxn id="145" idx="1"/>
            </p:cNvCxnSpPr>
            <p:nvPr/>
          </p:nvCxnSpPr>
          <p:spPr>
            <a:xfrm flipV="1">
              <a:off x="4230255" y="1590924"/>
              <a:ext cx="575808" cy="119824"/>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4" name="组合 103">
            <a:extLst>
              <a:ext uri="{FF2B5EF4-FFF2-40B4-BE49-F238E27FC236}">
                <a16:creationId xmlns:a16="http://schemas.microsoft.com/office/drawing/2014/main" id="{3DF001EA-BE61-43B6-B174-89489EA2CAF1}"/>
              </a:ext>
            </a:extLst>
          </p:cNvPr>
          <p:cNvGrpSpPr/>
          <p:nvPr/>
        </p:nvGrpSpPr>
        <p:grpSpPr>
          <a:xfrm>
            <a:off x="8207759" y="1591071"/>
            <a:ext cx="471617" cy="949986"/>
            <a:chOff x="8207759" y="1591071"/>
            <a:chExt cx="471617" cy="949986"/>
          </a:xfrm>
        </p:grpSpPr>
        <p:cxnSp>
          <p:nvCxnSpPr>
            <p:cNvPr id="40" name="连接符: 肘形 39">
              <a:extLst>
                <a:ext uri="{FF2B5EF4-FFF2-40B4-BE49-F238E27FC236}">
                  <a16:creationId xmlns:a16="http://schemas.microsoft.com/office/drawing/2014/main" id="{158B2798-6DFC-44B3-B434-B25BD73E7A05}"/>
                </a:ext>
              </a:extLst>
            </p:cNvPr>
            <p:cNvCxnSpPr>
              <a:stCxn id="128" idx="1"/>
              <a:endCxn id="148" idx="3"/>
            </p:cNvCxnSpPr>
            <p:nvPr/>
          </p:nvCxnSpPr>
          <p:spPr>
            <a:xfrm rot="10800000" flipV="1">
              <a:off x="8207759" y="1591071"/>
              <a:ext cx="471617" cy="495023"/>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连接符: 肘形 41">
              <a:extLst>
                <a:ext uri="{FF2B5EF4-FFF2-40B4-BE49-F238E27FC236}">
                  <a16:creationId xmlns:a16="http://schemas.microsoft.com/office/drawing/2014/main" id="{7476DB98-8D64-4508-9969-D8593FCF5F90}"/>
                </a:ext>
              </a:extLst>
            </p:cNvPr>
            <p:cNvCxnSpPr>
              <a:stCxn id="133" idx="1"/>
              <a:endCxn id="148" idx="3"/>
            </p:cNvCxnSpPr>
            <p:nvPr/>
          </p:nvCxnSpPr>
          <p:spPr>
            <a:xfrm rot="10800000" flipV="1">
              <a:off x="8207759" y="2085039"/>
              <a:ext cx="471617" cy="1055"/>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连接符: 肘形 43">
              <a:extLst>
                <a:ext uri="{FF2B5EF4-FFF2-40B4-BE49-F238E27FC236}">
                  <a16:creationId xmlns:a16="http://schemas.microsoft.com/office/drawing/2014/main" id="{EFFE4436-24BB-405D-AD11-C191759806EA}"/>
                </a:ext>
              </a:extLst>
            </p:cNvPr>
            <p:cNvCxnSpPr>
              <a:stCxn id="136" idx="1"/>
              <a:endCxn id="148" idx="3"/>
            </p:cNvCxnSpPr>
            <p:nvPr/>
          </p:nvCxnSpPr>
          <p:spPr>
            <a:xfrm rot="10800000">
              <a:off x="8207759" y="2086096"/>
              <a:ext cx="471617" cy="454961"/>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3" name="组合 102">
            <a:extLst>
              <a:ext uri="{FF2B5EF4-FFF2-40B4-BE49-F238E27FC236}">
                <a16:creationId xmlns:a16="http://schemas.microsoft.com/office/drawing/2014/main" id="{F1AC77C5-73CB-4449-BAA9-3D7699378C6E}"/>
              </a:ext>
            </a:extLst>
          </p:cNvPr>
          <p:cNvGrpSpPr/>
          <p:nvPr/>
        </p:nvGrpSpPr>
        <p:grpSpPr>
          <a:xfrm>
            <a:off x="4230255" y="3357579"/>
            <a:ext cx="575808" cy="598426"/>
            <a:chOff x="4230255" y="3357579"/>
            <a:chExt cx="575808" cy="598426"/>
          </a:xfrm>
        </p:grpSpPr>
        <p:cxnSp>
          <p:nvCxnSpPr>
            <p:cNvPr id="46" name="连接符: 肘形 45">
              <a:extLst>
                <a:ext uri="{FF2B5EF4-FFF2-40B4-BE49-F238E27FC236}">
                  <a16:creationId xmlns:a16="http://schemas.microsoft.com/office/drawing/2014/main" id="{B3CF65E5-3D96-4785-8505-B58CC10032ED}"/>
                </a:ext>
              </a:extLst>
            </p:cNvPr>
            <p:cNvCxnSpPr>
              <a:stCxn id="94" idx="5"/>
              <a:endCxn id="5" idx="1"/>
            </p:cNvCxnSpPr>
            <p:nvPr/>
          </p:nvCxnSpPr>
          <p:spPr>
            <a:xfrm flipV="1">
              <a:off x="4230255" y="3357579"/>
              <a:ext cx="575808" cy="299049"/>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连接符: 肘形 47">
              <a:extLst>
                <a:ext uri="{FF2B5EF4-FFF2-40B4-BE49-F238E27FC236}">
                  <a16:creationId xmlns:a16="http://schemas.microsoft.com/office/drawing/2014/main" id="{2F1ECFAC-A60D-4F80-89C5-6F3432A65898}"/>
                </a:ext>
              </a:extLst>
            </p:cNvPr>
            <p:cNvCxnSpPr>
              <a:stCxn id="94" idx="5"/>
              <a:endCxn id="21" idx="1"/>
            </p:cNvCxnSpPr>
            <p:nvPr/>
          </p:nvCxnSpPr>
          <p:spPr>
            <a:xfrm>
              <a:off x="4230255" y="3656628"/>
              <a:ext cx="575808" cy="299377"/>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5" name="组合 104">
            <a:extLst>
              <a:ext uri="{FF2B5EF4-FFF2-40B4-BE49-F238E27FC236}">
                <a16:creationId xmlns:a16="http://schemas.microsoft.com/office/drawing/2014/main" id="{8AF2D760-221E-4DF4-874D-829B740E8C6D}"/>
              </a:ext>
            </a:extLst>
          </p:cNvPr>
          <p:cNvGrpSpPr/>
          <p:nvPr/>
        </p:nvGrpSpPr>
        <p:grpSpPr>
          <a:xfrm>
            <a:off x="8207752" y="3680363"/>
            <a:ext cx="477408" cy="538084"/>
            <a:chOff x="8207752" y="3680363"/>
            <a:chExt cx="477408" cy="538084"/>
          </a:xfrm>
        </p:grpSpPr>
        <p:cxnSp>
          <p:nvCxnSpPr>
            <p:cNvPr id="53" name="连接符: 肘形 52">
              <a:extLst>
                <a:ext uri="{FF2B5EF4-FFF2-40B4-BE49-F238E27FC236}">
                  <a16:creationId xmlns:a16="http://schemas.microsoft.com/office/drawing/2014/main" id="{14216707-29FB-49BF-99B3-B5BC6B0F4A6F}"/>
                </a:ext>
              </a:extLst>
            </p:cNvPr>
            <p:cNvCxnSpPr>
              <a:cxnSpLocks/>
            </p:cNvCxnSpPr>
            <p:nvPr/>
          </p:nvCxnSpPr>
          <p:spPr>
            <a:xfrm rot="10800000">
              <a:off x="8210134" y="3956006"/>
              <a:ext cx="471625" cy="262441"/>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连接符: 肘形 54">
              <a:extLst>
                <a:ext uri="{FF2B5EF4-FFF2-40B4-BE49-F238E27FC236}">
                  <a16:creationId xmlns:a16="http://schemas.microsoft.com/office/drawing/2014/main" id="{3AEDEBAE-8014-41D0-A643-BD95ECB7463E}"/>
                </a:ext>
              </a:extLst>
            </p:cNvPr>
            <p:cNvCxnSpPr>
              <a:cxnSpLocks/>
              <a:stCxn id="196" idx="1"/>
              <a:endCxn id="21" idx="3"/>
            </p:cNvCxnSpPr>
            <p:nvPr/>
          </p:nvCxnSpPr>
          <p:spPr>
            <a:xfrm rot="10800000" flipV="1">
              <a:off x="8207752" y="3680363"/>
              <a:ext cx="477408" cy="275642"/>
            </a:xfrm>
            <a:prstGeom prst="bentConnector3">
              <a:avLst>
                <a:gd name="adj1" fmla="val 50000"/>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1" name="组合 100">
            <a:extLst>
              <a:ext uri="{FF2B5EF4-FFF2-40B4-BE49-F238E27FC236}">
                <a16:creationId xmlns:a16="http://schemas.microsoft.com/office/drawing/2014/main" id="{AA6AC7FA-2506-411B-8B87-55AC41D0527A}"/>
              </a:ext>
            </a:extLst>
          </p:cNvPr>
          <p:cNvGrpSpPr/>
          <p:nvPr/>
        </p:nvGrpSpPr>
        <p:grpSpPr>
          <a:xfrm>
            <a:off x="4190544" y="4904894"/>
            <a:ext cx="615519" cy="1478340"/>
            <a:chOff x="4190544" y="4904894"/>
            <a:chExt cx="615519" cy="1478340"/>
          </a:xfrm>
        </p:grpSpPr>
        <p:cxnSp>
          <p:nvCxnSpPr>
            <p:cNvPr id="64" name="连接符: 肘形 63">
              <a:extLst>
                <a:ext uri="{FF2B5EF4-FFF2-40B4-BE49-F238E27FC236}">
                  <a16:creationId xmlns:a16="http://schemas.microsoft.com/office/drawing/2014/main" id="{1357C841-9D95-4EAE-9557-B2F2FFE72DF9}"/>
                </a:ext>
              </a:extLst>
            </p:cNvPr>
            <p:cNvCxnSpPr>
              <a:stCxn id="92" idx="4"/>
              <a:endCxn id="66" idx="1"/>
            </p:cNvCxnSpPr>
            <p:nvPr/>
          </p:nvCxnSpPr>
          <p:spPr>
            <a:xfrm flipV="1">
              <a:off x="4190544" y="4904894"/>
              <a:ext cx="615519" cy="737324"/>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连接符: 肘形 67">
              <a:extLst>
                <a:ext uri="{FF2B5EF4-FFF2-40B4-BE49-F238E27FC236}">
                  <a16:creationId xmlns:a16="http://schemas.microsoft.com/office/drawing/2014/main" id="{565FFE95-B5D9-421F-9875-8A2794F6DAE4}"/>
                </a:ext>
              </a:extLst>
            </p:cNvPr>
            <p:cNvCxnSpPr>
              <a:cxnSpLocks/>
              <a:stCxn id="92" idx="4"/>
              <a:endCxn id="69" idx="1"/>
            </p:cNvCxnSpPr>
            <p:nvPr/>
          </p:nvCxnSpPr>
          <p:spPr>
            <a:xfrm flipV="1">
              <a:off x="4190544" y="5398048"/>
              <a:ext cx="615519" cy="244170"/>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连接符: 肘形 73">
              <a:extLst>
                <a:ext uri="{FF2B5EF4-FFF2-40B4-BE49-F238E27FC236}">
                  <a16:creationId xmlns:a16="http://schemas.microsoft.com/office/drawing/2014/main" id="{B7BB0AED-6CEC-4793-B77F-977B21767A23}"/>
                </a:ext>
              </a:extLst>
            </p:cNvPr>
            <p:cNvCxnSpPr>
              <a:cxnSpLocks/>
              <a:stCxn id="92" idx="4"/>
              <a:endCxn id="7" idx="1"/>
            </p:cNvCxnSpPr>
            <p:nvPr/>
          </p:nvCxnSpPr>
          <p:spPr>
            <a:xfrm>
              <a:off x="4190544" y="5642218"/>
              <a:ext cx="615519" cy="241999"/>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连接符: 肘形 99">
              <a:extLst>
                <a:ext uri="{FF2B5EF4-FFF2-40B4-BE49-F238E27FC236}">
                  <a16:creationId xmlns:a16="http://schemas.microsoft.com/office/drawing/2014/main" id="{842FCAE2-8243-4002-95E9-ADCF006DAA59}"/>
                </a:ext>
              </a:extLst>
            </p:cNvPr>
            <p:cNvCxnSpPr>
              <a:stCxn id="92" idx="4"/>
              <a:endCxn id="72" idx="1"/>
            </p:cNvCxnSpPr>
            <p:nvPr/>
          </p:nvCxnSpPr>
          <p:spPr>
            <a:xfrm>
              <a:off x="4190544" y="5642218"/>
              <a:ext cx="615519" cy="741016"/>
            </a:xfrm>
            <a:prstGeom prst="bentConnector3">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82780" y="301271"/>
            <a:ext cx="2087352" cy="707886"/>
            <a:chOff x="1131850" y="3079821"/>
            <a:chExt cx="1475815" cy="707886"/>
          </a:xfrm>
        </p:grpSpPr>
        <p:sp>
          <p:nvSpPr>
            <p:cNvPr id="3" name="文本框 2"/>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dirty="0">
                  <a:solidFill>
                    <a:prstClr val="black">
                      <a:lumMod val="95000"/>
                      <a:lumOff val="5000"/>
                    </a:prstClr>
                  </a:solidFill>
                  <a:latin typeface="微软雅黑" panose="020B0503020204020204" charset="-122"/>
                  <a:ea typeface="微软雅黑" panose="020B0503020204020204" charset="-122"/>
                </a:rPr>
                <a:t>第四章小结</a:t>
              </a:r>
              <a:r>
                <a:rPr kumimoji="1" lang="en-US" altLang="zh-CN" sz="2000" b="1" dirty="0">
                  <a:solidFill>
                    <a:prstClr val="black">
                      <a:lumMod val="95000"/>
                      <a:lumOff val="5000"/>
                    </a:prstClr>
                  </a:solidFill>
                  <a:latin typeface="微软雅黑" panose="020B0503020204020204" charset="-122"/>
                  <a:ea typeface="微软雅黑" panose="020B0503020204020204" charset="-122"/>
                </a:rPr>
                <a:t>1</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grpSp>
          <p:nvGrpSpPr>
            <p:cNvPr id="4" name="组合 3"/>
            <p:cNvGrpSpPr/>
            <p:nvPr/>
          </p:nvGrpSpPr>
          <p:grpSpPr>
            <a:xfrm>
              <a:off x="1131850" y="3158981"/>
              <a:ext cx="263338" cy="243183"/>
              <a:chOff x="1164218" y="3158981"/>
              <a:chExt cx="263338" cy="243183"/>
            </a:xfrm>
          </p:grpSpPr>
          <p:grpSp>
            <p:nvGrpSpPr>
              <p:cNvPr id="5" name="组合 4"/>
              <p:cNvGrpSpPr/>
              <p:nvPr/>
            </p:nvGrpSpPr>
            <p:grpSpPr>
              <a:xfrm>
                <a:off x="1164220" y="3158981"/>
                <a:ext cx="263336" cy="240802"/>
                <a:chOff x="1164220" y="3158981"/>
                <a:chExt cx="263336" cy="240802"/>
              </a:xfrm>
            </p:grpSpPr>
            <p:sp>
              <p:nvSpPr>
                <p:cNvPr id="7" name="平行四边形 6"/>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直角三角形 7"/>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平行四边形 8"/>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6" name="直角三角形 5"/>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72" name="组合 71">
            <a:extLst>
              <a:ext uri="{FF2B5EF4-FFF2-40B4-BE49-F238E27FC236}">
                <a16:creationId xmlns:a16="http://schemas.microsoft.com/office/drawing/2014/main" id="{B44DAE24-EC95-43F0-AAC5-7515844DB811}"/>
              </a:ext>
            </a:extLst>
          </p:cNvPr>
          <p:cNvGrpSpPr/>
          <p:nvPr/>
        </p:nvGrpSpPr>
        <p:grpSpPr>
          <a:xfrm>
            <a:off x="891787" y="385679"/>
            <a:ext cx="10479547" cy="6167305"/>
            <a:chOff x="891787" y="385679"/>
            <a:chExt cx="10479547" cy="6167305"/>
          </a:xfrm>
        </p:grpSpPr>
        <p:grpSp>
          <p:nvGrpSpPr>
            <p:cNvPr id="240" name="组合 239"/>
            <p:cNvGrpSpPr/>
            <p:nvPr/>
          </p:nvGrpSpPr>
          <p:grpSpPr>
            <a:xfrm>
              <a:off x="4176563" y="565679"/>
              <a:ext cx="5021265" cy="5161106"/>
              <a:chOff x="3688897" y="584381"/>
              <a:chExt cx="5021265" cy="5161106"/>
            </a:xfrm>
          </p:grpSpPr>
          <p:cxnSp>
            <p:nvCxnSpPr>
              <p:cNvPr id="183" name="直接连接符 182"/>
              <p:cNvCxnSpPr>
                <a:cxnSpLocks/>
                <a:stCxn id="144" idx="1"/>
                <a:endCxn id="111" idx="3"/>
              </p:cNvCxnSpPr>
              <p:nvPr/>
            </p:nvCxnSpPr>
            <p:spPr>
              <a:xfrm flipH="1">
                <a:off x="5864961" y="1503371"/>
                <a:ext cx="455044"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a:stCxn id="147" idx="1"/>
                <a:endCxn id="114" idx="3"/>
              </p:cNvCxnSpPr>
              <p:nvPr/>
            </p:nvCxnSpPr>
            <p:spPr>
              <a:xfrm flipH="1">
                <a:off x="5864961" y="1952326"/>
                <a:ext cx="455044"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3" name="连接符: 肘形 172"/>
              <p:cNvCxnSpPr>
                <a:cxnSpLocks/>
                <a:stCxn id="73" idx="5"/>
              </p:cNvCxnSpPr>
              <p:nvPr/>
            </p:nvCxnSpPr>
            <p:spPr>
              <a:xfrm flipV="1">
                <a:off x="3688897" y="584381"/>
                <a:ext cx="4407621" cy="168795"/>
              </a:xfrm>
              <a:prstGeom prst="bentConnector3">
                <a:avLst>
                  <a:gd name="adj1" fmla="val 90945"/>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5" name="连接符: 肘形 174"/>
              <p:cNvCxnSpPr>
                <a:cxnSpLocks/>
                <a:stCxn id="73" idx="5"/>
              </p:cNvCxnSpPr>
              <p:nvPr/>
            </p:nvCxnSpPr>
            <p:spPr>
              <a:xfrm>
                <a:off x="3688897" y="753176"/>
                <a:ext cx="4407621" cy="264197"/>
              </a:xfrm>
              <a:prstGeom prst="bentConnector3">
                <a:avLst>
                  <a:gd name="adj1" fmla="val 9094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7" name="连接符: 肘形 186"/>
              <p:cNvCxnSpPr>
                <a:stCxn id="96" idx="5"/>
                <a:endCxn id="120" idx="1"/>
              </p:cNvCxnSpPr>
              <p:nvPr/>
            </p:nvCxnSpPr>
            <p:spPr>
              <a:xfrm flipV="1">
                <a:off x="3688897" y="2415863"/>
                <a:ext cx="3547976" cy="449835"/>
              </a:xfrm>
              <a:prstGeom prst="bentConnector3">
                <a:avLst>
                  <a:gd name="adj1" fmla="val 92851"/>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1" name="连接符: 肘形 190"/>
              <p:cNvCxnSpPr>
                <a:stCxn id="123" idx="1"/>
                <a:endCxn id="96" idx="5"/>
              </p:cNvCxnSpPr>
              <p:nvPr/>
            </p:nvCxnSpPr>
            <p:spPr>
              <a:xfrm rot="10800000" flipV="1">
                <a:off x="3688898" y="2864818"/>
                <a:ext cx="3547975" cy="880"/>
              </a:xfrm>
              <a:prstGeom prst="bentConnector3">
                <a:avLst>
                  <a:gd name="adj1" fmla="val 7046"/>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3" name="连接符: 肘形 192"/>
              <p:cNvCxnSpPr>
                <a:stCxn id="126" idx="1"/>
                <a:endCxn id="96" idx="5"/>
              </p:cNvCxnSpPr>
              <p:nvPr/>
            </p:nvCxnSpPr>
            <p:spPr>
              <a:xfrm rot="10800000">
                <a:off x="3688898" y="2865699"/>
                <a:ext cx="3547975" cy="448075"/>
              </a:xfrm>
              <a:prstGeom prst="bentConnector3">
                <a:avLst>
                  <a:gd name="adj1" fmla="val 7149"/>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2" name="连接符: 肘形 221"/>
              <p:cNvCxnSpPr>
                <a:stCxn id="47" idx="1"/>
                <a:endCxn id="138" idx="3"/>
              </p:cNvCxnSpPr>
              <p:nvPr/>
            </p:nvCxnSpPr>
            <p:spPr>
              <a:xfrm rot="10800000" flipV="1">
                <a:off x="6403386" y="3998609"/>
                <a:ext cx="2306776" cy="441769"/>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4" name="连接符: 肘形 223"/>
              <p:cNvCxnSpPr>
                <a:stCxn id="53" idx="1"/>
                <a:endCxn id="138" idx="3"/>
              </p:cNvCxnSpPr>
              <p:nvPr/>
            </p:nvCxnSpPr>
            <p:spPr>
              <a:xfrm rot="10800000" flipV="1">
                <a:off x="6403386" y="4439721"/>
                <a:ext cx="2306776" cy="658"/>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6" name="连接符: 肘形 225"/>
              <p:cNvCxnSpPr>
                <a:stCxn id="51" idx="1"/>
                <a:endCxn id="138" idx="3"/>
              </p:cNvCxnSpPr>
              <p:nvPr/>
            </p:nvCxnSpPr>
            <p:spPr>
              <a:xfrm rot="10800000">
                <a:off x="6403386" y="4440380"/>
                <a:ext cx="2306776" cy="440453"/>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8" name="连接符: 肘形 227"/>
              <p:cNvCxnSpPr>
                <a:stCxn id="49" idx="1"/>
                <a:endCxn id="138" idx="3"/>
              </p:cNvCxnSpPr>
              <p:nvPr/>
            </p:nvCxnSpPr>
            <p:spPr>
              <a:xfrm rot="10800000">
                <a:off x="6403386" y="4440380"/>
                <a:ext cx="2306776" cy="881565"/>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30" name="连接符: 肘形 229"/>
              <p:cNvCxnSpPr>
                <a:stCxn id="150" idx="1"/>
                <a:endCxn id="138" idx="3"/>
              </p:cNvCxnSpPr>
              <p:nvPr/>
            </p:nvCxnSpPr>
            <p:spPr>
              <a:xfrm rot="10800000">
                <a:off x="6403386" y="4440380"/>
                <a:ext cx="2306776" cy="1305107"/>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36" name="连接符: 肘形 235"/>
              <p:cNvCxnSpPr>
                <a:stCxn id="57" idx="1"/>
                <a:endCxn id="73" idx="5"/>
              </p:cNvCxnSpPr>
              <p:nvPr/>
            </p:nvCxnSpPr>
            <p:spPr>
              <a:xfrm rot="10800000">
                <a:off x="3688898" y="753177"/>
                <a:ext cx="4407621" cy="697189"/>
              </a:xfrm>
              <a:prstGeom prst="bentConnector3">
                <a:avLst>
                  <a:gd name="adj1" fmla="val 9085"/>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2171986" y="460286"/>
              <a:ext cx="2004577" cy="576000"/>
              <a:chOff x="2073419" y="858311"/>
              <a:chExt cx="2232000" cy="828000"/>
            </a:xfrm>
          </p:grpSpPr>
          <p:sp>
            <p:nvSpPr>
              <p:cNvPr id="73" name="iṣ1ïḑé"/>
              <p:cNvSpPr/>
              <p:nvPr/>
            </p:nvSpPr>
            <p:spPr>
              <a:xfrm>
                <a:off x="2073419" y="858311"/>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商品经济的形成和发展</a:t>
                </a:r>
              </a:p>
            </p:txBody>
          </p:sp>
          <p:cxnSp>
            <p:nvCxnSpPr>
              <p:cNvPr id="74" name="直接连接符 73"/>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16" name="iṧļiḑe"/>
            <p:cNvSpPr/>
            <p:nvPr/>
          </p:nvSpPr>
          <p:spPr>
            <a:xfrm>
              <a:off x="891787" y="1341664"/>
              <a:ext cx="648000" cy="413727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eaVert" wrap="square" lIns="91440" tIns="45720" rIns="91440" bIns="45720" numCol="1" spcCol="0" rtlCol="0" fromWordArt="0" anchor="ctr" anchorCtr="0" forceAA="0" compatLnSpc="1">
              <a:normAutofit/>
            </a:bodyPr>
            <a:lstStyle/>
            <a:p>
              <a:pPr algn="ctr"/>
              <a:r>
                <a:rPr lang="zh-CN" altLang="en-US" b="1" spc="300" dirty="0">
                  <a:solidFill>
                    <a:srgbClr val="E17751"/>
                  </a:solidFill>
                  <a:latin typeface="微软雅黑" panose="020B0503020204020204" charset="-122"/>
                  <a:ea typeface="微软雅黑" panose="020B0503020204020204" charset="-122"/>
                </a:rPr>
                <a:t>马克思劳动价值论及其当代价值</a:t>
              </a:r>
            </a:p>
          </p:txBody>
        </p:sp>
        <p:grpSp>
          <p:nvGrpSpPr>
            <p:cNvPr id="18" name="组合 17"/>
            <p:cNvGrpSpPr/>
            <p:nvPr/>
          </p:nvGrpSpPr>
          <p:grpSpPr>
            <a:xfrm>
              <a:off x="4732627" y="5328150"/>
              <a:ext cx="1620000" cy="360000"/>
              <a:chOff x="4715590" y="1483340"/>
              <a:chExt cx="3392855" cy="360000"/>
            </a:xfrm>
          </p:grpSpPr>
          <p:sp>
            <p:nvSpPr>
              <p:cNvPr id="67" name="iṩ1ïḓé"/>
              <p:cNvSpPr/>
              <p:nvPr/>
            </p:nvSpPr>
            <p:spPr>
              <a:xfrm>
                <a:off x="4715590" y="1483340"/>
                <a:ext cx="3392855"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根源</a:t>
                </a:r>
              </a:p>
            </p:txBody>
          </p:sp>
          <p:cxnSp>
            <p:nvCxnSpPr>
              <p:cNvPr id="68" name="直接连接符 67"/>
              <p:cNvCxnSpPr>
                <a:cxnSpLocks/>
              </p:cNvCxnSpPr>
              <p:nvPr/>
            </p:nvCxnSpPr>
            <p:spPr>
              <a:xfrm>
                <a:off x="8108445" y="1555340"/>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8584184" y="385679"/>
              <a:ext cx="1450226" cy="360000"/>
              <a:chOff x="4780849" y="571715"/>
              <a:chExt cx="3312000" cy="432000"/>
            </a:xfrm>
          </p:grpSpPr>
          <p:sp>
            <p:nvSpPr>
              <p:cNvPr id="63" name="îṣľîďê"/>
              <p:cNvSpPr/>
              <p:nvPr/>
            </p:nvSpPr>
            <p:spPr>
              <a:xfrm>
                <a:off x="4780849" y="571715"/>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社会分工</a:t>
                </a:r>
              </a:p>
            </p:txBody>
          </p:sp>
          <p:cxnSp>
            <p:nvCxnSpPr>
              <p:cNvPr id="64" name="直接连接符 63"/>
              <p:cNvCxnSpPr/>
              <p:nvPr/>
            </p:nvCxnSpPr>
            <p:spPr>
              <a:xfrm>
                <a:off x="8092849" y="679715"/>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584184" y="818670"/>
              <a:ext cx="2787150" cy="360000"/>
              <a:chOff x="4715590" y="1442897"/>
              <a:chExt cx="3106921" cy="432000"/>
            </a:xfrm>
          </p:grpSpPr>
          <p:sp>
            <p:nvSpPr>
              <p:cNvPr id="61" name="iṩ1ïḓé"/>
              <p:cNvSpPr/>
              <p:nvPr/>
            </p:nvSpPr>
            <p:spPr>
              <a:xfrm>
                <a:off x="4715590" y="1442897"/>
                <a:ext cx="3106921"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生产资料和劳动产品分属不同所有者</a:t>
                </a:r>
              </a:p>
            </p:txBody>
          </p:sp>
          <p:cxnSp>
            <p:nvCxnSpPr>
              <p:cNvPr id="62" name="直接连接符 61"/>
              <p:cNvCxnSpPr/>
              <p:nvPr/>
            </p:nvCxnSpPr>
            <p:spPr>
              <a:xfrm>
                <a:off x="7822511"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8584184" y="1251663"/>
              <a:ext cx="1450226" cy="360000"/>
              <a:chOff x="4715590" y="1442898"/>
              <a:chExt cx="3312000" cy="432000"/>
            </a:xfrm>
          </p:grpSpPr>
          <p:sp>
            <p:nvSpPr>
              <p:cNvPr id="57"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商品经济</a:t>
                </a:r>
              </a:p>
            </p:txBody>
          </p:sp>
          <p:cxnSp>
            <p:nvCxnSpPr>
              <p:cNvPr id="58" name="直接连接符 57"/>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9197828" y="4241019"/>
              <a:ext cx="1955796" cy="360000"/>
              <a:chOff x="4715590" y="1442898"/>
              <a:chExt cx="3312000" cy="432000"/>
            </a:xfrm>
          </p:grpSpPr>
          <p:sp>
            <p:nvSpPr>
              <p:cNvPr id="53"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流通手段</a:t>
                </a:r>
              </a:p>
            </p:txBody>
          </p:sp>
          <p:cxnSp>
            <p:nvCxnSpPr>
              <p:cNvPr id="54" name="直接连接符 53"/>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9197828" y="4682130"/>
              <a:ext cx="1955796" cy="360000"/>
              <a:chOff x="4715590" y="1442898"/>
              <a:chExt cx="3312000" cy="432000"/>
            </a:xfrm>
          </p:grpSpPr>
          <p:sp>
            <p:nvSpPr>
              <p:cNvPr id="51"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贮藏手段</a:t>
                </a:r>
              </a:p>
            </p:txBody>
          </p:sp>
          <p:cxnSp>
            <p:nvCxnSpPr>
              <p:cNvPr id="52" name="直接连接符 51"/>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9197828" y="5123242"/>
              <a:ext cx="1955796" cy="360000"/>
              <a:chOff x="4715590" y="1442898"/>
              <a:chExt cx="3312000" cy="432000"/>
            </a:xfrm>
          </p:grpSpPr>
          <p:sp>
            <p:nvSpPr>
              <p:cNvPr id="49"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支付手段</a:t>
                </a:r>
              </a:p>
            </p:txBody>
          </p:sp>
          <p:cxnSp>
            <p:nvCxnSpPr>
              <p:cNvPr id="50" name="直接连接符 49"/>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9197828" y="3799908"/>
              <a:ext cx="1955796" cy="360000"/>
              <a:chOff x="4715590" y="1442898"/>
              <a:chExt cx="3312000" cy="432000"/>
            </a:xfrm>
          </p:grpSpPr>
          <p:sp>
            <p:nvSpPr>
              <p:cNvPr id="47"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价值尺度</a:t>
                </a:r>
              </a:p>
            </p:txBody>
          </p:sp>
          <p:cxnSp>
            <p:nvCxnSpPr>
              <p:cNvPr id="48" name="直接连接符 47"/>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92" name="组合 91"/>
            <p:cNvGrpSpPr/>
            <p:nvPr/>
          </p:nvGrpSpPr>
          <p:grpSpPr>
            <a:xfrm>
              <a:off x="2171986" y="1370500"/>
              <a:ext cx="2004577" cy="576000"/>
              <a:chOff x="2073419" y="858311"/>
              <a:chExt cx="2232000" cy="828000"/>
            </a:xfrm>
          </p:grpSpPr>
          <p:sp>
            <p:nvSpPr>
              <p:cNvPr id="93" name="iṣ1ïḑé"/>
              <p:cNvSpPr/>
              <p:nvPr/>
            </p:nvSpPr>
            <p:spPr>
              <a:xfrm>
                <a:off x="2073419" y="858311"/>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劳动二重性</a:t>
                </a:r>
              </a:p>
            </p:txBody>
          </p:sp>
          <p:cxnSp>
            <p:nvCxnSpPr>
              <p:cNvPr id="94" name="直接连接符 93"/>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95" name="组合 94"/>
            <p:cNvGrpSpPr/>
            <p:nvPr/>
          </p:nvGrpSpPr>
          <p:grpSpPr>
            <a:xfrm>
              <a:off x="2171986" y="2572808"/>
              <a:ext cx="2004577" cy="576000"/>
              <a:chOff x="2073419" y="858311"/>
              <a:chExt cx="2232000" cy="828000"/>
            </a:xfrm>
          </p:grpSpPr>
          <p:sp>
            <p:nvSpPr>
              <p:cNvPr id="96" name="iṣ1ïḑé"/>
              <p:cNvSpPr/>
              <p:nvPr/>
            </p:nvSpPr>
            <p:spPr>
              <a:xfrm>
                <a:off x="2073419" y="858311"/>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商品价值量</a:t>
                </a:r>
              </a:p>
            </p:txBody>
          </p:sp>
          <p:cxnSp>
            <p:nvCxnSpPr>
              <p:cNvPr id="97" name="直接连接符 96"/>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98" name="组合 97"/>
            <p:cNvGrpSpPr/>
            <p:nvPr/>
          </p:nvGrpSpPr>
          <p:grpSpPr>
            <a:xfrm>
              <a:off x="2171986" y="3473788"/>
              <a:ext cx="2004577" cy="576000"/>
              <a:chOff x="2073419" y="858311"/>
              <a:chExt cx="2232000" cy="828000"/>
            </a:xfrm>
          </p:grpSpPr>
          <p:sp>
            <p:nvSpPr>
              <p:cNvPr id="99" name="iṣ1ïḑé"/>
              <p:cNvSpPr/>
              <p:nvPr/>
            </p:nvSpPr>
            <p:spPr>
              <a:xfrm>
                <a:off x="2073419" y="858311"/>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价值形式的发展</a:t>
                </a:r>
              </a:p>
            </p:txBody>
          </p:sp>
          <p:cxnSp>
            <p:nvCxnSpPr>
              <p:cNvPr id="100" name="直接连接符 99"/>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01" name="组合 100"/>
            <p:cNvGrpSpPr/>
            <p:nvPr/>
          </p:nvGrpSpPr>
          <p:grpSpPr>
            <a:xfrm>
              <a:off x="2171986" y="4462511"/>
              <a:ext cx="2004577" cy="576000"/>
              <a:chOff x="2073419" y="858311"/>
              <a:chExt cx="2232000" cy="828000"/>
            </a:xfrm>
          </p:grpSpPr>
          <p:sp>
            <p:nvSpPr>
              <p:cNvPr id="102" name="iṣ1ïḑé"/>
              <p:cNvSpPr/>
              <p:nvPr/>
            </p:nvSpPr>
            <p:spPr>
              <a:xfrm>
                <a:off x="2073419" y="858311"/>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价值规律</a:t>
                </a:r>
              </a:p>
            </p:txBody>
          </p:sp>
          <p:cxnSp>
            <p:nvCxnSpPr>
              <p:cNvPr id="103" name="直接连接符 102"/>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04" name="组合 103"/>
            <p:cNvGrpSpPr/>
            <p:nvPr/>
          </p:nvGrpSpPr>
          <p:grpSpPr>
            <a:xfrm>
              <a:off x="2171986" y="5206472"/>
              <a:ext cx="2004577" cy="576000"/>
              <a:chOff x="2073419" y="858311"/>
              <a:chExt cx="2232000" cy="828000"/>
            </a:xfrm>
          </p:grpSpPr>
          <p:sp>
            <p:nvSpPr>
              <p:cNvPr id="105" name="iṣ1ïḑé"/>
              <p:cNvSpPr/>
              <p:nvPr/>
            </p:nvSpPr>
            <p:spPr>
              <a:xfrm>
                <a:off x="2073419" y="858311"/>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以私有制为基础的商品经济的基本矛盾</a:t>
                </a:r>
              </a:p>
            </p:txBody>
          </p:sp>
          <p:cxnSp>
            <p:nvCxnSpPr>
              <p:cNvPr id="106" name="直接连接符 105"/>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07" name="组合 106"/>
            <p:cNvGrpSpPr/>
            <p:nvPr/>
          </p:nvGrpSpPr>
          <p:grpSpPr>
            <a:xfrm>
              <a:off x="2171986" y="5976984"/>
              <a:ext cx="2004577" cy="576000"/>
              <a:chOff x="2073419" y="858311"/>
              <a:chExt cx="2232000" cy="828000"/>
            </a:xfrm>
          </p:grpSpPr>
          <p:sp>
            <p:nvSpPr>
              <p:cNvPr id="108" name="iṣ1ïḑé"/>
              <p:cNvSpPr/>
              <p:nvPr/>
            </p:nvSpPr>
            <p:spPr>
              <a:xfrm>
                <a:off x="2073419" y="858311"/>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科学认识劳动价值论</a:t>
                </a:r>
              </a:p>
            </p:txBody>
          </p:sp>
          <p:cxnSp>
            <p:nvCxnSpPr>
              <p:cNvPr id="109" name="直接连接符 108"/>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0" name="组合 109"/>
            <p:cNvGrpSpPr/>
            <p:nvPr/>
          </p:nvGrpSpPr>
          <p:grpSpPr>
            <a:xfrm>
              <a:off x="4732627" y="1304669"/>
              <a:ext cx="1620000" cy="360000"/>
              <a:chOff x="4780849" y="571715"/>
              <a:chExt cx="3310124" cy="432000"/>
            </a:xfrm>
          </p:grpSpPr>
          <p:sp>
            <p:nvSpPr>
              <p:cNvPr id="111" name="îṣľîďê"/>
              <p:cNvSpPr/>
              <p:nvPr/>
            </p:nvSpPr>
            <p:spPr>
              <a:xfrm>
                <a:off x="4780849" y="571715"/>
                <a:ext cx="3310124"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000"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具体劳动</a:t>
                </a:r>
              </a:p>
            </p:txBody>
          </p:sp>
          <p:cxnSp>
            <p:nvCxnSpPr>
              <p:cNvPr id="112" name="直接连接符 111"/>
              <p:cNvCxnSpPr>
                <a:cxnSpLocks/>
              </p:cNvCxnSpPr>
              <p:nvPr/>
            </p:nvCxnSpPr>
            <p:spPr>
              <a:xfrm>
                <a:off x="8090973" y="679715"/>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3" name="组合 112"/>
            <p:cNvGrpSpPr/>
            <p:nvPr/>
          </p:nvGrpSpPr>
          <p:grpSpPr>
            <a:xfrm>
              <a:off x="4732627" y="1753624"/>
              <a:ext cx="1620000" cy="360000"/>
              <a:chOff x="4715590" y="1442898"/>
              <a:chExt cx="3376665" cy="432000"/>
            </a:xfrm>
          </p:grpSpPr>
          <p:sp>
            <p:nvSpPr>
              <p:cNvPr id="114" name="iṩ1ïḓé"/>
              <p:cNvSpPr/>
              <p:nvPr/>
            </p:nvSpPr>
            <p:spPr>
              <a:xfrm>
                <a:off x="4715590" y="1442898"/>
                <a:ext cx="3376665"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抽象劳动</a:t>
                </a:r>
              </a:p>
            </p:txBody>
          </p:sp>
          <p:cxnSp>
            <p:nvCxnSpPr>
              <p:cNvPr id="115" name="直接连接符 114"/>
              <p:cNvCxnSpPr>
                <a:cxnSpLocks/>
              </p:cNvCxnSpPr>
              <p:nvPr/>
            </p:nvCxnSpPr>
            <p:spPr>
              <a:xfrm>
                <a:off x="8092255"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6" name="组合 115"/>
            <p:cNvGrpSpPr/>
            <p:nvPr/>
          </p:nvGrpSpPr>
          <p:grpSpPr>
            <a:xfrm>
              <a:off x="4732627" y="2225983"/>
              <a:ext cx="1620000" cy="360000"/>
              <a:chOff x="4715590" y="1442898"/>
              <a:chExt cx="3332634" cy="432000"/>
            </a:xfrm>
          </p:grpSpPr>
          <p:sp>
            <p:nvSpPr>
              <p:cNvPr id="117" name="iṩ1ïḓé"/>
              <p:cNvSpPr/>
              <p:nvPr/>
            </p:nvSpPr>
            <p:spPr>
              <a:xfrm>
                <a:off x="4715590" y="1442898"/>
                <a:ext cx="3332634"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商品二因素</a:t>
                </a:r>
              </a:p>
            </p:txBody>
          </p:sp>
          <p:cxnSp>
            <p:nvCxnSpPr>
              <p:cNvPr id="118" name="直接连接符 117"/>
              <p:cNvCxnSpPr>
                <a:cxnSpLocks/>
              </p:cNvCxnSpPr>
              <p:nvPr/>
            </p:nvCxnSpPr>
            <p:spPr>
              <a:xfrm>
                <a:off x="8048224"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a:xfrm>
              <a:off x="7724539" y="2217161"/>
              <a:ext cx="2479762" cy="360000"/>
              <a:chOff x="4780849" y="571715"/>
              <a:chExt cx="3312000" cy="432000"/>
            </a:xfrm>
          </p:grpSpPr>
          <p:sp>
            <p:nvSpPr>
              <p:cNvPr id="120" name="îṣľîďê"/>
              <p:cNvSpPr/>
              <p:nvPr/>
            </p:nvSpPr>
            <p:spPr>
              <a:xfrm>
                <a:off x="4780849" y="571715"/>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决定：社会必要劳动时间</a:t>
                </a:r>
              </a:p>
            </p:txBody>
          </p:sp>
          <p:cxnSp>
            <p:nvCxnSpPr>
              <p:cNvPr id="121" name="直接连接符 120"/>
              <p:cNvCxnSpPr>
                <a:cxnSpLocks/>
              </p:cNvCxnSpPr>
              <p:nvPr/>
            </p:nvCxnSpPr>
            <p:spPr>
              <a:xfrm>
                <a:off x="8092849"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22" name="组合 121"/>
            <p:cNvGrpSpPr/>
            <p:nvPr/>
          </p:nvGrpSpPr>
          <p:grpSpPr>
            <a:xfrm>
              <a:off x="7724538" y="2666116"/>
              <a:ext cx="2479763" cy="360000"/>
              <a:chOff x="4715590" y="1442898"/>
              <a:chExt cx="3312000" cy="432000"/>
            </a:xfrm>
          </p:grpSpPr>
          <p:sp>
            <p:nvSpPr>
              <p:cNvPr id="123"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变动：劳动生产率</a:t>
                </a:r>
              </a:p>
            </p:txBody>
          </p:sp>
          <p:cxnSp>
            <p:nvCxnSpPr>
              <p:cNvPr id="124" name="直接连接符 123"/>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25" name="组合 124"/>
            <p:cNvGrpSpPr/>
            <p:nvPr/>
          </p:nvGrpSpPr>
          <p:grpSpPr>
            <a:xfrm>
              <a:off x="7724538" y="3115071"/>
              <a:ext cx="2479763" cy="360000"/>
              <a:chOff x="4753755" y="1442898"/>
              <a:chExt cx="3312000" cy="432000"/>
            </a:xfrm>
          </p:grpSpPr>
          <p:sp>
            <p:nvSpPr>
              <p:cNvPr id="126" name="iṩ1ïḓé"/>
              <p:cNvSpPr/>
              <p:nvPr/>
            </p:nvSpPr>
            <p:spPr>
              <a:xfrm>
                <a:off x="4753755"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比较：简单劳动和复杂劳动</a:t>
                </a:r>
              </a:p>
            </p:txBody>
          </p:sp>
          <p:cxnSp>
            <p:nvCxnSpPr>
              <p:cNvPr id="127" name="直接连接符 126"/>
              <p:cNvCxnSpPr>
                <a:cxnSpLocks/>
              </p:cNvCxnSpPr>
              <p:nvPr/>
            </p:nvCxnSpPr>
            <p:spPr>
              <a:xfrm>
                <a:off x="8065755"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28" name="组合 127"/>
            <p:cNvGrpSpPr/>
            <p:nvPr/>
          </p:nvGrpSpPr>
          <p:grpSpPr>
            <a:xfrm>
              <a:off x="4732627" y="2939042"/>
              <a:ext cx="2158425" cy="360000"/>
              <a:chOff x="4780849" y="571715"/>
              <a:chExt cx="3312000" cy="432000"/>
            </a:xfrm>
          </p:grpSpPr>
          <p:sp>
            <p:nvSpPr>
              <p:cNvPr id="129" name="îṣľîďê"/>
              <p:cNvSpPr/>
              <p:nvPr/>
            </p:nvSpPr>
            <p:spPr>
              <a:xfrm>
                <a:off x="4780849" y="571715"/>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简单或偶然的价值形式</a:t>
                </a:r>
              </a:p>
            </p:txBody>
          </p:sp>
          <p:cxnSp>
            <p:nvCxnSpPr>
              <p:cNvPr id="130" name="直接连接符 129"/>
              <p:cNvCxnSpPr>
                <a:cxnSpLocks/>
              </p:cNvCxnSpPr>
              <p:nvPr/>
            </p:nvCxnSpPr>
            <p:spPr>
              <a:xfrm>
                <a:off x="8092849" y="679715"/>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1" name="组合 130"/>
            <p:cNvGrpSpPr/>
            <p:nvPr/>
          </p:nvGrpSpPr>
          <p:grpSpPr>
            <a:xfrm>
              <a:off x="4732627" y="3373254"/>
              <a:ext cx="2158425" cy="360000"/>
              <a:chOff x="4715590" y="1409648"/>
              <a:chExt cx="3312000" cy="432000"/>
            </a:xfrm>
          </p:grpSpPr>
          <p:sp>
            <p:nvSpPr>
              <p:cNvPr id="132" name="iṩ1ïḓé"/>
              <p:cNvSpPr/>
              <p:nvPr/>
            </p:nvSpPr>
            <p:spPr>
              <a:xfrm>
                <a:off x="4715590" y="140964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总和或扩大的价值形式</a:t>
                </a:r>
              </a:p>
            </p:txBody>
          </p:sp>
          <p:cxnSp>
            <p:nvCxnSpPr>
              <p:cNvPr id="133" name="直接连接符 132"/>
              <p:cNvCxnSpPr>
                <a:cxnSpLocks/>
              </p:cNvCxnSpPr>
              <p:nvPr/>
            </p:nvCxnSpPr>
            <p:spPr>
              <a:xfrm>
                <a:off x="8027590" y="151764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4" name="组合 133"/>
            <p:cNvGrpSpPr/>
            <p:nvPr/>
          </p:nvGrpSpPr>
          <p:grpSpPr>
            <a:xfrm>
              <a:off x="4732627" y="3807466"/>
              <a:ext cx="2158425" cy="360000"/>
              <a:chOff x="4715590" y="1442898"/>
              <a:chExt cx="3312000" cy="432000"/>
            </a:xfrm>
          </p:grpSpPr>
          <p:sp>
            <p:nvSpPr>
              <p:cNvPr id="135"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一般价值形式</a:t>
                </a:r>
              </a:p>
            </p:txBody>
          </p:sp>
          <p:cxnSp>
            <p:nvCxnSpPr>
              <p:cNvPr id="136" name="直接连接符 135"/>
              <p:cNvCxnSpPr>
                <a:cxnSpLocks/>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7" name="组合 136"/>
            <p:cNvGrpSpPr/>
            <p:nvPr/>
          </p:nvGrpSpPr>
          <p:grpSpPr>
            <a:xfrm>
              <a:off x="4732627" y="4241677"/>
              <a:ext cx="2158425" cy="360000"/>
              <a:chOff x="4715590" y="1442898"/>
              <a:chExt cx="3312000" cy="432000"/>
            </a:xfrm>
          </p:grpSpPr>
          <p:sp>
            <p:nvSpPr>
              <p:cNvPr id="138"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货币形式</a:t>
                </a:r>
              </a:p>
            </p:txBody>
          </p:sp>
          <p:cxnSp>
            <p:nvCxnSpPr>
              <p:cNvPr id="139" name="直接连接符 138"/>
              <p:cNvCxnSpPr>
                <a:cxnSpLocks/>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0" name="组合 139"/>
            <p:cNvGrpSpPr/>
            <p:nvPr/>
          </p:nvGrpSpPr>
          <p:grpSpPr>
            <a:xfrm>
              <a:off x="4732627" y="4754771"/>
              <a:ext cx="1620000" cy="360000"/>
              <a:chOff x="4715590" y="1442898"/>
              <a:chExt cx="3332634" cy="432000"/>
            </a:xfrm>
          </p:grpSpPr>
          <p:sp>
            <p:nvSpPr>
              <p:cNvPr id="141" name="iṩ1ïḓé"/>
              <p:cNvSpPr/>
              <p:nvPr/>
            </p:nvSpPr>
            <p:spPr>
              <a:xfrm>
                <a:off x="4715590" y="1442898"/>
                <a:ext cx="3332634"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商品经济</a:t>
                </a:r>
              </a:p>
            </p:txBody>
          </p:sp>
          <p:cxnSp>
            <p:nvCxnSpPr>
              <p:cNvPr id="142" name="直接连接符 141"/>
              <p:cNvCxnSpPr>
                <a:cxnSpLocks/>
              </p:cNvCxnSpPr>
              <p:nvPr/>
            </p:nvCxnSpPr>
            <p:spPr>
              <a:xfrm>
                <a:off x="8048224"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6" name="组合 145"/>
            <p:cNvGrpSpPr/>
            <p:nvPr/>
          </p:nvGrpSpPr>
          <p:grpSpPr>
            <a:xfrm>
              <a:off x="6807671" y="1753624"/>
              <a:ext cx="1102907" cy="360000"/>
              <a:chOff x="4715590" y="1442898"/>
              <a:chExt cx="3312000" cy="432000"/>
            </a:xfrm>
          </p:grpSpPr>
          <p:sp>
            <p:nvSpPr>
              <p:cNvPr id="147"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价值</a:t>
                </a:r>
              </a:p>
            </p:txBody>
          </p:sp>
          <p:cxnSp>
            <p:nvCxnSpPr>
              <p:cNvPr id="148" name="直接连接符 147"/>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9" name="组合 148"/>
            <p:cNvGrpSpPr/>
            <p:nvPr/>
          </p:nvGrpSpPr>
          <p:grpSpPr>
            <a:xfrm>
              <a:off x="9197828" y="5546784"/>
              <a:ext cx="1955796" cy="360000"/>
              <a:chOff x="4715590" y="1442898"/>
              <a:chExt cx="3312000" cy="432000"/>
            </a:xfrm>
          </p:grpSpPr>
          <p:sp>
            <p:nvSpPr>
              <p:cNvPr id="150"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世界货币</a:t>
                </a:r>
              </a:p>
            </p:txBody>
          </p:sp>
          <p:cxnSp>
            <p:nvCxnSpPr>
              <p:cNvPr id="151" name="直接连接符 150"/>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33" name="组合 232"/>
            <p:cNvGrpSpPr/>
            <p:nvPr/>
          </p:nvGrpSpPr>
          <p:grpSpPr>
            <a:xfrm>
              <a:off x="1539787" y="762098"/>
              <a:ext cx="632199" cy="5516698"/>
              <a:chOff x="1052121" y="780800"/>
              <a:chExt cx="632199" cy="5516698"/>
            </a:xfrm>
          </p:grpSpPr>
          <p:cxnSp>
            <p:nvCxnSpPr>
              <p:cNvPr id="153" name="连接符: 肘形 152"/>
              <p:cNvCxnSpPr>
                <a:stCxn id="16" idx="5"/>
                <a:endCxn id="73" idx="2"/>
              </p:cNvCxnSpPr>
              <p:nvPr/>
            </p:nvCxnSpPr>
            <p:spPr>
              <a:xfrm flipV="1">
                <a:off x="1052121" y="780800"/>
                <a:ext cx="632199" cy="2627805"/>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5" name="连接符: 肘形 154"/>
              <p:cNvCxnSpPr>
                <a:stCxn id="16" idx="5"/>
                <a:endCxn id="108" idx="2"/>
              </p:cNvCxnSpPr>
              <p:nvPr/>
            </p:nvCxnSpPr>
            <p:spPr>
              <a:xfrm>
                <a:off x="1052121" y="3408605"/>
                <a:ext cx="632199" cy="2888893"/>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7" name="连接符: 肘形 156"/>
              <p:cNvCxnSpPr>
                <a:stCxn id="16" idx="5"/>
                <a:endCxn id="93" idx="2"/>
              </p:cNvCxnSpPr>
              <p:nvPr/>
            </p:nvCxnSpPr>
            <p:spPr>
              <a:xfrm flipV="1">
                <a:off x="1052121" y="1691014"/>
                <a:ext cx="632199" cy="1717591"/>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9" name="连接符: 肘形 158"/>
              <p:cNvCxnSpPr>
                <a:stCxn id="16" idx="5"/>
                <a:endCxn id="96" idx="2"/>
              </p:cNvCxnSpPr>
              <p:nvPr/>
            </p:nvCxnSpPr>
            <p:spPr>
              <a:xfrm flipV="1">
                <a:off x="1052121" y="2893322"/>
                <a:ext cx="632199" cy="515283"/>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1" name="连接符: 肘形 160"/>
              <p:cNvCxnSpPr>
                <a:stCxn id="16" idx="5"/>
                <a:endCxn id="99" idx="2"/>
              </p:cNvCxnSpPr>
              <p:nvPr/>
            </p:nvCxnSpPr>
            <p:spPr>
              <a:xfrm>
                <a:off x="1052121" y="3408605"/>
                <a:ext cx="632199" cy="385697"/>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3" name="连接符: 肘形 162"/>
              <p:cNvCxnSpPr>
                <a:stCxn id="16" idx="5"/>
                <a:endCxn id="102" idx="2"/>
              </p:cNvCxnSpPr>
              <p:nvPr/>
            </p:nvCxnSpPr>
            <p:spPr>
              <a:xfrm>
                <a:off x="1052121" y="3408605"/>
                <a:ext cx="632199" cy="1374420"/>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5" name="连接符: 肘形 164"/>
              <p:cNvCxnSpPr>
                <a:stCxn id="16" idx="5"/>
                <a:endCxn id="105" idx="2"/>
              </p:cNvCxnSpPr>
              <p:nvPr/>
            </p:nvCxnSpPr>
            <p:spPr>
              <a:xfrm>
                <a:off x="1052121" y="3408605"/>
                <a:ext cx="632199" cy="2118381"/>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234" name="组合 233"/>
            <p:cNvGrpSpPr/>
            <p:nvPr/>
          </p:nvGrpSpPr>
          <p:grpSpPr>
            <a:xfrm>
              <a:off x="4148938" y="1484669"/>
              <a:ext cx="583690" cy="4023615"/>
              <a:chOff x="3661272" y="1503371"/>
              <a:chExt cx="583690" cy="4023615"/>
            </a:xfrm>
          </p:grpSpPr>
          <p:cxnSp>
            <p:nvCxnSpPr>
              <p:cNvPr id="177" name="连接符: 肘形 176"/>
              <p:cNvCxnSpPr>
                <a:stCxn id="93" idx="5"/>
                <a:endCxn id="111" idx="1"/>
              </p:cNvCxnSpPr>
              <p:nvPr/>
            </p:nvCxnSpPr>
            <p:spPr>
              <a:xfrm flipV="1">
                <a:off x="3688897" y="1503371"/>
                <a:ext cx="556064" cy="160019"/>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9" name="连接符: 肘形 178"/>
              <p:cNvCxnSpPr>
                <a:stCxn id="93" idx="5"/>
                <a:endCxn id="114" idx="1"/>
              </p:cNvCxnSpPr>
              <p:nvPr/>
            </p:nvCxnSpPr>
            <p:spPr>
              <a:xfrm>
                <a:off x="3688897" y="1663390"/>
                <a:ext cx="556064" cy="288936"/>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1" name="连接符: 肘形 180"/>
              <p:cNvCxnSpPr>
                <a:stCxn id="93" idx="5"/>
                <a:endCxn id="117" idx="1"/>
              </p:cNvCxnSpPr>
              <p:nvPr/>
            </p:nvCxnSpPr>
            <p:spPr>
              <a:xfrm>
                <a:off x="3688897" y="1663390"/>
                <a:ext cx="556064" cy="761295"/>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2" name="连接符: 肘形 201"/>
              <p:cNvCxnSpPr>
                <a:stCxn id="99" idx="4"/>
                <a:endCxn id="129" idx="1"/>
              </p:cNvCxnSpPr>
              <p:nvPr/>
            </p:nvCxnSpPr>
            <p:spPr>
              <a:xfrm flipV="1">
                <a:off x="3661272" y="3137744"/>
                <a:ext cx="583689" cy="656558"/>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4" name="连接符: 肘形 203"/>
              <p:cNvCxnSpPr>
                <a:stCxn id="132" idx="1"/>
                <a:endCxn id="99" idx="4"/>
              </p:cNvCxnSpPr>
              <p:nvPr/>
            </p:nvCxnSpPr>
            <p:spPr>
              <a:xfrm rot="10800000" flipV="1">
                <a:off x="3661273" y="3571956"/>
                <a:ext cx="583689" cy="222346"/>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7" name="连接符: 肘形 206"/>
              <p:cNvCxnSpPr>
                <a:stCxn id="99" idx="4"/>
                <a:endCxn id="135" idx="1"/>
              </p:cNvCxnSpPr>
              <p:nvPr/>
            </p:nvCxnSpPr>
            <p:spPr>
              <a:xfrm>
                <a:off x="3661272" y="3794302"/>
                <a:ext cx="583689" cy="211866"/>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0" name="连接符: 肘形 209"/>
              <p:cNvCxnSpPr>
                <a:stCxn id="138" idx="1"/>
                <a:endCxn id="99" idx="4"/>
              </p:cNvCxnSpPr>
              <p:nvPr/>
            </p:nvCxnSpPr>
            <p:spPr>
              <a:xfrm rot="10800000">
                <a:off x="3661273" y="3794303"/>
                <a:ext cx="583689" cy="646077"/>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a:stCxn id="67" idx="1"/>
                <a:endCxn id="105" idx="4"/>
              </p:cNvCxnSpPr>
              <p:nvPr/>
            </p:nvCxnSpPr>
            <p:spPr>
              <a:xfrm flipH="1">
                <a:off x="3661272" y="5526852"/>
                <a:ext cx="583689" cy="13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32" name="连接符: 肘形 231"/>
              <p:cNvCxnSpPr>
                <a:stCxn id="141" idx="1"/>
                <a:endCxn id="102" idx="5"/>
              </p:cNvCxnSpPr>
              <p:nvPr/>
            </p:nvCxnSpPr>
            <p:spPr>
              <a:xfrm rot="10800000">
                <a:off x="3688897" y="4755401"/>
                <a:ext cx="556064" cy="198072"/>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43" name="组合 142"/>
            <p:cNvGrpSpPr/>
            <p:nvPr/>
          </p:nvGrpSpPr>
          <p:grpSpPr>
            <a:xfrm>
              <a:off x="6807671" y="1304669"/>
              <a:ext cx="1125078" cy="360000"/>
              <a:chOff x="4780849" y="571715"/>
              <a:chExt cx="3312000" cy="432000"/>
            </a:xfrm>
          </p:grpSpPr>
          <p:sp>
            <p:nvSpPr>
              <p:cNvPr id="144" name="îṣľîďê"/>
              <p:cNvSpPr/>
              <p:nvPr/>
            </p:nvSpPr>
            <p:spPr>
              <a:xfrm>
                <a:off x="4780849" y="571715"/>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使用价值</a:t>
                </a:r>
              </a:p>
            </p:txBody>
          </p:sp>
          <p:cxnSp>
            <p:nvCxnSpPr>
              <p:cNvPr id="145" name="直接连接符 144"/>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0" name="组合 319"/>
          <p:cNvGrpSpPr/>
          <p:nvPr/>
        </p:nvGrpSpPr>
        <p:grpSpPr>
          <a:xfrm>
            <a:off x="491865" y="513472"/>
            <a:ext cx="11208271" cy="5840022"/>
            <a:chOff x="340062" y="318405"/>
            <a:chExt cx="11208271" cy="5840022"/>
          </a:xfrm>
        </p:grpSpPr>
        <p:grpSp>
          <p:nvGrpSpPr>
            <p:cNvPr id="319" name="组合 318"/>
            <p:cNvGrpSpPr/>
            <p:nvPr/>
          </p:nvGrpSpPr>
          <p:grpSpPr>
            <a:xfrm>
              <a:off x="5421134" y="498405"/>
              <a:ext cx="3349966" cy="5444022"/>
              <a:chOff x="5421134" y="498405"/>
              <a:chExt cx="3349966" cy="5444022"/>
            </a:xfrm>
          </p:grpSpPr>
          <p:cxnSp>
            <p:nvCxnSpPr>
              <p:cNvPr id="123" name="连接符: 肘形 122"/>
              <p:cNvCxnSpPr>
                <a:stCxn id="240" idx="3"/>
                <a:endCxn id="216" idx="1"/>
              </p:cNvCxnSpPr>
              <p:nvPr/>
            </p:nvCxnSpPr>
            <p:spPr>
              <a:xfrm flipV="1">
                <a:off x="5515288" y="498405"/>
                <a:ext cx="1058220" cy="449680"/>
              </a:xfrm>
              <a:prstGeom prst="bentConnector3">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27" name="直接箭头连接符 126"/>
              <p:cNvCxnSpPr>
                <a:stCxn id="230" idx="3"/>
              </p:cNvCxnSpPr>
              <p:nvPr/>
            </p:nvCxnSpPr>
            <p:spPr>
              <a:xfrm flipH="1">
                <a:off x="5925016" y="2934894"/>
                <a:ext cx="933293" cy="0"/>
              </a:xfrm>
              <a:prstGeom prst="straightConnector1">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296" name="连接符: 肘形 295"/>
              <p:cNvCxnSpPr>
                <a:stCxn id="240" idx="3"/>
                <a:endCxn id="243" idx="1"/>
              </p:cNvCxnSpPr>
              <p:nvPr/>
            </p:nvCxnSpPr>
            <p:spPr>
              <a:xfrm>
                <a:off x="5515288" y="948085"/>
                <a:ext cx="1058220" cy="428246"/>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99" name="直接连接符 298"/>
              <p:cNvCxnSpPr>
                <a:stCxn id="240" idx="3"/>
                <a:endCxn id="214" idx="1"/>
              </p:cNvCxnSpPr>
              <p:nvPr/>
            </p:nvCxnSpPr>
            <p:spPr>
              <a:xfrm>
                <a:off x="5515288" y="948085"/>
                <a:ext cx="1058220" cy="29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01" name="直接连接符 300"/>
              <p:cNvCxnSpPr>
                <a:stCxn id="246" idx="1"/>
                <a:endCxn id="238" idx="3"/>
              </p:cNvCxnSpPr>
              <p:nvPr/>
            </p:nvCxnSpPr>
            <p:spPr>
              <a:xfrm flipH="1">
                <a:off x="5515288" y="1941490"/>
                <a:ext cx="105822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03" name="连接符: 肘形 302"/>
              <p:cNvCxnSpPr>
                <a:stCxn id="261" idx="1"/>
                <a:endCxn id="230" idx="3"/>
              </p:cNvCxnSpPr>
              <p:nvPr/>
            </p:nvCxnSpPr>
            <p:spPr>
              <a:xfrm rot="10800000" flipV="1">
                <a:off x="6858310" y="2490642"/>
                <a:ext cx="1260485" cy="444252"/>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05" name="连接符: 肘形 304"/>
              <p:cNvCxnSpPr>
                <a:stCxn id="230" idx="3"/>
                <a:endCxn id="252" idx="1"/>
              </p:cNvCxnSpPr>
              <p:nvPr/>
            </p:nvCxnSpPr>
            <p:spPr>
              <a:xfrm flipV="1">
                <a:off x="6858309" y="2931753"/>
                <a:ext cx="1260485" cy="3141"/>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07" name="连接符: 肘形 306"/>
              <p:cNvCxnSpPr>
                <a:stCxn id="230" idx="3"/>
                <a:endCxn id="255" idx="1"/>
              </p:cNvCxnSpPr>
              <p:nvPr/>
            </p:nvCxnSpPr>
            <p:spPr>
              <a:xfrm>
                <a:off x="6858309" y="2934894"/>
                <a:ext cx="1260485" cy="437970"/>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09" name="连接符: 肘形 308"/>
              <p:cNvCxnSpPr>
                <a:stCxn id="230" idx="3"/>
                <a:endCxn id="258" idx="1"/>
              </p:cNvCxnSpPr>
              <p:nvPr/>
            </p:nvCxnSpPr>
            <p:spPr>
              <a:xfrm>
                <a:off x="6858309" y="2934894"/>
                <a:ext cx="1260485" cy="879082"/>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11" name="直接连接符 310"/>
              <p:cNvCxnSpPr>
                <a:stCxn id="264" idx="1"/>
                <a:endCxn id="220" idx="3"/>
              </p:cNvCxnSpPr>
              <p:nvPr/>
            </p:nvCxnSpPr>
            <p:spPr>
              <a:xfrm flipH="1">
                <a:off x="5421134" y="4756449"/>
                <a:ext cx="1152374"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13" name="直接连接符 312"/>
              <p:cNvCxnSpPr>
                <a:stCxn id="267" idx="1"/>
                <a:endCxn id="218" idx="3"/>
              </p:cNvCxnSpPr>
              <p:nvPr/>
            </p:nvCxnSpPr>
            <p:spPr>
              <a:xfrm flipH="1">
                <a:off x="5421134" y="5942427"/>
                <a:ext cx="1152374"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15" name="连接符: 肘形 314"/>
              <p:cNvCxnSpPr>
                <a:stCxn id="273" idx="1"/>
                <a:endCxn id="264" idx="3"/>
              </p:cNvCxnSpPr>
              <p:nvPr/>
            </p:nvCxnSpPr>
            <p:spPr>
              <a:xfrm rot="10800000" flipV="1">
                <a:off x="8023735" y="4531337"/>
                <a:ext cx="747365" cy="225112"/>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17" name="连接符: 肘形 316"/>
              <p:cNvCxnSpPr>
                <a:stCxn id="264" idx="3"/>
                <a:endCxn id="276" idx="1"/>
              </p:cNvCxnSpPr>
              <p:nvPr/>
            </p:nvCxnSpPr>
            <p:spPr>
              <a:xfrm>
                <a:off x="8023734" y="4756449"/>
                <a:ext cx="747365" cy="261515"/>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40" name="组合 139"/>
            <p:cNvGrpSpPr/>
            <p:nvPr/>
          </p:nvGrpSpPr>
          <p:grpSpPr>
            <a:xfrm>
              <a:off x="3933894" y="732085"/>
              <a:ext cx="1581394" cy="432000"/>
              <a:chOff x="4715590" y="553243"/>
              <a:chExt cx="3312000" cy="432000"/>
            </a:xfrm>
          </p:grpSpPr>
          <p:sp>
            <p:nvSpPr>
              <p:cNvPr id="240"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剩余价值的生产</a:t>
                </a:r>
              </a:p>
            </p:txBody>
          </p:sp>
          <p:cxnSp>
            <p:nvCxnSpPr>
              <p:cNvPr id="241" name="直接连接符 240"/>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1" name="组合 140"/>
            <p:cNvGrpSpPr/>
            <p:nvPr/>
          </p:nvGrpSpPr>
          <p:grpSpPr>
            <a:xfrm>
              <a:off x="3933894" y="1725490"/>
              <a:ext cx="1581394" cy="432000"/>
              <a:chOff x="4715590" y="1442898"/>
              <a:chExt cx="3312000" cy="432000"/>
            </a:xfrm>
          </p:grpSpPr>
          <p:sp>
            <p:nvSpPr>
              <p:cNvPr id="238"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剩余价值的实现</a:t>
                </a:r>
              </a:p>
            </p:txBody>
          </p:sp>
          <p:cxnSp>
            <p:nvCxnSpPr>
              <p:cNvPr id="239" name="直接连接符 238"/>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2" name="组合 141"/>
            <p:cNvGrpSpPr/>
            <p:nvPr/>
          </p:nvGrpSpPr>
          <p:grpSpPr>
            <a:xfrm>
              <a:off x="1732685" y="1015029"/>
              <a:ext cx="1581394" cy="828000"/>
              <a:chOff x="2073419" y="858311"/>
              <a:chExt cx="2232000" cy="828000"/>
            </a:xfrm>
          </p:grpSpPr>
          <p:sp>
            <p:nvSpPr>
              <p:cNvPr id="236" name="iṣ1ïḑé"/>
              <p:cNvSpPr/>
              <p:nvPr/>
            </p:nvSpPr>
            <p:spPr>
              <a:xfrm>
                <a:off x="2073419" y="858311"/>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剩余价值理论</a:t>
                </a:r>
              </a:p>
            </p:txBody>
          </p:sp>
          <p:cxnSp>
            <p:nvCxnSpPr>
              <p:cNvPr id="237" name="直接连接符 236"/>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4" name="组合 143"/>
            <p:cNvGrpSpPr/>
            <p:nvPr/>
          </p:nvGrpSpPr>
          <p:grpSpPr>
            <a:xfrm>
              <a:off x="1732685" y="4944009"/>
              <a:ext cx="1457441" cy="828000"/>
              <a:chOff x="2073419" y="910582"/>
              <a:chExt cx="2232000" cy="828000"/>
            </a:xfrm>
          </p:grpSpPr>
          <p:sp>
            <p:nvSpPr>
              <p:cNvPr id="232" name="iṣ1ïḑé"/>
              <p:cNvSpPr/>
              <p:nvPr/>
            </p:nvSpPr>
            <p:spPr>
              <a:xfrm>
                <a:off x="2073419" y="910582"/>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经济危机理论</a:t>
                </a:r>
              </a:p>
            </p:txBody>
          </p:sp>
          <p:cxnSp>
            <p:nvCxnSpPr>
              <p:cNvPr id="233" name="直接连接符 232"/>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145" name="iṧļiḑe"/>
            <p:cNvSpPr/>
            <p:nvPr/>
          </p:nvSpPr>
          <p:spPr>
            <a:xfrm>
              <a:off x="340062" y="1376332"/>
              <a:ext cx="648000" cy="3978336"/>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eaVert" wrap="square" lIns="91440" tIns="45720" rIns="91440" bIns="45720" numCol="1" spcCol="0" rtlCol="0" fromWordArt="0" anchor="ctr" anchorCtr="0" forceAA="0" compatLnSpc="1">
              <a:normAutofit/>
            </a:bodyPr>
            <a:lstStyle/>
            <a:p>
              <a:pPr algn="ctr"/>
              <a:r>
                <a:rPr lang="zh-CN" altLang="en-US" b="1" spc="300" dirty="0">
                  <a:solidFill>
                    <a:srgbClr val="E17751"/>
                  </a:solidFill>
                  <a:latin typeface="微软雅黑" panose="020B0503020204020204" charset="-122"/>
                  <a:ea typeface="微软雅黑" panose="020B0503020204020204" charset="-122"/>
                </a:rPr>
                <a:t>马克思剩余价值论与经济危机</a:t>
              </a:r>
            </a:p>
          </p:txBody>
        </p:sp>
        <p:grpSp>
          <p:nvGrpSpPr>
            <p:cNvPr id="146" name="组合 145"/>
            <p:cNvGrpSpPr/>
            <p:nvPr/>
          </p:nvGrpSpPr>
          <p:grpSpPr>
            <a:xfrm>
              <a:off x="3914844" y="2718894"/>
              <a:ext cx="2943465" cy="432000"/>
              <a:chOff x="4715590" y="1442898"/>
              <a:chExt cx="3312000" cy="432000"/>
            </a:xfrm>
          </p:grpSpPr>
          <p:sp>
            <p:nvSpPr>
              <p:cNvPr id="230"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人工智能条件下剩余价值的源泉</a:t>
                </a:r>
              </a:p>
            </p:txBody>
          </p:sp>
          <p:cxnSp>
            <p:nvCxnSpPr>
              <p:cNvPr id="231" name="直接连接符 230"/>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51" name="组合 150"/>
            <p:cNvGrpSpPr/>
            <p:nvPr/>
          </p:nvGrpSpPr>
          <p:grpSpPr>
            <a:xfrm>
              <a:off x="3839740" y="4540449"/>
              <a:ext cx="1581394" cy="432000"/>
              <a:chOff x="4715590" y="1442898"/>
              <a:chExt cx="3312000" cy="432000"/>
            </a:xfrm>
          </p:grpSpPr>
          <p:sp>
            <p:nvSpPr>
              <p:cNvPr id="220"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根源</a:t>
                </a:r>
              </a:p>
            </p:txBody>
          </p:sp>
          <p:cxnSp>
            <p:nvCxnSpPr>
              <p:cNvPr id="221" name="直接连接符 220"/>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52" name="组合 151"/>
            <p:cNvGrpSpPr/>
            <p:nvPr/>
          </p:nvGrpSpPr>
          <p:grpSpPr>
            <a:xfrm>
              <a:off x="3839740" y="5726427"/>
              <a:ext cx="1581394" cy="432000"/>
              <a:chOff x="4715590" y="1442898"/>
              <a:chExt cx="3312000" cy="432000"/>
            </a:xfrm>
          </p:grpSpPr>
          <p:sp>
            <p:nvSpPr>
              <p:cNvPr id="218"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实质</a:t>
                </a:r>
              </a:p>
            </p:txBody>
          </p:sp>
          <p:cxnSp>
            <p:nvCxnSpPr>
              <p:cNvPr id="219" name="直接连接符 218"/>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53" name="组合 152"/>
            <p:cNvGrpSpPr/>
            <p:nvPr/>
          </p:nvGrpSpPr>
          <p:grpSpPr>
            <a:xfrm>
              <a:off x="6573508" y="318405"/>
              <a:ext cx="1450226" cy="360000"/>
              <a:chOff x="4780849" y="571715"/>
              <a:chExt cx="3312000" cy="432000"/>
            </a:xfrm>
          </p:grpSpPr>
          <p:sp>
            <p:nvSpPr>
              <p:cNvPr id="216" name="îṣľîďê"/>
              <p:cNvSpPr/>
              <p:nvPr/>
            </p:nvSpPr>
            <p:spPr>
              <a:xfrm>
                <a:off x="4780849" y="571715"/>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生产的目的</a:t>
                </a:r>
              </a:p>
            </p:txBody>
          </p:sp>
          <p:cxnSp>
            <p:nvCxnSpPr>
              <p:cNvPr id="217" name="直接连接符 216"/>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54" name="组合 153"/>
            <p:cNvGrpSpPr/>
            <p:nvPr/>
          </p:nvGrpSpPr>
          <p:grpSpPr>
            <a:xfrm>
              <a:off x="6573508" y="768375"/>
              <a:ext cx="1450226" cy="360000"/>
              <a:chOff x="4715590" y="1442898"/>
              <a:chExt cx="3312000" cy="432000"/>
            </a:xfrm>
          </p:grpSpPr>
          <p:sp>
            <p:nvSpPr>
              <p:cNvPr id="214"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生产的秘密</a:t>
                </a:r>
              </a:p>
            </p:txBody>
          </p:sp>
          <p:cxnSp>
            <p:nvCxnSpPr>
              <p:cNvPr id="215" name="直接连接符 214"/>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70" name="组合 169"/>
            <p:cNvGrpSpPr/>
            <p:nvPr/>
          </p:nvGrpSpPr>
          <p:grpSpPr>
            <a:xfrm>
              <a:off x="988062" y="1448884"/>
              <a:ext cx="744623" cy="3928980"/>
              <a:chOff x="988062" y="1448884"/>
              <a:chExt cx="744623" cy="3928980"/>
            </a:xfrm>
          </p:grpSpPr>
          <p:cxnSp>
            <p:nvCxnSpPr>
              <p:cNvPr id="181" name="连接符: 肘形 180"/>
              <p:cNvCxnSpPr>
                <a:stCxn id="145" idx="5"/>
                <a:endCxn id="236" idx="2"/>
              </p:cNvCxnSpPr>
              <p:nvPr/>
            </p:nvCxnSpPr>
            <p:spPr>
              <a:xfrm flipV="1">
                <a:off x="988062" y="1448884"/>
                <a:ext cx="744623" cy="1896220"/>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82" name="连接符: 肘形 181"/>
              <p:cNvCxnSpPr>
                <a:stCxn id="145" idx="5"/>
                <a:endCxn id="232" idx="2"/>
              </p:cNvCxnSpPr>
              <p:nvPr/>
            </p:nvCxnSpPr>
            <p:spPr>
              <a:xfrm>
                <a:off x="988062" y="3345104"/>
                <a:ext cx="744623" cy="2032760"/>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grpSp>
        <p:grpSp>
          <p:nvGrpSpPr>
            <p:cNvPr id="242" name="组合 241"/>
            <p:cNvGrpSpPr/>
            <p:nvPr/>
          </p:nvGrpSpPr>
          <p:grpSpPr>
            <a:xfrm>
              <a:off x="6573508" y="1196331"/>
              <a:ext cx="1450226" cy="360000"/>
              <a:chOff x="4715590" y="1442898"/>
              <a:chExt cx="3312000" cy="432000"/>
            </a:xfrm>
          </p:grpSpPr>
          <p:sp>
            <p:nvSpPr>
              <p:cNvPr id="243"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生产的方法</a:t>
                </a:r>
              </a:p>
            </p:txBody>
          </p:sp>
          <p:cxnSp>
            <p:nvCxnSpPr>
              <p:cNvPr id="244" name="直接连接符 243"/>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45" name="组合 244"/>
            <p:cNvGrpSpPr/>
            <p:nvPr/>
          </p:nvGrpSpPr>
          <p:grpSpPr>
            <a:xfrm>
              <a:off x="6573508" y="1761490"/>
              <a:ext cx="2943463" cy="360000"/>
              <a:chOff x="4715590" y="1442898"/>
              <a:chExt cx="3312000" cy="432000"/>
            </a:xfrm>
          </p:grpSpPr>
          <p:sp>
            <p:nvSpPr>
              <p:cNvPr id="246"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资本在运动中实现剩余价值</a:t>
                </a:r>
              </a:p>
            </p:txBody>
          </p:sp>
          <p:cxnSp>
            <p:nvCxnSpPr>
              <p:cNvPr id="247" name="直接连接符 246"/>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51" name="组合 250"/>
            <p:cNvGrpSpPr/>
            <p:nvPr/>
          </p:nvGrpSpPr>
          <p:grpSpPr>
            <a:xfrm>
              <a:off x="8118794" y="2751753"/>
              <a:ext cx="3429539" cy="360000"/>
              <a:chOff x="4715590" y="1442898"/>
              <a:chExt cx="3312000" cy="432000"/>
            </a:xfrm>
          </p:grpSpPr>
          <p:sp>
            <p:nvSpPr>
              <p:cNvPr id="252"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人工智能时代价值的源泉</a:t>
                </a:r>
              </a:p>
            </p:txBody>
          </p:sp>
          <p:cxnSp>
            <p:nvCxnSpPr>
              <p:cNvPr id="253" name="直接连接符 252"/>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54" name="组合 253"/>
            <p:cNvGrpSpPr/>
            <p:nvPr/>
          </p:nvGrpSpPr>
          <p:grpSpPr>
            <a:xfrm>
              <a:off x="8118794" y="3192864"/>
              <a:ext cx="3429539" cy="360000"/>
              <a:chOff x="4715590" y="1442898"/>
              <a:chExt cx="3312000" cy="432000"/>
            </a:xfrm>
          </p:grpSpPr>
          <p:sp>
            <p:nvSpPr>
              <p:cNvPr id="255"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人工智能行业利润的来源</a:t>
                </a:r>
              </a:p>
            </p:txBody>
          </p:sp>
          <p:cxnSp>
            <p:nvCxnSpPr>
              <p:cNvPr id="256" name="直接连接符 255"/>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57" name="组合 256"/>
            <p:cNvGrpSpPr/>
            <p:nvPr/>
          </p:nvGrpSpPr>
          <p:grpSpPr>
            <a:xfrm>
              <a:off x="8118794" y="3633976"/>
              <a:ext cx="3429539" cy="360000"/>
              <a:chOff x="4715590" y="1442898"/>
              <a:chExt cx="3312000" cy="432000"/>
            </a:xfrm>
          </p:grpSpPr>
          <p:sp>
            <p:nvSpPr>
              <p:cNvPr id="258"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人工智能普遍化的结果 </a:t>
                </a:r>
              </a:p>
            </p:txBody>
          </p:sp>
          <p:cxnSp>
            <p:nvCxnSpPr>
              <p:cNvPr id="259" name="直接连接符 258"/>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60" name="组合 259"/>
            <p:cNvGrpSpPr/>
            <p:nvPr/>
          </p:nvGrpSpPr>
          <p:grpSpPr>
            <a:xfrm>
              <a:off x="8118794" y="2310642"/>
              <a:ext cx="3429539" cy="360000"/>
              <a:chOff x="4715590" y="1442898"/>
              <a:chExt cx="3312000" cy="432000"/>
            </a:xfrm>
          </p:grpSpPr>
          <p:sp>
            <p:nvSpPr>
              <p:cNvPr id="261"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人工智能的实质</a:t>
                </a:r>
              </a:p>
            </p:txBody>
          </p:sp>
          <p:cxnSp>
            <p:nvCxnSpPr>
              <p:cNvPr id="262" name="直接连接符 261"/>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63" name="组合 262"/>
            <p:cNvGrpSpPr/>
            <p:nvPr/>
          </p:nvGrpSpPr>
          <p:grpSpPr>
            <a:xfrm>
              <a:off x="6573508" y="4576449"/>
              <a:ext cx="1450226" cy="360000"/>
              <a:chOff x="4780849" y="571715"/>
              <a:chExt cx="3312000" cy="432000"/>
            </a:xfrm>
          </p:grpSpPr>
          <p:sp>
            <p:nvSpPr>
              <p:cNvPr id="264" name="îṣľîďê"/>
              <p:cNvSpPr/>
              <p:nvPr/>
            </p:nvSpPr>
            <p:spPr>
              <a:xfrm>
                <a:off x="4780849" y="571715"/>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资本主义基本矛盾</a:t>
                </a:r>
              </a:p>
            </p:txBody>
          </p:sp>
          <p:cxnSp>
            <p:nvCxnSpPr>
              <p:cNvPr id="265" name="直接连接符 264"/>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66" name="组合 265"/>
            <p:cNvGrpSpPr/>
            <p:nvPr/>
          </p:nvGrpSpPr>
          <p:grpSpPr>
            <a:xfrm>
              <a:off x="6573508" y="5762427"/>
              <a:ext cx="1450226" cy="360000"/>
              <a:chOff x="4715590" y="1442898"/>
              <a:chExt cx="3312000" cy="432000"/>
            </a:xfrm>
          </p:grpSpPr>
          <p:sp>
            <p:nvSpPr>
              <p:cNvPr id="267"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生产过剩的危机</a:t>
                </a:r>
              </a:p>
            </p:txBody>
          </p:sp>
          <p:cxnSp>
            <p:nvCxnSpPr>
              <p:cNvPr id="268" name="直接连接符 267"/>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72" name="组合 271"/>
            <p:cNvGrpSpPr/>
            <p:nvPr/>
          </p:nvGrpSpPr>
          <p:grpSpPr>
            <a:xfrm>
              <a:off x="8771099" y="4351337"/>
              <a:ext cx="2777234" cy="360000"/>
              <a:chOff x="4715590" y="1442898"/>
              <a:chExt cx="3312000" cy="432000"/>
            </a:xfrm>
          </p:grpSpPr>
          <p:sp>
            <p:nvSpPr>
              <p:cNvPr id="273"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生产社会化</a:t>
                </a:r>
              </a:p>
            </p:txBody>
          </p:sp>
          <p:cxnSp>
            <p:nvCxnSpPr>
              <p:cNvPr id="274" name="直接连接符 273"/>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75" name="组合 274"/>
            <p:cNvGrpSpPr/>
            <p:nvPr/>
          </p:nvGrpSpPr>
          <p:grpSpPr>
            <a:xfrm>
              <a:off x="8771099" y="4837964"/>
              <a:ext cx="2777234" cy="360000"/>
              <a:chOff x="4715590" y="1442898"/>
              <a:chExt cx="3312000" cy="432000"/>
            </a:xfrm>
          </p:grpSpPr>
          <p:sp>
            <p:nvSpPr>
              <p:cNvPr id="276"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生产资料资本主义私人占有</a:t>
                </a:r>
              </a:p>
            </p:txBody>
          </p:sp>
          <p:cxnSp>
            <p:nvCxnSpPr>
              <p:cNvPr id="277" name="直接连接符 276"/>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318" name="组合 317"/>
            <p:cNvGrpSpPr/>
            <p:nvPr/>
          </p:nvGrpSpPr>
          <p:grpSpPr>
            <a:xfrm>
              <a:off x="3190126" y="948085"/>
              <a:ext cx="743768" cy="4994342"/>
              <a:chOff x="3190126" y="948085"/>
              <a:chExt cx="743768" cy="4994342"/>
            </a:xfrm>
          </p:grpSpPr>
          <p:cxnSp>
            <p:nvCxnSpPr>
              <p:cNvPr id="283" name="连接符: 肘形 282"/>
              <p:cNvCxnSpPr>
                <a:stCxn id="236" idx="5"/>
                <a:endCxn id="240" idx="1"/>
              </p:cNvCxnSpPr>
              <p:nvPr/>
            </p:nvCxnSpPr>
            <p:spPr>
              <a:xfrm flipV="1">
                <a:off x="3314079" y="948085"/>
                <a:ext cx="619815" cy="461089"/>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85" name="连接符: 肘形 284"/>
              <p:cNvCxnSpPr>
                <a:stCxn id="236" idx="5"/>
                <a:endCxn id="238" idx="1"/>
              </p:cNvCxnSpPr>
              <p:nvPr/>
            </p:nvCxnSpPr>
            <p:spPr>
              <a:xfrm>
                <a:off x="3314079" y="1409174"/>
                <a:ext cx="619815" cy="532316"/>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87" name="连接符: 肘形 286"/>
              <p:cNvCxnSpPr>
                <a:stCxn id="232" idx="5"/>
                <a:endCxn id="220" idx="1"/>
              </p:cNvCxnSpPr>
              <p:nvPr/>
            </p:nvCxnSpPr>
            <p:spPr>
              <a:xfrm flipV="1">
                <a:off x="3190126" y="4756449"/>
                <a:ext cx="649614" cy="581705"/>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89" name="连接符: 肘形 288"/>
              <p:cNvCxnSpPr>
                <a:stCxn id="232" idx="5"/>
                <a:endCxn id="218" idx="1"/>
              </p:cNvCxnSpPr>
              <p:nvPr/>
            </p:nvCxnSpPr>
            <p:spPr>
              <a:xfrm>
                <a:off x="3190126" y="5338154"/>
                <a:ext cx="649614" cy="604273"/>
              </a:xfrm>
              <a:prstGeom prst="bentConnector3">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91" name="连接符: 肘形 290"/>
              <p:cNvCxnSpPr>
                <a:stCxn id="236" idx="5"/>
                <a:endCxn id="230" idx="1"/>
              </p:cNvCxnSpPr>
              <p:nvPr/>
            </p:nvCxnSpPr>
            <p:spPr>
              <a:xfrm>
                <a:off x="3314079" y="1409174"/>
                <a:ext cx="600765" cy="1525720"/>
              </a:xfrm>
              <a:prstGeom prst="bentConnector3">
                <a:avLst>
                  <a:gd name="adj1" fmla="val 51538"/>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grpSp>
        <p:nvGrpSpPr>
          <p:cNvPr id="321" name="组合 320"/>
          <p:cNvGrpSpPr/>
          <p:nvPr/>
        </p:nvGrpSpPr>
        <p:grpSpPr>
          <a:xfrm>
            <a:off x="491865" y="400375"/>
            <a:ext cx="2143605" cy="707886"/>
            <a:chOff x="1131850" y="3079821"/>
            <a:chExt cx="1475815" cy="707886"/>
          </a:xfrm>
        </p:grpSpPr>
        <p:sp>
          <p:nvSpPr>
            <p:cNvPr id="322" name="文本框 321"/>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dirty="0">
                  <a:solidFill>
                    <a:prstClr val="black">
                      <a:lumMod val="95000"/>
                      <a:lumOff val="5000"/>
                    </a:prstClr>
                  </a:solidFill>
                  <a:latin typeface="微软雅黑" panose="020B0503020204020204" charset="-122"/>
                  <a:ea typeface="微软雅黑" panose="020B0503020204020204" charset="-122"/>
                </a:rPr>
                <a:t>第四章小结</a:t>
              </a:r>
              <a:r>
                <a:rPr kumimoji="1" lang="en-US" altLang="zh-CN" sz="2000" b="1" dirty="0">
                  <a:solidFill>
                    <a:prstClr val="black">
                      <a:lumMod val="95000"/>
                      <a:lumOff val="5000"/>
                    </a:prstClr>
                  </a:solidFill>
                  <a:latin typeface="微软雅黑" panose="020B0503020204020204" charset="-122"/>
                  <a:ea typeface="微软雅黑" panose="020B0503020204020204" charset="-122"/>
                </a:rPr>
                <a:t>2</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grpSp>
          <p:nvGrpSpPr>
            <p:cNvPr id="323" name="组合 322"/>
            <p:cNvGrpSpPr/>
            <p:nvPr/>
          </p:nvGrpSpPr>
          <p:grpSpPr>
            <a:xfrm>
              <a:off x="1131850" y="3158981"/>
              <a:ext cx="263338" cy="243183"/>
              <a:chOff x="1164218" y="3158981"/>
              <a:chExt cx="263338" cy="243183"/>
            </a:xfrm>
          </p:grpSpPr>
          <p:grpSp>
            <p:nvGrpSpPr>
              <p:cNvPr id="324" name="组合 323"/>
              <p:cNvGrpSpPr/>
              <p:nvPr/>
            </p:nvGrpSpPr>
            <p:grpSpPr>
              <a:xfrm>
                <a:off x="1164220" y="3158981"/>
                <a:ext cx="263336" cy="240802"/>
                <a:chOff x="1164220" y="3158981"/>
                <a:chExt cx="263336" cy="240802"/>
              </a:xfrm>
            </p:grpSpPr>
            <p:sp>
              <p:nvSpPr>
                <p:cNvPr id="326" name="平行四边形 325"/>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27" name="直角三角形 326"/>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28" name="平行四边形 327"/>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325" name="直角三角形 324"/>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4" name="连接符: 肘形 133"/>
          <p:cNvCxnSpPr>
            <a:endCxn id="78" idx="1"/>
          </p:cNvCxnSpPr>
          <p:nvPr/>
        </p:nvCxnSpPr>
        <p:spPr>
          <a:xfrm flipV="1">
            <a:off x="4884798" y="1462397"/>
            <a:ext cx="4196769" cy="207180"/>
          </a:xfrm>
          <a:prstGeom prst="bentConnector3">
            <a:avLst>
              <a:gd name="adj1" fmla="val 63769"/>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36" name="连接符: 肘形 135"/>
          <p:cNvCxnSpPr>
            <a:endCxn id="81" idx="1"/>
          </p:cNvCxnSpPr>
          <p:nvPr/>
        </p:nvCxnSpPr>
        <p:spPr>
          <a:xfrm>
            <a:off x="4884798" y="1669577"/>
            <a:ext cx="4196768" cy="197813"/>
          </a:xfrm>
          <a:prstGeom prst="bentConnector3">
            <a:avLst>
              <a:gd name="adj1" fmla="val 63769"/>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40" name="直接箭头连接符 139"/>
          <p:cNvCxnSpPr>
            <a:endCxn id="75" idx="1"/>
          </p:cNvCxnSpPr>
          <p:nvPr/>
        </p:nvCxnSpPr>
        <p:spPr>
          <a:xfrm flipV="1">
            <a:off x="4899967" y="536640"/>
            <a:ext cx="2356591" cy="26401"/>
          </a:xfrm>
          <a:prstGeom prst="straightConnector1">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43" name="直接箭头连接符 142"/>
          <p:cNvCxnSpPr>
            <a:stCxn id="51" idx="3"/>
            <a:endCxn id="84" idx="1"/>
          </p:cNvCxnSpPr>
          <p:nvPr/>
        </p:nvCxnSpPr>
        <p:spPr>
          <a:xfrm>
            <a:off x="4863146" y="2555873"/>
            <a:ext cx="452852" cy="0"/>
          </a:xfrm>
          <a:prstGeom prst="straightConnector1">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45" name="连接符: 肘形 144"/>
          <p:cNvCxnSpPr>
            <a:stCxn id="54" idx="3"/>
            <a:endCxn id="87" idx="1"/>
          </p:cNvCxnSpPr>
          <p:nvPr/>
        </p:nvCxnSpPr>
        <p:spPr>
          <a:xfrm flipV="1">
            <a:off x="4863146" y="3064515"/>
            <a:ext cx="452852" cy="159165"/>
          </a:xfrm>
          <a:prstGeom prst="bentConnector3">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48" name="连接符: 肘形 147"/>
          <p:cNvCxnSpPr>
            <a:stCxn id="54" idx="3"/>
            <a:endCxn id="90" idx="1"/>
          </p:cNvCxnSpPr>
          <p:nvPr/>
        </p:nvCxnSpPr>
        <p:spPr>
          <a:xfrm>
            <a:off x="4863146" y="3223680"/>
            <a:ext cx="452852" cy="308974"/>
          </a:xfrm>
          <a:prstGeom prst="bentConnector3">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50" name="连接符: 肘形 149"/>
          <p:cNvCxnSpPr>
            <a:stCxn id="54" idx="3"/>
            <a:endCxn id="93" idx="1"/>
          </p:cNvCxnSpPr>
          <p:nvPr/>
        </p:nvCxnSpPr>
        <p:spPr>
          <a:xfrm>
            <a:off x="4863146" y="3223680"/>
            <a:ext cx="452852" cy="952599"/>
          </a:xfrm>
          <a:prstGeom prst="bentConnector3">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57" name="连接符: 肘形 156"/>
          <p:cNvCxnSpPr>
            <a:stCxn id="57" idx="3"/>
            <a:endCxn id="99" idx="1"/>
          </p:cNvCxnSpPr>
          <p:nvPr/>
        </p:nvCxnSpPr>
        <p:spPr>
          <a:xfrm flipV="1">
            <a:off x="4863146" y="3571296"/>
            <a:ext cx="4531321" cy="320191"/>
          </a:xfrm>
          <a:prstGeom prst="bentConnector3">
            <a:avLst>
              <a:gd name="adj1" fmla="val 85104"/>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61" name="连接符: 肘形 160"/>
          <p:cNvCxnSpPr>
            <a:stCxn id="57" idx="3"/>
            <a:endCxn id="96" idx="1"/>
          </p:cNvCxnSpPr>
          <p:nvPr/>
        </p:nvCxnSpPr>
        <p:spPr>
          <a:xfrm flipV="1">
            <a:off x="4863146" y="3035390"/>
            <a:ext cx="4531321" cy="856097"/>
          </a:xfrm>
          <a:prstGeom prst="bentConnector3">
            <a:avLst>
              <a:gd name="adj1" fmla="val 85103"/>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64" name="连接符: 肘形 163"/>
          <p:cNvCxnSpPr>
            <a:stCxn id="57" idx="3"/>
            <a:endCxn id="102" idx="1"/>
          </p:cNvCxnSpPr>
          <p:nvPr/>
        </p:nvCxnSpPr>
        <p:spPr>
          <a:xfrm>
            <a:off x="4863146" y="3891487"/>
            <a:ext cx="4528923" cy="259631"/>
          </a:xfrm>
          <a:prstGeom prst="bentConnector3">
            <a:avLst>
              <a:gd name="adj1" fmla="val 85123"/>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67" name="连接符: 肘形 166"/>
          <p:cNvCxnSpPr>
            <a:stCxn id="57" idx="3"/>
            <a:endCxn id="105" idx="1"/>
          </p:cNvCxnSpPr>
          <p:nvPr/>
        </p:nvCxnSpPr>
        <p:spPr>
          <a:xfrm>
            <a:off x="4863146" y="3891487"/>
            <a:ext cx="4528923" cy="771660"/>
          </a:xfrm>
          <a:prstGeom prst="bentConnector3">
            <a:avLst>
              <a:gd name="adj1" fmla="val 85123"/>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70" name="连接符: 肘形 169"/>
          <p:cNvCxnSpPr>
            <a:stCxn id="60" idx="3"/>
            <a:endCxn id="108" idx="1"/>
          </p:cNvCxnSpPr>
          <p:nvPr/>
        </p:nvCxnSpPr>
        <p:spPr>
          <a:xfrm>
            <a:off x="4863146" y="4559295"/>
            <a:ext cx="475078" cy="406309"/>
          </a:xfrm>
          <a:prstGeom prst="bentConnector3">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72" name="直接箭头连接符 171"/>
          <p:cNvCxnSpPr>
            <a:stCxn id="63" idx="3"/>
            <a:endCxn id="111" idx="1"/>
          </p:cNvCxnSpPr>
          <p:nvPr/>
        </p:nvCxnSpPr>
        <p:spPr>
          <a:xfrm>
            <a:off x="4868171" y="5621537"/>
            <a:ext cx="447827" cy="0"/>
          </a:xfrm>
          <a:prstGeom prst="straightConnector1">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74" name="连接符: 肘形 173"/>
          <p:cNvCxnSpPr>
            <a:cxnSpLocks/>
            <a:stCxn id="66" idx="3"/>
            <a:endCxn id="120" idx="1"/>
          </p:cNvCxnSpPr>
          <p:nvPr/>
        </p:nvCxnSpPr>
        <p:spPr>
          <a:xfrm flipV="1">
            <a:off x="4868171" y="5694994"/>
            <a:ext cx="4403638" cy="474217"/>
          </a:xfrm>
          <a:prstGeom prst="bentConnector3">
            <a:avLst>
              <a:gd name="adj1" fmla="val 94990"/>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77" name="连接符: 肘形 176"/>
          <p:cNvCxnSpPr>
            <a:cxnSpLocks/>
            <a:stCxn id="66" idx="3"/>
            <a:endCxn id="123" idx="1"/>
          </p:cNvCxnSpPr>
          <p:nvPr/>
        </p:nvCxnSpPr>
        <p:spPr>
          <a:xfrm>
            <a:off x="4868171" y="6169211"/>
            <a:ext cx="4392066" cy="172736"/>
          </a:xfrm>
          <a:prstGeom prst="bentConnector3">
            <a:avLst>
              <a:gd name="adj1" fmla="val 95290"/>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grpSp>
        <p:nvGrpSpPr>
          <p:cNvPr id="19" name="组合 18"/>
          <p:cNvGrpSpPr/>
          <p:nvPr/>
        </p:nvGrpSpPr>
        <p:grpSpPr>
          <a:xfrm>
            <a:off x="3305827" y="356258"/>
            <a:ext cx="1581394" cy="432000"/>
            <a:chOff x="4715590" y="553243"/>
            <a:chExt cx="3312000" cy="432000"/>
          </a:xfrm>
        </p:grpSpPr>
        <p:sp>
          <p:nvSpPr>
            <p:cNvPr id="25"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本质</a:t>
              </a:r>
            </a:p>
          </p:txBody>
        </p:sp>
        <p:cxnSp>
          <p:nvCxnSpPr>
            <p:cNvPr id="26" name="直接连接符 25"/>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3305827" y="930741"/>
            <a:ext cx="1581394" cy="432000"/>
            <a:chOff x="4715590" y="1442898"/>
            <a:chExt cx="3312000" cy="432000"/>
          </a:xfrm>
        </p:grpSpPr>
        <p:sp>
          <p:nvSpPr>
            <p:cNvPr id="23"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对内职能</a:t>
              </a:r>
            </a:p>
          </p:txBody>
        </p:sp>
        <p:cxnSp>
          <p:nvCxnSpPr>
            <p:cNvPr id="24" name="直接连接符 23"/>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1344758" y="752640"/>
            <a:ext cx="1581394" cy="828000"/>
            <a:chOff x="2073419" y="858311"/>
            <a:chExt cx="2232000" cy="828000"/>
          </a:xfrm>
        </p:grpSpPr>
        <p:sp>
          <p:nvSpPr>
            <p:cNvPr id="44" name="iṣ1ïḑé"/>
            <p:cNvSpPr/>
            <p:nvPr/>
          </p:nvSpPr>
          <p:spPr>
            <a:xfrm>
              <a:off x="2073419" y="858311"/>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资本主义</a:t>
              </a:r>
              <a:r>
                <a:rPr lang="zh-CN" altLang="en-US" sz="1400">
                  <a:solidFill>
                    <a:schemeClr val="tx1">
                      <a:lumMod val="85000"/>
                      <a:lumOff val="15000"/>
                    </a:schemeClr>
                  </a:solidFill>
                  <a:latin typeface="微软雅黑" panose="020B0503020204020204" charset="-122"/>
                  <a:ea typeface="微软雅黑" panose="020B0503020204020204" charset="-122"/>
                </a:rPr>
                <a:t>国家的本质和职能</a:t>
              </a:r>
              <a:endParaRPr lang="zh-CN" altLang="en-US" sz="1400" dirty="0">
                <a:solidFill>
                  <a:schemeClr val="tx1">
                    <a:lumMod val="85000"/>
                    <a:lumOff val="15000"/>
                  </a:schemeClr>
                </a:solidFill>
                <a:latin typeface="微软雅黑" panose="020B0503020204020204" charset="-122"/>
                <a:ea typeface="微软雅黑" panose="020B0503020204020204" charset="-122"/>
              </a:endParaRPr>
            </a:p>
          </p:txBody>
        </p:sp>
        <p:cxnSp>
          <p:nvCxnSpPr>
            <p:cNvPr id="45" name="直接连接符 44"/>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35" name="组合 34"/>
          <p:cNvGrpSpPr/>
          <p:nvPr/>
        </p:nvGrpSpPr>
        <p:grpSpPr>
          <a:xfrm>
            <a:off x="1353994" y="2927630"/>
            <a:ext cx="1581394" cy="828000"/>
            <a:chOff x="2073419" y="910582"/>
            <a:chExt cx="2232000" cy="828000"/>
          </a:xfrm>
        </p:grpSpPr>
        <p:sp>
          <p:nvSpPr>
            <p:cNvPr id="42" name="iṣ1ïḑé"/>
            <p:cNvSpPr/>
            <p:nvPr/>
          </p:nvSpPr>
          <p:spPr>
            <a:xfrm>
              <a:off x="2073419" y="910582"/>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资本主义的民主制度及本质</a:t>
              </a:r>
            </a:p>
          </p:txBody>
        </p:sp>
        <p:cxnSp>
          <p:nvCxnSpPr>
            <p:cNvPr id="43" name="直接连接符 42"/>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1344758" y="5488232"/>
            <a:ext cx="1457441" cy="828000"/>
            <a:chOff x="2073419" y="910582"/>
            <a:chExt cx="2232000" cy="828000"/>
          </a:xfrm>
        </p:grpSpPr>
        <p:sp>
          <p:nvSpPr>
            <p:cNvPr id="38" name="iṣ1ïḑé"/>
            <p:cNvSpPr/>
            <p:nvPr/>
          </p:nvSpPr>
          <p:spPr>
            <a:xfrm>
              <a:off x="2073419" y="910582"/>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400" dirty="0">
                  <a:solidFill>
                    <a:schemeClr val="tx1">
                      <a:lumMod val="85000"/>
                      <a:lumOff val="15000"/>
                    </a:schemeClr>
                  </a:solidFill>
                  <a:latin typeface="微软雅黑" panose="020B0503020204020204" charset="-122"/>
                  <a:ea typeface="微软雅黑" panose="020B0503020204020204" charset="-122"/>
                </a:rPr>
                <a:t>资本主义意识形态及本质</a:t>
              </a:r>
            </a:p>
          </p:txBody>
        </p:sp>
        <p:cxnSp>
          <p:nvCxnSpPr>
            <p:cNvPr id="39" name="直接连接符 38"/>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46" name="iṧļiḑe"/>
          <p:cNvSpPr/>
          <p:nvPr/>
        </p:nvSpPr>
        <p:spPr>
          <a:xfrm>
            <a:off x="340062" y="1553062"/>
            <a:ext cx="648000" cy="3654272"/>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eaVert" wrap="square" lIns="91440" tIns="45720" rIns="91440" bIns="45720" numCol="1" spcCol="0" rtlCol="0" fromWordArt="0" anchor="ctr" anchorCtr="0" forceAA="0" compatLnSpc="1">
            <a:normAutofit/>
          </a:bodyPr>
          <a:lstStyle/>
          <a:p>
            <a:pPr algn="ctr"/>
            <a:r>
              <a:rPr lang="zh-CN" altLang="en-US" b="1" spc="300" dirty="0">
                <a:solidFill>
                  <a:srgbClr val="E17751"/>
                </a:solidFill>
                <a:latin typeface="微软雅黑" panose="020B0503020204020204" charset="-122"/>
                <a:ea typeface="微软雅黑" panose="020B0503020204020204" charset="-122"/>
              </a:rPr>
              <a:t>资本主义政治制度本质</a:t>
            </a:r>
          </a:p>
        </p:txBody>
      </p:sp>
      <p:grpSp>
        <p:nvGrpSpPr>
          <p:cNvPr id="47" name="组合 46"/>
          <p:cNvGrpSpPr/>
          <p:nvPr/>
        </p:nvGrpSpPr>
        <p:grpSpPr>
          <a:xfrm>
            <a:off x="3305827" y="1445061"/>
            <a:ext cx="1581394" cy="432000"/>
            <a:chOff x="4715590" y="1442898"/>
            <a:chExt cx="3312000" cy="432000"/>
          </a:xfrm>
        </p:grpSpPr>
        <p:sp>
          <p:nvSpPr>
            <p:cNvPr id="48"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对外职能</a:t>
              </a:r>
            </a:p>
          </p:txBody>
        </p:sp>
        <p:cxnSp>
          <p:nvCxnSpPr>
            <p:cNvPr id="49" name="直接连接符 48"/>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50" name="组合 49"/>
          <p:cNvGrpSpPr/>
          <p:nvPr/>
        </p:nvGrpSpPr>
        <p:grpSpPr>
          <a:xfrm>
            <a:off x="3281752" y="2339873"/>
            <a:ext cx="1581394" cy="432000"/>
            <a:chOff x="4715590" y="553243"/>
            <a:chExt cx="3312000" cy="432000"/>
          </a:xfrm>
        </p:grpSpPr>
        <p:sp>
          <p:nvSpPr>
            <p:cNvPr id="51"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主要内容</a:t>
              </a:r>
            </a:p>
          </p:txBody>
        </p:sp>
        <p:cxnSp>
          <p:nvCxnSpPr>
            <p:cNvPr id="52" name="直接连接符 51"/>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a:off x="3281752" y="3007680"/>
            <a:ext cx="1581394" cy="432000"/>
            <a:chOff x="4715590" y="1442898"/>
            <a:chExt cx="3312000" cy="432000"/>
          </a:xfrm>
        </p:grpSpPr>
        <p:sp>
          <p:nvSpPr>
            <p:cNvPr id="54"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进步作用</a:t>
              </a:r>
            </a:p>
          </p:txBody>
        </p:sp>
        <p:cxnSp>
          <p:nvCxnSpPr>
            <p:cNvPr id="55" name="直接连接符 54"/>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56" name="组合 55"/>
          <p:cNvGrpSpPr/>
          <p:nvPr/>
        </p:nvGrpSpPr>
        <p:grpSpPr>
          <a:xfrm>
            <a:off x="3281752" y="3675487"/>
            <a:ext cx="1581394" cy="432000"/>
            <a:chOff x="4715590" y="1442898"/>
            <a:chExt cx="3312000" cy="432000"/>
          </a:xfrm>
        </p:grpSpPr>
        <p:sp>
          <p:nvSpPr>
            <p:cNvPr id="57"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历史局限性</a:t>
              </a:r>
            </a:p>
          </p:txBody>
        </p:sp>
        <p:cxnSp>
          <p:nvCxnSpPr>
            <p:cNvPr id="58" name="直接连接符 57"/>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nvGrpSpPr>
        <p:grpSpPr>
          <a:xfrm>
            <a:off x="3281752" y="4343295"/>
            <a:ext cx="1581394" cy="432000"/>
            <a:chOff x="4715590" y="553243"/>
            <a:chExt cx="3312000" cy="432000"/>
          </a:xfrm>
        </p:grpSpPr>
        <p:sp>
          <p:nvSpPr>
            <p:cNvPr id="60"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本质</a:t>
              </a:r>
            </a:p>
          </p:txBody>
        </p:sp>
        <p:cxnSp>
          <p:nvCxnSpPr>
            <p:cNvPr id="61" name="直接连接符 60"/>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62" name="组合 61"/>
          <p:cNvGrpSpPr/>
          <p:nvPr/>
        </p:nvGrpSpPr>
        <p:grpSpPr>
          <a:xfrm>
            <a:off x="3286777" y="5405537"/>
            <a:ext cx="1581394" cy="432000"/>
            <a:chOff x="4715590" y="1442898"/>
            <a:chExt cx="3312000" cy="432000"/>
          </a:xfrm>
        </p:grpSpPr>
        <p:sp>
          <p:nvSpPr>
            <p:cNvPr id="63"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核心思想</a:t>
              </a:r>
            </a:p>
          </p:txBody>
        </p:sp>
        <p:cxnSp>
          <p:nvCxnSpPr>
            <p:cNvPr id="64" name="直接连接符 63"/>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65" name="组合 64"/>
          <p:cNvGrpSpPr/>
          <p:nvPr/>
        </p:nvGrpSpPr>
        <p:grpSpPr>
          <a:xfrm>
            <a:off x="3286777" y="5953211"/>
            <a:ext cx="1581394" cy="432000"/>
            <a:chOff x="4715590" y="1442898"/>
            <a:chExt cx="3312000" cy="432000"/>
          </a:xfrm>
        </p:grpSpPr>
        <p:sp>
          <p:nvSpPr>
            <p:cNvPr id="66"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85000"/>
                      <a:lumOff val="15000"/>
                    </a:schemeClr>
                  </a:solidFill>
                  <a:latin typeface="微软雅黑" panose="020B0503020204020204" charset="-122"/>
                  <a:ea typeface="微软雅黑" panose="020B0503020204020204" charset="-122"/>
                </a:rPr>
                <a:t>本质</a:t>
              </a:r>
            </a:p>
          </p:txBody>
        </p:sp>
        <p:cxnSp>
          <p:nvCxnSpPr>
            <p:cNvPr id="67" name="直接连接符 66"/>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7256558" y="320640"/>
            <a:ext cx="2943467" cy="432000"/>
            <a:chOff x="6899115" y="318477"/>
            <a:chExt cx="3312000" cy="432000"/>
          </a:xfrm>
        </p:grpSpPr>
        <p:sp>
          <p:nvSpPr>
            <p:cNvPr id="75" name="iṩ1ïḓé"/>
            <p:cNvSpPr/>
            <p:nvPr/>
          </p:nvSpPr>
          <p:spPr>
            <a:xfrm>
              <a:off x="6899115" y="318477"/>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资产阶级进行阶级统治的工具</a:t>
              </a:r>
            </a:p>
          </p:txBody>
        </p:sp>
        <p:cxnSp>
          <p:nvCxnSpPr>
            <p:cNvPr id="76" name="直接连接符 75"/>
            <p:cNvCxnSpPr/>
            <p:nvPr/>
          </p:nvCxnSpPr>
          <p:spPr>
            <a:xfrm>
              <a:off x="10211115" y="42647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77" name="组合 76"/>
          <p:cNvGrpSpPr/>
          <p:nvPr/>
        </p:nvGrpSpPr>
        <p:grpSpPr>
          <a:xfrm>
            <a:off x="9081566" y="1302324"/>
            <a:ext cx="2447605" cy="320145"/>
            <a:chOff x="4712311" y="1076079"/>
            <a:chExt cx="3312000" cy="320145"/>
          </a:xfrm>
        </p:grpSpPr>
        <p:sp>
          <p:nvSpPr>
            <p:cNvPr id="78" name="îṣľîďê"/>
            <p:cNvSpPr/>
            <p:nvPr/>
          </p:nvSpPr>
          <p:spPr>
            <a:xfrm>
              <a:off x="4712311" y="1076079"/>
              <a:ext cx="3312000" cy="320145"/>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国际交往</a:t>
              </a:r>
            </a:p>
          </p:txBody>
        </p:sp>
        <p:cxnSp>
          <p:nvCxnSpPr>
            <p:cNvPr id="79" name="直接连接符 78"/>
            <p:cNvCxnSpPr/>
            <p:nvPr/>
          </p:nvCxnSpPr>
          <p:spPr>
            <a:xfrm>
              <a:off x="8024311" y="114597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80" name="组合 79"/>
          <p:cNvGrpSpPr/>
          <p:nvPr/>
        </p:nvGrpSpPr>
        <p:grpSpPr>
          <a:xfrm>
            <a:off x="9081566" y="1651390"/>
            <a:ext cx="2447609" cy="432000"/>
            <a:chOff x="4712311" y="1937159"/>
            <a:chExt cx="3312000" cy="432000"/>
          </a:xfrm>
        </p:grpSpPr>
        <p:sp>
          <p:nvSpPr>
            <p:cNvPr id="81" name="iṩ1ïḓé"/>
            <p:cNvSpPr/>
            <p:nvPr/>
          </p:nvSpPr>
          <p:spPr>
            <a:xfrm>
              <a:off x="4712311" y="193715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维护国家安全及利益</a:t>
              </a:r>
            </a:p>
          </p:txBody>
        </p:sp>
        <p:cxnSp>
          <p:nvCxnSpPr>
            <p:cNvPr id="82" name="直接连接符 81"/>
            <p:cNvCxnSpPr/>
            <p:nvPr/>
          </p:nvCxnSpPr>
          <p:spPr>
            <a:xfrm>
              <a:off x="8024311" y="2073734"/>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83" name="组合 82"/>
          <p:cNvGrpSpPr/>
          <p:nvPr/>
        </p:nvGrpSpPr>
        <p:grpSpPr>
          <a:xfrm>
            <a:off x="5315998" y="2339873"/>
            <a:ext cx="4743693" cy="432000"/>
            <a:chOff x="4715590" y="1442898"/>
            <a:chExt cx="3312000" cy="432000"/>
          </a:xfrm>
        </p:grpSpPr>
        <p:sp>
          <p:nvSpPr>
            <p:cNvPr id="84"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资本主义法律制度、政权组织形式、选举制度、政党制度</a:t>
              </a:r>
            </a:p>
          </p:txBody>
        </p:sp>
        <p:cxnSp>
          <p:nvCxnSpPr>
            <p:cNvPr id="85" name="直接连接符 84"/>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86" name="组合 85"/>
          <p:cNvGrpSpPr/>
          <p:nvPr/>
        </p:nvGrpSpPr>
        <p:grpSpPr>
          <a:xfrm>
            <a:off x="5315998" y="2848515"/>
            <a:ext cx="3129359" cy="432000"/>
            <a:chOff x="4715590" y="1442898"/>
            <a:chExt cx="3817656" cy="432000"/>
          </a:xfrm>
        </p:grpSpPr>
        <p:sp>
          <p:nvSpPr>
            <p:cNvPr id="87" name="iṩ1ïḓé"/>
            <p:cNvSpPr/>
            <p:nvPr/>
          </p:nvSpPr>
          <p:spPr>
            <a:xfrm>
              <a:off x="4715590" y="1442898"/>
              <a:ext cx="3817656"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保护、促进、完善资本主义生产方式</a:t>
              </a:r>
            </a:p>
          </p:txBody>
        </p:sp>
        <p:cxnSp>
          <p:nvCxnSpPr>
            <p:cNvPr id="88" name="直接连接符 87"/>
            <p:cNvCxnSpPr/>
            <p:nvPr/>
          </p:nvCxnSpPr>
          <p:spPr>
            <a:xfrm>
              <a:off x="8533246"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89" name="组合 88"/>
          <p:cNvGrpSpPr/>
          <p:nvPr/>
        </p:nvGrpSpPr>
        <p:grpSpPr>
          <a:xfrm>
            <a:off x="5315998" y="3316654"/>
            <a:ext cx="3129359" cy="432000"/>
            <a:chOff x="4715590" y="1442898"/>
            <a:chExt cx="3312000" cy="432000"/>
          </a:xfrm>
        </p:grpSpPr>
        <p:sp>
          <p:nvSpPr>
            <p:cNvPr id="90"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比封建主义条件下更多政治自由</a:t>
              </a:r>
            </a:p>
          </p:txBody>
        </p:sp>
        <p:cxnSp>
          <p:nvCxnSpPr>
            <p:cNvPr id="91" name="直接连接符 90"/>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92" name="组合 91"/>
          <p:cNvGrpSpPr/>
          <p:nvPr/>
        </p:nvGrpSpPr>
        <p:grpSpPr>
          <a:xfrm>
            <a:off x="5315998" y="3960279"/>
            <a:ext cx="3129359" cy="432000"/>
            <a:chOff x="4715590" y="1442898"/>
            <a:chExt cx="3312000" cy="432000"/>
          </a:xfrm>
        </p:grpSpPr>
        <p:sp>
          <p:nvSpPr>
            <p:cNvPr id="93"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积累了政治统治和社会管理经验</a:t>
              </a:r>
            </a:p>
          </p:txBody>
        </p:sp>
        <p:cxnSp>
          <p:nvCxnSpPr>
            <p:cNvPr id="94" name="直接连接符 93"/>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95" name="组合 94"/>
          <p:cNvGrpSpPr/>
          <p:nvPr/>
        </p:nvGrpSpPr>
        <p:grpSpPr>
          <a:xfrm>
            <a:off x="9394467" y="2819390"/>
            <a:ext cx="2345801" cy="432000"/>
            <a:chOff x="4715590" y="1512348"/>
            <a:chExt cx="3312000" cy="432000"/>
          </a:xfrm>
        </p:grpSpPr>
        <p:sp>
          <p:nvSpPr>
            <p:cNvPr id="96" name="iṩ1ïḓé"/>
            <p:cNvSpPr/>
            <p:nvPr/>
          </p:nvSpPr>
          <p:spPr>
            <a:xfrm>
              <a:off x="4715590" y="151234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金钱操纵下的民主</a:t>
              </a:r>
            </a:p>
          </p:txBody>
        </p:sp>
        <p:cxnSp>
          <p:nvCxnSpPr>
            <p:cNvPr id="97" name="直接连接符 96"/>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98" name="组合 97"/>
          <p:cNvGrpSpPr/>
          <p:nvPr/>
        </p:nvGrpSpPr>
        <p:grpSpPr>
          <a:xfrm>
            <a:off x="9394467" y="3275927"/>
            <a:ext cx="2345801" cy="590737"/>
            <a:chOff x="4715590" y="1442898"/>
            <a:chExt cx="3312000" cy="432000"/>
          </a:xfrm>
        </p:grpSpPr>
        <p:sp>
          <p:nvSpPr>
            <p:cNvPr id="99"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defTabSz="914400">
                <a:lnSpc>
                  <a:spcPct val="150000"/>
                </a:lnSpc>
              </a:pPr>
              <a:r>
                <a:rPr lang="zh-CN" altLang="en-US" sz="1200" dirty="0">
                  <a:solidFill>
                    <a:schemeClr val="tx1">
                      <a:lumMod val="75000"/>
                      <a:lumOff val="25000"/>
                    </a:schemeClr>
                  </a:solidFill>
                  <a:latin typeface="微软雅黑" panose="020B0503020204020204" charset="-122"/>
                  <a:ea typeface="微软雅黑" panose="020B0503020204020204" charset="-122"/>
                </a:rPr>
                <a:t>法律名义上的平等掩盖着事实上的不平等</a:t>
              </a:r>
            </a:p>
          </p:txBody>
        </p:sp>
        <p:cxnSp>
          <p:nvCxnSpPr>
            <p:cNvPr id="100" name="直接连接符 99"/>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01" name="组合 100"/>
          <p:cNvGrpSpPr/>
          <p:nvPr/>
        </p:nvGrpSpPr>
        <p:grpSpPr>
          <a:xfrm>
            <a:off x="9392069" y="3902776"/>
            <a:ext cx="2367547" cy="496684"/>
            <a:chOff x="4684887" y="1496899"/>
            <a:chExt cx="3342703" cy="292616"/>
          </a:xfrm>
        </p:grpSpPr>
        <p:sp>
          <p:nvSpPr>
            <p:cNvPr id="102" name="iṩ1ïḓé"/>
            <p:cNvSpPr/>
            <p:nvPr/>
          </p:nvSpPr>
          <p:spPr>
            <a:xfrm>
              <a:off x="4684887" y="1496899"/>
              <a:ext cx="3312000" cy="292616"/>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lnSpc>
                  <a:spcPct val="150000"/>
                </a:lnSpc>
              </a:pPr>
              <a:r>
                <a:rPr lang="zh-CN" altLang="en-US" sz="1200" dirty="0">
                  <a:solidFill>
                    <a:schemeClr val="tx1">
                      <a:lumMod val="75000"/>
                      <a:lumOff val="25000"/>
                    </a:schemeClr>
                  </a:solidFill>
                  <a:latin typeface="微软雅黑" panose="020B0503020204020204" charset="-122"/>
                  <a:ea typeface="微软雅黑" panose="020B0503020204020204" charset="-122"/>
                </a:rPr>
                <a:t>维护资产阶级统治的政治制度</a:t>
              </a:r>
            </a:p>
          </p:txBody>
        </p:sp>
        <p:cxnSp>
          <p:nvCxnSpPr>
            <p:cNvPr id="103" name="直接连接符 102"/>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04" name="组合 103"/>
          <p:cNvGrpSpPr/>
          <p:nvPr/>
        </p:nvGrpSpPr>
        <p:grpSpPr>
          <a:xfrm>
            <a:off x="9392069" y="4447147"/>
            <a:ext cx="2345801" cy="432000"/>
            <a:chOff x="4715590" y="1477623"/>
            <a:chExt cx="3312000" cy="432000"/>
          </a:xfrm>
        </p:grpSpPr>
        <p:sp>
          <p:nvSpPr>
            <p:cNvPr id="105" name="iṩ1ïḓé"/>
            <p:cNvSpPr/>
            <p:nvPr/>
          </p:nvSpPr>
          <p:spPr>
            <a:xfrm>
              <a:off x="4715590" y="147762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政党恶斗相互掣肘</a:t>
              </a:r>
            </a:p>
          </p:txBody>
        </p:sp>
        <p:cxnSp>
          <p:nvCxnSpPr>
            <p:cNvPr id="106" name="直接连接符 105"/>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07" name="组合 106"/>
          <p:cNvGrpSpPr/>
          <p:nvPr/>
        </p:nvGrpSpPr>
        <p:grpSpPr>
          <a:xfrm>
            <a:off x="5338224" y="4749604"/>
            <a:ext cx="3569470" cy="432000"/>
            <a:chOff x="4715590" y="1442898"/>
            <a:chExt cx="3312000" cy="432000"/>
          </a:xfrm>
        </p:grpSpPr>
        <p:sp>
          <p:nvSpPr>
            <p:cNvPr id="108"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资产阶级实行政治统治和社会管理的手段和方式</a:t>
              </a:r>
            </a:p>
          </p:txBody>
        </p:sp>
        <p:cxnSp>
          <p:nvCxnSpPr>
            <p:cNvPr id="109" name="直接连接符 108"/>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0" name="组合 109"/>
          <p:cNvGrpSpPr/>
          <p:nvPr/>
        </p:nvGrpSpPr>
        <p:grpSpPr>
          <a:xfrm>
            <a:off x="5315998" y="5382400"/>
            <a:ext cx="3591696" cy="478274"/>
            <a:chOff x="4715590" y="1442898"/>
            <a:chExt cx="3175387" cy="478274"/>
          </a:xfrm>
        </p:grpSpPr>
        <p:sp>
          <p:nvSpPr>
            <p:cNvPr id="111" name="iṩ1ïḓé"/>
            <p:cNvSpPr/>
            <p:nvPr/>
          </p:nvSpPr>
          <p:spPr>
            <a:xfrm>
              <a:off x="4715590" y="1442898"/>
              <a:ext cx="3173767" cy="478274"/>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私有制神圣不可侵犯观念和个人主义价值观本质</a:t>
              </a:r>
            </a:p>
          </p:txBody>
        </p:sp>
        <p:cxnSp>
          <p:nvCxnSpPr>
            <p:cNvPr id="112" name="直接连接符 111"/>
            <p:cNvCxnSpPr/>
            <p:nvPr/>
          </p:nvCxnSpPr>
          <p:spPr>
            <a:xfrm>
              <a:off x="7890977" y="158562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a:xfrm>
            <a:off x="9271809" y="5399625"/>
            <a:ext cx="2447609" cy="590737"/>
            <a:chOff x="4715590" y="604032"/>
            <a:chExt cx="3312000" cy="432000"/>
          </a:xfrm>
        </p:grpSpPr>
        <p:sp>
          <p:nvSpPr>
            <p:cNvPr id="120" name="îṣľîďê"/>
            <p:cNvSpPr/>
            <p:nvPr/>
          </p:nvSpPr>
          <p:spPr>
            <a:xfrm>
              <a:off x="4715590" y="604032"/>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资本主义观念上层建筑，服务于资本主义经济基础</a:t>
              </a:r>
            </a:p>
          </p:txBody>
        </p:sp>
        <p:cxnSp>
          <p:nvCxnSpPr>
            <p:cNvPr id="121" name="直接连接符 120"/>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22" name="组合 121"/>
          <p:cNvGrpSpPr/>
          <p:nvPr/>
        </p:nvGrpSpPr>
        <p:grpSpPr>
          <a:xfrm>
            <a:off x="9260237" y="6125947"/>
            <a:ext cx="2459181" cy="432000"/>
            <a:chOff x="4699933" y="1439933"/>
            <a:chExt cx="3327657" cy="432000"/>
          </a:xfrm>
        </p:grpSpPr>
        <p:sp>
          <p:nvSpPr>
            <p:cNvPr id="123" name="iṩ1ïḓé"/>
            <p:cNvSpPr/>
            <p:nvPr/>
          </p:nvSpPr>
          <p:spPr>
            <a:xfrm>
              <a:off x="4699933" y="143993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200" dirty="0">
                  <a:solidFill>
                    <a:schemeClr val="tx1">
                      <a:lumMod val="75000"/>
                      <a:lumOff val="25000"/>
                    </a:schemeClr>
                  </a:solidFill>
                  <a:latin typeface="微软雅黑" panose="020B0503020204020204" charset="-122"/>
                  <a:ea typeface="微软雅黑" panose="020B0503020204020204" charset="-122"/>
                </a:rPr>
                <a:t>资产阶级的阶级意识的集中体现</a:t>
              </a:r>
            </a:p>
          </p:txBody>
        </p:sp>
        <p:cxnSp>
          <p:nvCxnSpPr>
            <p:cNvPr id="124" name="直接连接符 123"/>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81" name="组合 180"/>
          <p:cNvGrpSpPr/>
          <p:nvPr/>
        </p:nvGrpSpPr>
        <p:grpSpPr>
          <a:xfrm>
            <a:off x="988062" y="1186495"/>
            <a:ext cx="365932" cy="4735592"/>
            <a:chOff x="988062" y="1171797"/>
            <a:chExt cx="365932" cy="4735592"/>
          </a:xfrm>
        </p:grpSpPr>
        <p:cxnSp>
          <p:nvCxnSpPr>
            <p:cNvPr id="3" name="连接符: 肘形 2"/>
            <p:cNvCxnSpPr>
              <a:stCxn id="46" idx="5"/>
              <a:endCxn id="44" idx="2"/>
            </p:cNvCxnSpPr>
            <p:nvPr/>
          </p:nvCxnSpPr>
          <p:spPr>
            <a:xfrm flipV="1">
              <a:off x="988062" y="1171797"/>
              <a:ext cx="356696" cy="2173307"/>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5" name="连接符: 肘形 4"/>
            <p:cNvCxnSpPr>
              <a:stCxn id="46" idx="5"/>
              <a:endCxn id="38" idx="2"/>
            </p:cNvCxnSpPr>
            <p:nvPr/>
          </p:nvCxnSpPr>
          <p:spPr>
            <a:xfrm>
              <a:off x="988062" y="3345104"/>
              <a:ext cx="356696" cy="2562285"/>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7" name="连接符: 肘形 6"/>
            <p:cNvCxnSpPr>
              <a:stCxn id="46" idx="5"/>
              <a:endCxn id="42" idx="2"/>
            </p:cNvCxnSpPr>
            <p:nvPr/>
          </p:nvCxnSpPr>
          <p:spPr>
            <a:xfrm>
              <a:off x="988062" y="3345104"/>
              <a:ext cx="365932" cy="1683"/>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grpSp>
      <p:grpSp>
        <p:nvGrpSpPr>
          <p:cNvPr id="180" name="组合 179"/>
          <p:cNvGrpSpPr/>
          <p:nvPr/>
        </p:nvGrpSpPr>
        <p:grpSpPr>
          <a:xfrm>
            <a:off x="2802199" y="572258"/>
            <a:ext cx="503628" cy="5596953"/>
            <a:chOff x="2802199" y="557560"/>
            <a:chExt cx="503628" cy="5596953"/>
          </a:xfrm>
        </p:grpSpPr>
        <p:cxnSp>
          <p:nvCxnSpPr>
            <p:cNvPr id="17" name="连接符: 肘形 16"/>
            <p:cNvCxnSpPr>
              <a:stCxn id="44" idx="5"/>
              <a:endCxn id="25" idx="1"/>
            </p:cNvCxnSpPr>
            <p:nvPr/>
          </p:nvCxnSpPr>
          <p:spPr>
            <a:xfrm flipV="1">
              <a:off x="2926152" y="557560"/>
              <a:ext cx="379675" cy="574527"/>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21" name="连接符: 肘形 20"/>
            <p:cNvCxnSpPr>
              <a:stCxn id="44" idx="5"/>
              <a:endCxn id="23" idx="1"/>
            </p:cNvCxnSpPr>
            <p:nvPr/>
          </p:nvCxnSpPr>
          <p:spPr>
            <a:xfrm flipV="1">
              <a:off x="2926152" y="1132043"/>
              <a:ext cx="379675" cy="44"/>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27" name="连接符: 肘形 26"/>
            <p:cNvCxnSpPr>
              <a:stCxn id="44" idx="5"/>
              <a:endCxn id="48" idx="1"/>
            </p:cNvCxnSpPr>
            <p:nvPr/>
          </p:nvCxnSpPr>
          <p:spPr>
            <a:xfrm>
              <a:off x="2926152" y="1132087"/>
              <a:ext cx="379675" cy="514276"/>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29" name="连接符: 肘形 28"/>
            <p:cNvCxnSpPr>
              <a:stCxn id="42" idx="5"/>
              <a:endCxn id="51" idx="1"/>
            </p:cNvCxnSpPr>
            <p:nvPr/>
          </p:nvCxnSpPr>
          <p:spPr>
            <a:xfrm flipV="1">
              <a:off x="2935388" y="2541175"/>
              <a:ext cx="346364" cy="765902"/>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31" name="连接符: 肘形 30"/>
            <p:cNvCxnSpPr>
              <a:stCxn id="42" idx="5"/>
              <a:endCxn id="57" idx="1"/>
            </p:cNvCxnSpPr>
            <p:nvPr/>
          </p:nvCxnSpPr>
          <p:spPr>
            <a:xfrm>
              <a:off x="2935388" y="3307077"/>
              <a:ext cx="346364" cy="569712"/>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33" name="连接符: 肘形 32"/>
            <p:cNvCxnSpPr>
              <a:stCxn id="42" idx="5"/>
              <a:endCxn id="54" idx="1"/>
            </p:cNvCxnSpPr>
            <p:nvPr/>
          </p:nvCxnSpPr>
          <p:spPr>
            <a:xfrm flipV="1">
              <a:off x="2935388" y="3208982"/>
              <a:ext cx="346364" cy="98095"/>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40" name="连接符: 肘形 39"/>
            <p:cNvCxnSpPr>
              <a:stCxn id="42" idx="5"/>
              <a:endCxn id="60" idx="1"/>
            </p:cNvCxnSpPr>
            <p:nvPr/>
          </p:nvCxnSpPr>
          <p:spPr>
            <a:xfrm>
              <a:off x="2935388" y="3307077"/>
              <a:ext cx="346364" cy="1237520"/>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25" name="连接符: 肘形 124"/>
            <p:cNvCxnSpPr>
              <a:stCxn id="38" idx="5"/>
              <a:endCxn id="63" idx="1"/>
            </p:cNvCxnSpPr>
            <p:nvPr/>
          </p:nvCxnSpPr>
          <p:spPr>
            <a:xfrm flipV="1">
              <a:off x="2802199" y="5606839"/>
              <a:ext cx="484578" cy="260840"/>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27" name="连接符: 肘形 126"/>
            <p:cNvCxnSpPr>
              <a:stCxn id="38" idx="5"/>
              <a:endCxn id="66" idx="1"/>
            </p:cNvCxnSpPr>
            <p:nvPr/>
          </p:nvCxnSpPr>
          <p:spPr>
            <a:xfrm>
              <a:off x="2802199" y="5867679"/>
              <a:ext cx="484578" cy="286834"/>
            </a:xfrm>
            <a:prstGeom prst="bentConnector3">
              <a:avLst/>
            </a:prstGeom>
            <a:ln>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grpSp>
      <p:grpSp>
        <p:nvGrpSpPr>
          <p:cNvPr id="126" name="组合 125"/>
          <p:cNvGrpSpPr/>
          <p:nvPr/>
        </p:nvGrpSpPr>
        <p:grpSpPr>
          <a:xfrm>
            <a:off x="491865" y="279352"/>
            <a:ext cx="1947747" cy="707886"/>
            <a:chOff x="1131850" y="3079821"/>
            <a:chExt cx="1475815" cy="707886"/>
          </a:xfrm>
        </p:grpSpPr>
        <p:sp>
          <p:nvSpPr>
            <p:cNvPr id="128" name="文本框 127"/>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dirty="0">
                  <a:solidFill>
                    <a:prstClr val="black">
                      <a:lumMod val="95000"/>
                      <a:lumOff val="5000"/>
                    </a:prstClr>
                  </a:solidFill>
                  <a:latin typeface="微软雅黑" panose="020B0503020204020204" charset="-122"/>
                  <a:ea typeface="微软雅黑" panose="020B0503020204020204" charset="-122"/>
                </a:rPr>
                <a:t>第四章小结</a:t>
              </a:r>
              <a:r>
                <a:rPr kumimoji="1" lang="en-US" altLang="zh-CN" sz="2000" b="1" dirty="0">
                  <a:solidFill>
                    <a:prstClr val="black">
                      <a:lumMod val="95000"/>
                      <a:lumOff val="5000"/>
                    </a:prstClr>
                  </a:solidFill>
                  <a:latin typeface="微软雅黑" panose="020B0503020204020204" charset="-122"/>
                  <a:ea typeface="微软雅黑" panose="020B0503020204020204" charset="-122"/>
                </a:rPr>
                <a:t>3</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charset="-122"/>
                <a:ea typeface="微软雅黑" panose="020B0503020204020204" charset="-122"/>
                <a:cs typeface="+mn-cs"/>
              </a:endParaRPr>
            </a:p>
          </p:txBody>
        </p:sp>
        <p:grpSp>
          <p:nvGrpSpPr>
            <p:cNvPr id="130" name="组合 129"/>
            <p:cNvGrpSpPr/>
            <p:nvPr/>
          </p:nvGrpSpPr>
          <p:grpSpPr>
            <a:xfrm>
              <a:off x="1131850" y="3158981"/>
              <a:ext cx="263338" cy="243183"/>
              <a:chOff x="1164218" y="3158981"/>
              <a:chExt cx="263338" cy="243183"/>
            </a:xfrm>
          </p:grpSpPr>
          <p:grpSp>
            <p:nvGrpSpPr>
              <p:cNvPr id="132" name="组合 131"/>
              <p:cNvGrpSpPr/>
              <p:nvPr/>
            </p:nvGrpSpPr>
            <p:grpSpPr>
              <a:xfrm>
                <a:off x="1164220" y="3158981"/>
                <a:ext cx="263336" cy="240802"/>
                <a:chOff x="1164220" y="3158981"/>
                <a:chExt cx="263336" cy="240802"/>
              </a:xfrm>
            </p:grpSpPr>
            <p:sp>
              <p:nvSpPr>
                <p:cNvPr id="135" name="平行四边形 134"/>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7" name="直角三角形 136"/>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8" name="平行四边形 137"/>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33" name="直角三角形 132"/>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cxnSp>
        <p:nvCxnSpPr>
          <p:cNvPr id="139" name="连接符: 肘形 128"/>
          <p:cNvCxnSpPr>
            <a:endCxn id="142" idx="1"/>
          </p:cNvCxnSpPr>
          <p:nvPr/>
        </p:nvCxnSpPr>
        <p:spPr>
          <a:xfrm flipV="1">
            <a:off x="4930581" y="967025"/>
            <a:ext cx="443175" cy="169119"/>
          </a:xfrm>
          <a:prstGeom prst="bentConnector3">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cxnSp>
        <p:nvCxnSpPr>
          <p:cNvPr id="141" name="连接符: 肘形 130"/>
          <p:cNvCxnSpPr>
            <a:endCxn id="146" idx="1"/>
          </p:cNvCxnSpPr>
          <p:nvPr/>
        </p:nvCxnSpPr>
        <p:spPr>
          <a:xfrm>
            <a:off x="4930581" y="1136144"/>
            <a:ext cx="464682" cy="280002"/>
          </a:xfrm>
          <a:prstGeom prst="bentConnector3">
            <a:avLst>
              <a:gd name="adj1" fmla="val 48178"/>
            </a:avLst>
          </a:prstGeom>
          <a:ln w="3175">
            <a:solidFill>
              <a:schemeClr val="bg2">
                <a:lumMod val="90000"/>
              </a:schemeClr>
            </a:solidFill>
            <a:tailEnd type="none"/>
          </a:ln>
        </p:spPr>
        <p:style>
          <a:lnRef idx="1">
            <a:schemeClr val="accent3"/>
          </a:lnRef>
          <a:fillRef idx="0">
            <a:schemeClr val="accent3"/>
          </a:fillRef>
          <a:effectRef idx="0">
            <a:schemeClr val="accent3"/>
          </a:effectRef>
          <a:fontRef idx="minor">
            <a:schemeClr val="tx1"/>
          </a:fontRef>
        </p:style>
      </p:cxnSp>
      <p:sp>
        <p:nvSpPr>
          <p:cNvPr id="142" name="îṣľîďê"/>
          <p:cNvSpPr/>
          <p:nvPr/>
        </p:nvSpPr>
        <p:spPr>
          <a:xfrm>
            <a:off x="5373756" y="787025"/>
            <a:ext cx="1450226"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政治统治</a:t>
            </a:r>
          </a:p>
        </p:txBody>
      </p:sp>
      <p:cxnSp>
        <p:nvCxnSpPr>
          <p:cNvPr id="144" name="直接连接符 143"/>
          <p:cNvCxnSpPr/>
          <p:nvPr/>
        </p:nvCxnSpPr>
        <p:spPr>
          <a:xfrm>
            <a:off x="6823982" y="861632"/>
            <a:ext cx="0" cy="180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sp>
        <p:nvSpPr>
          <p:cNvPr id="146" name="iṩ1ïḓé"/>
          <p:cNvSpPr/>
          <p:nvPr/>
        </p:nvSpPr>
        <p:spPr>
          <a:xfrm>
            <a:off x="5395263" y="1236146"/>
            <a:ext cx="1450226" cy="360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charset="-122"/>
                <a:ea typeface="微软雅黑" panose="020B0503020204020204" charset="-122"/>
              </a:rPr>
              <a:t>社会管理</a:t>
            </a:r>
          </a:p>
        </p:txBody>
      </p:sp>
      <p:cxnSp>
        <p:nvCxnSpPr>
          <p:cNvPr id="147" name="直接连接符 146"/>
          <p:cNvCxnSpPr/>
          <p:nvPr/>
        </p:nvCxnSpPr>
        <p:spPr>
          <a:xfrm>
            <a:off x="6845489" y="1326146"/>
            <a:ext cx="0" cy="180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5358093" y="720000"/>
            <a:ext cx="2167314" cy="707886"/>
            <a:chOff x="1131850" y="3079821"/>
            <a:chExt cx="1475815" cy="707886"/>
          </a:xfrm>
        </p:grpSpPr>
        <p:sp>
          <p:nvSpPr>
            <p:cNvPr id="47" name="文本框 46"/>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noProof="0" dirty="0">
                  <a:solidFill>
                    <a:prstClr val="black">
                      <a:lumMod val="95000"/>
                      <a:lumOff val="5000"/>
                    </a:prstClr>
                  </a:solidFill>
                  <a:latin typeface="微软雅黑" panose="020B0503020204020204" pitchFamily="34" charset="-122"/>
                  <a:ea typeface="微软雅黑" panose="020B0503020204020204" pitchFamily="34" charset="-122"/>
                </a:rPr>
                <a:t>第五章</a:t>
              </a: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1</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48" name="组合 47"/>
            <p:cNvGrpSpPr/>
            <p:nvPr/>
          </p:nvGrpSpPr>
          <p:grpSpPr>
            <a:xfrm>
              <a:off x="1131850" y="3158981"/>
              <a:ext cx="263338" cy="243183"/>
              <a:chOff x="1164218" y="3158981"/>
              <a:chExt cx="263338" cy="243183"/>
            </a:xfrm>
          </p:grpSpPr>
          <p:grpSp>
            <p:nvGrpSpPr>
              <p:cNvPr id="49" name="组合 48"/>
              <p:cNvGrpSpPr/>
              <p:nvPr/>
            </p:nvGrpSpPr>
            <p:grpSpPr>
              <a:xfrm>
                <a:off x="1164220" y="3158981"/>
                <a:ext cx="263336" cy="240802"/>
                <a:chOff x="1164220" y="3158981"/>
                <a:chExt cx="263336" cy="240802"/>
              </a:xfrm>
            </p:grpSpPr>
            <p:sp>
              <p:nvSpPr>
                <p:cNvPr id="51" name="平行四边形 50"/>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2" name="直角三角形 51"/>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3" name="平行四边形 52"/>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50" name="直角三角形 49"/>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67" name="组合 66"/>
          <p:cNvGrpSpPr/>
          <p:nvPr/>
        </p:nvGrpSpPr>
        <p:grpSpPr>
          <a:xfrm>
            <a:off x="5794872" y="3076824"/>
            <a:ext cx="5133082" cy="1480212"/>
            <a:chOff x="3296175" y="2188737"/>
            <a:chExt cx="5133082" cy="1480212"/>
          </a:xfrm>
        </p:grpSpPr>
        <p:grpSp>
          <p:nvGrpSpPr>
            <p:cNvPr id="68" name="组合 67"/>
            <p:cNvGrpSpPr/>
            <p:nvPr/>
          </p:nvGrpSpPr>
          <p:grpSpPr>
            <a:xfrm>
              <a:off x="5117257" y="2188737"/>
              <a:ext cx="3312000" cy="432000"/>
              <a:chOff x="4715590" y="2188737"/>
              <a:chExt cx="3312000" cy="432000"/>
            </a:xfrm>
          </p:grpSpPr>
          <p:sp>
            <p:nvSpPr>
              <p:cNvPr id="80" name="îṣľîďê"/>
              <p:cNvSpPr/>
              <p:nvPr/>
            </p:nvSpPr>
            <p:spPr>
              <a:xfrm>
                <a:off x="4715590" y="2188737"/>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800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国家垄断资本主义的形成</a:t>
                </a:r>
              </a:p>
            </p:txBody>
          </p:sp>
          <p:cxnSp>
            <p:nvCxnSpPr>
              <p:cNvPr id="81" name="直接连接符 80"/>
              <p:cNvCxnSpPr/>
              <p:nvPr/>
            </p:nvCxnSpPr>
            <p:spPr>
              <a:xfrm>
                <a:off x="8027590" y="2296737"/>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69" name="组合 68"/>
            <p:cNvGrpSpPr/>
            <p:nvPr/>
          </p:nvGrpSpPr>
          <p:grpSpPr>
            <a:xfrm>
              <a:off x="5117257" y="2712843"/>
              <a:ext cx="3312000" cy="432000"/>
              <a:chOff x="4715590" y="2712843"/>
              <a:chExt cx="3312000" cy="432000"/>
            </a:xfrm>
          </p:grpSpPr>
          <p:sp>
            <p:nvSpPr>
              <p:cNvPr id="78" name="iṩ1ïḓé"/>
              <p:cNvSpPr/>
              <p:nvPr/>
            </p:nvSpPr>
            <p:spPr>
              <a:xfrm>
                <a:off x="4715590" y="27128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1800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国家垄断资本主义的主要形式和作用</a:t>
                </a:r>
              </a:p>
            </p:txBody>
          </p:sp>
          <p:cxnSp>
            <p:nvCxnSpPr>
              <p:cNvPr id="79" name="直接连接符 78"/>
              <p:cNvCxnSpPr/>
              <p:nvPr/>
            </p:nvCxnSpPr>
            <p:spPr>
              <a:xfrm>
                <a:off x="8027590" y="2820843"/>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70" name="组合 69"/>
            <p:cNvGrpSpPr/>
            <p:nvPr/>
          </p:nvGrpSpPr>
          <p:grpSpPr>
            <a:xfrm>
              <a:off x="5117257" y="3236949"/>
              <a:ext cx="3312000" cy="432000"/>
              <a:chOff x="4715590" y="3236949"/>
              <a:chExt cx="3312000" cy="432000"/>
            </a:xfrm>
          </p:grpSpPr>
          <p:sp>
            <p:nvSpPr>
              <p:cNvPr id="76"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800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金融垄断资本的发展</a:t>
                </a:r>
              </a:p>
            </p:txBody>
          </p:sp>
          <p:cxnSp>
            <p:nvCxnSpPr>
              <p:cNvPr id="77" name="直接连接符 76"/>
              <p:cNvCxnSpPr/>
              <p:nvPr/>
            </p:nvCxnSpPr>
            <p:spPr>
              <a:xfrm>
                <a:off x="8027590" y="3344949"/>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cxnSp>
          <p:nvCxnSpPr>
            <p:cNvPr id="71" name="直接连接符 70"/>
            <p:cNvCxnSpPr/>
            <p:nvPr/>
          </p:nvCxnSpPr>
          <p:spPr>
            <a:xfrm flipH="1" flipV="1">
              <a:off x="4827669" y="240473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flipV="1">
              <a:off x="4827669" y="2928843"/>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flipV="1">
              <a:off x="4827669" y="3452949"/>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4827669" y="2404929"/>
              <a:ext cx="0" cy="104409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3296175" y="2928843"/>
              <a:ext cx="1532312"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82" name="组合 81"/>
          <p:cNvGrpSpPr/>
          <p:nvPr/>
        </p:nvGrpSpPr>
        <p:grpSpPr>
          <a:xfrm>
            <a:off x="5794872" y="4849227"/>
            <a:ext cx="5133082" cy="1480212"/>
            <a:chOff x="3296175" y="2188737"/>
            <a:chExt cx="5133082" cy="1480212"/>
          </a:xfrm>
        </p:grpSpPr>
        <p:grpSp>
          <p:nvGrpSpPr>
            <p:cNvPr id="83" name="组合 82"/>
            <p:cNvGrpSpPr/>
            <p:nvPr/>
          </p:nvGrpSpPr>
          <p:grpSpPr>
            <a:xfrm>
              <a:off x="5117257" y="2188737"/>
              <a:ext cx="3312000" cy="432000"/>
              <a:chOff x="4715590" y="2188737"/>
              <a:chExt cx="3312000" cy="432000"/>
            </a:xfrm>
          </p:grpSpPr>
          <p:sp>
            <p:nvSpPr>
              <p:cNvPr id="95" name="îṣľîďê"/>
              <p:cNvSpPr/>
              <p:nvPr/>
            </p:nvSpPr>
            <p:spPr>
              <a:xfrm>
                <a:off x="4715590" y="2188737"/>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800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垄断资本向世界范围扩展的原因</a:t>
                </a:r>
              </a:p>
            </p:txBody>
          </p:sp>
          <p:cxnSp>
            <p:nvCxnSpPr>
              <p:cNvPr id="96" name="直接连接符 95"/>
              <p:cNvCxnSpPr/>
              <p:nvPr/>
            </p:nvCxnSpPr>
            <p:spPr>
              <a:xfrm>
                <a:off x="8027590" y="2296737"/>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84" name="组合 83"/>
            <p:cNvGrpSpPr/>
            <p:nvPr/>
          </p:nvGrpSpPr>
          <p:grpSpPr>
            <a:xfrm>
              <a:off x="5117257" y="2712843"/>
              <a:ext cx="3312000" cy="432000"/>
              <a:chOff x="4715590" y="2712843"/>
              <a:chExt cx="3312000" cy="432000"/>
            </a:xfrm>
          </p:grpSpPr>
          <p:sp>
            <p:nvSpPr>
              <p:cNvPr id="93" name="iṩ1ïḓé"/>
              <p:cNvSpPr/>
              <p:nvPr/>
            </p:nvSpPr>
            <p:spPr>
              <a:xfrm>
                <a:off x="4715590" y="27128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1800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垄断资本向世界范围扩展的形式</a:t>
                </a:r>
              </a:p>
            </p:txBody>
          </p:sp>
          <p:cxnSp>
            <p:nvCxnSpPr>
              <p:cNvPr id="94" name="直接连接符 93"/>
              <p:cNvCxnSpPr/>
              <p:nvPr/>
            </p:nvCxnSpPr>
            <p:spPr>
              <a:xfrm>
                <a:off x="8027590" y="2820843"/>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nvGrpSpPr>
          <p:grpSpPr>
            <a:xfrm>
              <a:off x="5117257" y="3236949"/>
              <a:ext cx="3312000" cy="432000"/>
              <a:chOff x="4715590" y="3236949"/>
              <a:chExt cx="3312000" cy="432000"/>
            </a:xfrm>
          </p:grpSpPr>
          <p:sp>
            <p:nvSpPr>
              <p:cNvPr id="91"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800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垄断资本向世界范围扩展带来的影响</a:t>
                </a:r>
              </a:p>
            </p:txBody>
          </p:sp>
          <p:cxnSp>
            <p:nvCxnSpPr>
              <p:cNvPr id="92" name="直接连接符 91"/>
              <p:cNvCxnSpPr/>
              <p:nvPr/>
            </p:nvCxnSpPr>
            <p:spPr>
              <a:xfrm>
                <a:off x="8027590" y="3344949"/>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cxnSp>
          <p:nvCxnSpPr>
            <p:cNvPr id="86" name="直接连接符 85"/>
            <p:cNvCxnSpPr/>
            <p:nvPr/>
          </p:nvCxnSpPr>
          <p:spPr>
            <a:xfrm flipH="1" flipV="1">
              <a:off x="4827669" y="240473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flipV="1">
              <a:off x="4827669" y="2928843"/>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flipV="1">
              <a:off x="4827669" y="3452949"/>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4827669" y="2404929"/>
              <a:ext cx="0" cy="104409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3296175" y="2928843"/>
              <a:ext cx="1532312"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6028442" y="920733"/>
            <a:ext cx="4899512" cy="1863900"/>
            <a:chOff x="3964940" y="799546"/>
            <a:chExt cx="4899512" cy="1863900"/>
          </a:xfrm>
        </p:grpSpPr>
        <p:grpSp>
          <p:nvGrpSpPr>
            <p:cNvPr id="98" name="组合 97"/>
            <p:cNvGrpSpPr/>
            <p:nvPr/>
          </p:nvGrpSpPr>
          <p:grpSpPr>
            <a:xfrm>
              <a:off x="5552987" y="799546"/>
              <a:ext cx="3311465" cy="432000"/>
              <a:chOff x="5496862" y="319121"/>
              <a:chExt cx="3312542" cy="476744"/>
            </a:xfrm>
            <a:effectLst>
              <a:outerShdw blurRad="76200" dir="18900000" sy="23000" kx="-1200000" algn="bl" rotWithShape="0">
                <a:prstClr val="black">
                  <a:alpha val="20000"/>
                </a:prstClr>
              </a:outerShdw>
            </a:effectLst>
          </p:grpSpPr>
          <p:sp>
            <p:nvSpPr>
              <p:cNvPr id="113" name="îṣľîďê"/>
              <p:cNvSpPr/>
              <p:nvPr/>
            </p:nvSpPr>
            <p:spPr>
              <a:xfrm>
                <a:off x="5496862" y="319121"/>
                <a:ext cx="3312542" cy="476744"/>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80000" lvl="0">
                  <a:buClr>
                    <a:srgbClr val="C00000"/>
                  </a:buClr>
                  <a:buSzPct val="80000"/>
                  <a:defRPr/>
                </a:pPr>
                <a:r>
                  <a:rPr lang="zh-CN" altLang="en-US" sz="1400" dirty="0">
                    <a:solidFill>
                      <a:schemeClr val="tx1">
                        <a:lumMod val="75000"/>
                        <a:lumOff val="25000"/>
                      </a:schemeClr>
                    </a:solidFill>
                    <a:latin typeface="微软雅黑" panose="020B0503020204020204" charset="-122"/>
                    <a:ea typeface="微软雅黑" panose="020B0503020204020204" charset="-122"/>
                  </a:rPr>
                  <a:t>生产集中与垄断的形成</a:t>
                </a:r>
              </a:p>
            </p:txBody>
          </p:sp>
          <p:cxnSp>
            <p:nvCxnSpPr>
              <p:cNvPr id="114" name="直接连接符 113"/>
              <p:cNvCxnSpPr/>
              <p:nvPr/>
            </p:nvCxnSpPr>
            <p:spPr>
              <a:xfrm>
                <a:off x="8809404" y="427121"/>
                <a:ext cx="0" cy="238372"/>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99" name="组合 98"/>
            <p:cNvGrpSpPr/>
            <p:nvPr/>
          </p:nvGrpSpPr>
          <p:grpSpPr>
            <a:xfrm>
              <a:off x="5552987" y="1276846"/>
              <a:ext cx="3311465" cy="432000"/>
              <a:chOff x="5496862" y="920503"/>
              <a:chExt cx="3312542" cy="476744"/>
            </a:xfrm>
            <a:effectLst>
              <a:outerShdw blurRad="76200" dir="18900000" sy="23000" kx="-1200000" algn="bl" rotWithShape="0">
                <a:prstClr val="black">
                  <a:alpha val="20000"/>
                </a:prstClr>
              </a:outerShdw>
            </a:effectLst>
          </p:grpSpPr>
          <p:sp>
            <p:nvSpPr>
              <p:cNvPr id="111" name="iṩ1ïḓé"/>
              <p:cNvSpPr/>
              <p:nvPr/>
            </p:nvSpPr>
            <p:spPr>
              <a:xfrm>
                <a:off x="5496862" y="920503"/>
                <a:ext cx="3312542" cy="476744"/>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80000">
                  <a:buClr>
                    <a:srgbClr val="C00000"/>
                  </a:buClr>
                  <a:buSzPct val="80000"/>
                </a:pPr>
                <a:r>
                  <a:rPr lang="zh-CN" altLang="en-US" sz="1400" dirty="0">
                    <a:solidFill>
                      <a:schemeClr val="tx1">
                        <a:lumMod val="75000"/>
                        <a:lumOff val="25000"/>
                      </a:schemeClr>
                    </a:solidFill>
                    <a:latin typeface="微软雅黑" panose="020B0503020204020204" charset="-122"/>
                    <a:ea typeface="微软雅黑" panose="020B0503020204020204" charset="-122"/>
                  </a:rPr>
                  <a:t>垄断条件下竞争的特点</a:t>
                </a:r>
              </a:p>
            </p:txBody>
          </p:sp>
          <p:cxnSp>
            <p:nvCxnSpPr>
              <p:cNvPr id="112" name="直接连接符 111"/>
              <p:cNvCxnSpPr/>
              <p:nvPr/>
            </p:nvCxnSpPr>
            <p:spPr>
              <a:xfrm>
                <a:off x="8809404" y="1028501"/>
                <a:ext cx="0" cy="238372"/>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00" name="组合 99"/>
            <p:cNvGrpSpPr/>
            <p:nvPr/>
          </p:nvGrpSpPr>
          <p:grpSpPr>
            <a:xfrm>
              <a:off x="5552987" y="1754146"/>
              <a:ext cx="3311465" cy="432000"/>
              <a:chOff x="5496862" y="1525263"/>
              <a:chExt cx="3312542" cy="476744"/>
            </a:xfrm>
            <a:effectLst>
              <a:outerShdw blurRad="76200" dir="18900000" sy="23000" kx="-1200000" algn="bl" rotWithShape="0">
                <a:prstClr val="black">
                  <a:alpha val="20000"/>
                </a:prstClr>
              </a:outerShdw>
            </a:effectLst>
          </p:grpSpPr>
          <p:sp>
            <p:nvSpPr>
              <p:cNvPr id="109" name="iṣḷîḓê"/>
              <p:cNvSpPr/>
              <p:nvPr/>
            </p:nvSpPr>
            <p:spPr>
              <a:xfrm>
                <a:off x="5496862" y="1525263"/>
                <a:ext cx="3312542" cy="476744"/>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80000">
                  <a:buClr>
                    <a:srgbClr val="C00000"/>
                  </a:buClr>
                  <a:buSzPct val="80000"/>
                </a:pPr>
                <a:r>
                  <a:rPr lang="zh-CN" altLang="en-US" sz="1400" dirty="0">
                    <a:solidFill>
                      <a:schemeClr val="tx1">
                        <a:lumMod val="75000"/>
                        <a:lumOff val="25000"/>
                      </a:schemeClr>
                    </a:solidFill>
                    <a:latin typeface="微软雅黑" panose="020B0503020204020204" charset="-122"/>
                    <a:ea typeface="微软雅黑" panose="020B0503020204020204" charset="-122"/>
                  </a:rPr>
                  <a:t>金融资本与金融寡头</a:t>
                </a:r>
              </a:p>
            </p:txBody>
          </p:sp>
          <p:cxnSp>
            <p:nvCxnSpPr>
              <p:cNvPr id="110" name="直接连接符 109"/>
              <p:cNvCxnSpPr/>
              <p:nvPr/>
            </p:nvCxnSpPr>
            <p:spPr>
              <a:xfrm>
                <a:off x="8809404" y="1633261"/>
                <a:ext cx="0" cy="238372"/>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cxnSp>
          <p:nvCxnSpPr>
            <p:cNvPr id="101" name="直接连接符 100"/>
            <p:cNvCxnSpPr/>
            <p:nvPr/>
          </p:nvCxnSpPr>
          <p:spPr>
            <a:xfrm flipH="1" flipV="1">
              <a:off x="5265080" y="1015546"/>
              <a:ext cx="287907"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flipV="1">
              <a:off x="5265080" y="1970146"/>
              <a:ext cx="287907"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5265080" y="1015546"/>
              <a:ext cx="0" cy="1427136"/>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05" name="组合 104"/>
            <p:cNvGrpSpPr/>
            <p:nvPr/>
          </p:nvGrpSpPr>
          <p:grpSpPr>
            <a:xfrm>
              <a:off x="5552987" y="2231446"/>
              <a:ext cx="3311465" cy="432000"/>
              <a:chOff x="5496862" y="1525262"/>
              <a:chExt cx="3312542" cy="476744"/>
            </a:xfrm>
            <a:effectLst>
              <a:outerShdw blurRad="76200" dir="18900000" sy="23000" kx="-1200000" algn="bl" rotWithShape="0">
                <a:prstClr val="black">
                  <a:alpha val="20000"/>
                </a:prstClr>
              </a:outerShdw>
            </a:effectLst>
          </p:grpSpPr>
          <p:sp>
            <p:nvSpPr>
              <p:cNvPr id="107" name="iṣḷîḓê"/>
              <p:cNvSpPr/>
              <p:nvPr/>
            </p:nvSpPr>
            <p:spPr>
              <a:xfrm>
                <a:off x="5496862" y="1525262"/>
                <a:ext cx="3312542" cy="476744"/>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180000">
                  <a:buClr>
                    <a:srgbClr val="C00000"/>
                  </a:buClr>
                  <a:buSzPct val="80000"/>
                </a:pPr>
                <a:r>
                  <a:rPr lang="zh-CN" altLang="en-US" sz="1400" dirty="0">
                    <a:solidFill>
                      <a:schemeClr val="tx1">
                        <a:lumMod val="75000"/>
                        <a:lumOff val="25000"/>
                      </a:schemeClr>
                    </a:solidFill>
                    <a:latin typeface="微软雅黑" panose="020B0503020204020204" charset="-122"/>
                    <a:ea typeface="微软雅黑" panose="020B0503020204020204" charset="-122"/>
                  </a:rPr>
                  <a:t>垄断利润和垄断价格</a:t>
                </a:r>
              </a:p>
            </p:txBody>
          </p:sp>
          <p:cxnSp>
            <p:nvCxnSpPr>
              <p:cNvPr id="108" name="直接连接符 107"/>
              <p:cNvCxnSpPr/>
              <p:nvPr/>
            </p:nvCxnSpPr>
            <p:spPr>
              <a:xfrm>
                <a:off x="8809404" y="1633261"/>
                <a:ext cx="0" cy="238372"/>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cxnSp>
          <p:nvCxnSpPr>
            <p:cNvPr id="106" name="直接连接符 105"/>
            <p:cNvCxnSpPr/>
            <p:nvPr/>
          </p:nvCxnSpPr>
          <p:spPr>
            <a:xfrm flipH="1">
              <a:off x="5265080" y="2447446"/>
              <a:ext cx="281132"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flipV="1">
              <a:off x="5265080" y="1492846"/>
              <a:ext cx="287907"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3964940" y="1729114"/>
              <a:ext cx="1300142"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37" name="直接连接符 36"/>
          <p:cNvCxnSpPr/>
          <p:nvPr/>
        </p:nvCxnSpPr>
        <p:spPr>
          <a:xfrm flipH="1" flipV="1">
            <a:off x="2201370" y="1852683"/>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2201370" y="3816930"/>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flipV="1">
            <a:off x="2201370" y="5589333"/>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2201370" y="1852683"/>
            <a:ext cx="0" cy="373665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flipV="1">
            <a:off x="1806186" y="3816930"/>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54" name="组合 53"/>
          <p:cNvGrpSpPr/>
          <p:nvPr/>
        </p:nvGrpSpPr>
        <p:grpSpPr>
          <a:xfrm>
            <a:off x="2489369" y="1438683"/>
            <a:ext cx="3960465" cy="828000"/>
            <a:chOff x="2073418" y="858311"/>
            <a:chExt cx="3960465" cy="828000"/>
          </a:xfrm>
        </p:grpSpPr>
        <p:sp>
          <p:nvSpPr>
            <p:cNvPr id="64" name="iṣ1ïḑé"/>
            <p:cNvSpPr/>
            <p:nvPr/>
          </p:nvSpPr>
          <p:spPr>
            <a:xfrm>
              <a:off x="2073418" y="858311"/>
              <a:ext cx="3960465"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资本主义为何从自由竞争走向垄断</a:t>
              </a:r>
            </a:p>
          </p:txBody>
        </p:sp>
        <p:cxnSp>
          <p:nvCxnSpPr>
            <p:cNvPr id="65" name="直接连接符 64"/>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nvGrpSpPr>
        <p:grpSpPr>
          <a:xfrm>
            <a:off x="2489370" y="3402930"/>
            <a:ext cx="3960464" cy="828000"/>
            <a:chOff x="2073419" y="1324646"/>
            <a:chExt cx="3960464" cy="828000"/>
          </a:xfrm>
        </p:grpSpPr>
        <p:sp>
          <p:nvSpPr>
            <p:cNvPr id="62" name="iṣ1ïḑé"/>
            <p:cNvSpPr/>
            <p:nvPr/>
          </p:nvSpPr>
          <p:spPr>
            <a:xfrm>
              <a:off x="2073419" y="1324646"/>
              <a:ext cx="3960464"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国家垄断资本主义是如何产生的</a:t>
              </a:r>
            </a:p>
          </p:txBody>
        </p:sp>
        <p:cxnSp>
          <p:nvCxnSpPr>
            <p:cNvPr id="63" name="直接连接符 62"/>
            <p:cNvCxnSpPr/>
            <p:nvPr/>
          </p:nvCxnSpPr>
          <p:spPr>
            <a:xfrm>
              <a:off x="2076838" y="1432646"/>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57" name="组合 56"/>
          <p:cNvGrpSpPr/>
          <p:nvPr/>
        </p:nvGrpSpPr>
        <p:grpSpPr>
          <a:xfrm>
            <a:off x="2489370" y="5175333"/>
            <a:ext cx="3960464" cy="828000"/>
            <a:chOff x="2073419" y="910582"/>
            <a:chExt cx="3960464" cy="828000"/>
          </a:xfrm>
        </p:grpSpPr>
        <p:sp>
          <p:nvSpPr>
            <p:cNvPr id="58" name="iṣ1ïḑé"/>
            <p:cNvSpPr/>
            <p:nvPr/>
          </p:nvSpPr>
          <p:spPr>
            <a:xfrm>
              <a:off x="2073419" y="910582"/>
              <a:ext cx="3960464"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垄断资本向世界范围的扩展</a:t>
              </a:r>
            </a:p>
          </p:txBody>
        </p:sp>
        <p:cxnSp>
          <p:nvCxnSpPr>
            <p:cNvPr id="59" name="直接连接符 58"/>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66" name="iṧļiḑe"/>
          <p:cNvSpPr/>
          <p:nvPr/>
        </p:nvSpPr>
        <p:spPr>
          <a:xfrm>
            <a:off x="1158186" y="1741008"/>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000" b="1" dirty="0">
                <a:solidFill>
                  <a:srgbClr val="E17751"/>
                </a:solidFill>
                <a:latin typeface="微软雅黑" panose="020B0503020204020204" pitchFamily="34" charset="-122"/>
                <a:ea typeface="微软雅黑" panose="020B0503020204020204" pitchFamily="34" charset="-122"/>
              </a:rPr>
              <a:t>垄断资本主义的形成及发展</a:t>
            </a:r>
          </a:p>
        </p:txBody>
      </p:sp>
    </p:spTree>
    <p:extLst>
      <p:ext uri="{BB962C8B-B14F-4D97-AF65-F5344CB8AC3E}">
        <p14:creationId xmlns:p14="http://schemas.microsoft.com/office/powerpoint/2010/main" val="3130984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2DF6EF4A-E53D-3ED3-F396-5571F990D40F}"/>
              </a:ext>
            </a:extLst>
          </p:cNvPr>
          <p:cNvGrpSpPr/>
          <p:nvPr/>
        </p:nvGrpSpPr>
        <p:grpSpPr>
          <a:xfrm>
            <a:off x="5487044" y="3102918"/>
            <a:ext cx="5456592" cy="1081185"/>
            <a:chOff x="5487044" y="3102918"/>
            <a:chExt cx="5456592" cy="1081185"/>
          </a:xfrm>
        </p:grpSpPr>
        <p:cxnSp>
          <p:nvCxnSpPr>
            <p:cNvPr id="77" name="直接连接符 76"/>
            <p:cNvCxnSpPr>
              <a:cxnSpLocks/>
            </p:cNvCxnSpPr>
            <p:nvPr/>
          </p:nvCxnSpPr>
          <p:spPr>
            <a:xfrm flipH="1" flipV="1">
              <a:off x="7018538" y="3318918"/>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cxnSpLocks/>
            </p:cNvCxnSpPr>
            <p:nvPr/>
          </p:nvCxnSpPr>
          <p:spPr>
            <a:xfrm flipH="1" flipV="1">
              <a:off x="7018538" y="3968103"/>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7018538" y="3318918"/>
              <a:ext cx="0" cy="645264"/>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487044" y="3641550"/>
              <a:ext cx="1532312"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74" name="组合 73"/>
            <p:cNvGrpSpPr/>
            <p:nvPr/>
          </p:nvGrpSpPr>
          <p:grpSpPr>
            <a:xfrm>
              <a:off x="7235636" y="3102918"/>
              <a:ext cx="3708000" cy="432000"/>
              <a:chOff x="4715590" y="2587764"/>
              <a:chExt cx="3312000" cy="432000"/>
            </a:xfrm>
          </p:grpSpPr>
          <p:sp>
            <p:nvSpPr>
              <p:cNvPr id="86" name="îṣľîďê"/>
              <p:cNvSpPr/>
              <p:nvPr/>
            </p:nvSpPr>
            <p:spPr>
              <a:xfrm>
                <a:off x="4715590" y="2587764"/>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经济全球化对发展中国家的积极作用</a:t>
                </a:r>
              </a:p>
            </p:txBody>
          </p:sp>
          <p:cxnSp>
            <p:nvCxnSpPr>
              <p:cNvPr id="87" name="直接连接符 86"/>
              <p:cNvCxnSpPr/>
              <p:nvPr/>
            </p:nvCxnSpPr>
            <p:spPr>
              <a:xfrm>
                <a:off x="8027590" y="2695764"/>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7235636" y="3752103"/>
              <a:ext cx="3708000" cy="432000"/>
              <a:chOff x="4715590" y="3236949"/>
              <a:chExt cx="3312000" cy="432000"/>
            </a:xfrm>
          </p:grpSpPr>
          <p:sp>
            <p:nvSpPr>
              <p:cNvPr id="82"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经济全球化对发展中国家的负面影响</a:t>
                </a:r>
              </a:p>
            </p:txBody>
          </p:sp>
          <p:cxnSp>
            <p:nvCxnSpPr>
              <p:cNvPr id="83" name="直接连接符 82"/>
              <p:cNvCxnSpPr/>
              <p:nvPr/>
            </p:nvCxnSpPr>
            <p:spPr>
              <a:xfrm>
                <a:off x="8027590" y="3344949"/>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grpSp>
        <p:nvGrpSpPr>
          <p:cNvPr id="2" name="组合 1">
            <a:extLst>
              <a:ext uri="{FF2B5EF4-FFF2-40B4-BE49-F238E27FC236}">
                <a16:creationId xmlns:a16="http://schemas.microsoft.com/office/drawing/2014/main" id="{0AA56DC3-D830-DAC7-1071-A170E4258321}"/>
              </a:ext>
            </a:extLst>
          </p:cNvPr>
          <p:cNvGrpSpPr/>
          <p:nvPr/>
        </p:nvGrpSpPr>
        <p:grpSpPr>
          <a:xfrm>
            <a:off x="5487044" y="1255264"/>
            <a:ext cx="5456592" cy="1480212"/>
            <a:chOff x="5487044" y="1255264"/>
            <a:chExt cx="5456592" cy="1480212"/>
          </a:xfrm>
        </p:grpSpPr>
        <p:cxnSp>
          <p:nvCxnSpPr>
            <p:cNvPr id="62" name="直接连接符 61"/>
            <p:cNvCxnSpPr>
              <a:cxnSpLocks/>
            </p:cNvCxnSpPr>
            <p:nvPr/>
          </p:nvCxnSpPr>
          <p:spPr>
            <a:xfrm flipH="1" flipV="1">
              <a:off x="7018538" y="147126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cxnSpLocks/>
            </p:cNvCxnSpPr>
            <p:nvPr/>
          </p:nvCxnSpPr>
          <p:spPr>
            <a:xfrm flipH="1" flipV="1">
              <a:off x="7018538" y="251947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018538" y="1471456"/>
              <a:ext cx="0" cy="104409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5487044" y="1995370"/>
              <a:ext cx="1532312"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61" name="组合 60"/>
            <p:cNvGrpSpPr/>
            <p:nvPr/>
          </p:nvGrpSpPr>
          <p:grpSpPr>
            <a:xfrm>
              <a:off x="7235636" y="2303476"/>
              <a:ext cx="3708000" cy="432000"/>
              <a:chOff x="4715590" y="3236949"/>
              <a:chExt cx="3312000" cy="432000"/>
            </a:xfrm>
          </p:grpSpPr>
          <p:sp>
            <p:nvSpPr>
              <p:cNvPr id="67"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经济全球化的原因</a:t>
                </a:r>
              </a:p>
            </p:txBody>
          </p:sp>
          <p:cxnSp>
            <p:nvCxnSpPr>
              <p:cNvPr id="7" name="直接连接符 6"/>
              <p:cNvCxnSpPr/>
              <p:nvPr/>
            </p:nvCxnSpPr>
            <p:spPr>
              <a:xfrm>
                <a:off x="8027590" y="3344949"/>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cxnSp>
          <p:nvCxnSpPr>
            <p:cNvPr id="63" name="直接连接符 62"/>
            <p:cNvCxnSpPr>
              <a:cxnSpLocks/>
            </p:cNvCxnSpPr>
            <p:nvPr/>
          </p:nvCxnSpPr>
          <p:spPr>
            <a:xfrm flipH="1" flipV="1">
              <a:off x="7018538" y="1995370"/>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DC736638-C2C2-F83A-35F1-DD09804C3675}"/>
                </a:ext>
              </a:extLst>
            </p:cNvPr>
            <p:cNvGrpSpPr/>
            <p:nvPr/>
          </p:nvGrpSpPr>
          <p:grpSpPr>
            <a:xfrm>
              <a:off x="7235636" y="1779370"/>
              <a:ext cx="3708000" cy="432000"/>
              <a:chOff x="7610239" y="1639773"/>
              <a:chExt cx="3312000" cy="432000"/>
            </a:xfrm>
          </p:grpSpPr>
          <p:sp>
            <p:nvSpPr>
              <p:cNvPr id="69" name="iṩ1ïḓé"/>
              <p:cNvSpPr/>
              <p:nvPr/>
            </p:nvSpPr>
            <p:spPr>
              <a:xfrm>
                <a:off x="7610239" y="163977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经济全球化的表现</a:t>
                </a:r>
              </a:p>
            </p:txBody>
          </p:sp>
          <p:cxnSp>
            <p:nvCxnSpPr>
              <p:cNvPr id="6" name="直接连接符 5">
                <a:extLst>
                  <a:ext uri="{FF2B5EF4-FFF2-40B4-BE49-F238E27FC236}">
                    <a16:creationId xmlns:a16="http://schemas.microsoft.com/office/drawing/2014/main" id="{36B4C40B-6ED2-531D-3484-A374F19878FF}"/>
                  </a:ext>
                </a:extLst>
              </p:cNvPr>
              <p:cNvCxnSpPr>
                <a:cxnSpLocks/>
              </p:cNvCxnSpPr>
              <p:nvPr/>
            </p:nvCxnSpPr>
            <p:spPr>
              <a:xfrm>
                <a:off x="10922239" y="1747773"/>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nvGrpSpPr>
          <p:grpSpPr>
            <a:xfrm>
              <a:off x="7235636" y="1255264"/>
              <a:ext cx="3708000" cy="432000"/>
              <a:chOff x="4715590" y="2188737"/>
              <a:chExt cx="3312000" cy="432000"/>
            </a:xfrm>
          </p:grpSpPr>
          <p:cxnSp>
            <p:nvCxnSpPr>
              <p:cNvPr id="72" name="直接连接符 71"/>
              <p:cNvCxnSpPr/>
              <p:nvPr/>
            </p:nvCxnSpPr>
            <p:spPr>
              <a:xfrm>
                <a:off x="8027590" y="2296737"/>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sp>
            <p:nvSpPr>
              <p:cNvPr id="71" name="îṣľîďê"/>
              <p:cNvSpPr/>
              <p:nvPr/>
            </p:nvSpPr>
            <p:spPr>
              <a:xfrm>
                <a:off x="4715590" y="2188737"/>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世界市场的开拓</a:t>
                </a:r>
              </a:p>
            </p:txBody>
          </p:sp>
        </p:grpSp>
      </p:grpSp>
      <p:grpSp>
        <p:nvGrpSpPr>
          <p:cNvPr id="4" name="组合 3">
            <a:extLst>
              <a:ext uri="{FF2B5EF4-FFF2-40B4-BE49-F238E27FC236}">
                <a16:creationId xmlns:a16="http://schemas.microsoft.com/office/drawing/2014/main" id="{08B1ED3A-7698-F0A9-D186-A3C60B707F64}"/>
              </a:ext>
            </a:extLst>
          </p:cNvPr>
          <p:cNvGrpSpPr/>
          <p:nvPr/>
        </p:nvGrpSpPr>
        <p:grpSpPr>
          <a:xfrm>
            <a:off x="5718709" y="4923310"/>
            <a:ext cx="5224927" cy="1097978"/>
            <a:chOff x="5718709" y="4923310"/>
            <a:chExt cx="5224927" cy="1097978"/>
          </a:xfrm>
        </p:grpSpPr>
        <p:cxnSp>
          <p:nvCxnSpPr>
            <p:cNvPr id="92" name="直接连接符 91"/>
            <p:cNvCxnSpPr>
              <a:cxnSpLocks/>
            </p:cNvCxnSpPr>
            <p:nvPr/>
          </p:nvCxnSpPr>
          <p:spPr>
            <a:xfrm flipH="1" flipV="1">
              <a:off x="7018849" y="5139210"/>
              <a:ext cx="287907"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a:cxnSpLocks/>
            </p:cNvCxnSpPr>
            <p:nvPr/>
          </p:nvCxnSpPr>
          <p:spPr>
            <a:xfrm>
              <a:off x="7018849" y="5139210"/>
              <a:ext cx="0" cy="666178"/>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a:cxnSpLocks/>
            </p:cNvCxnSpPr>
            <p:nvPr/>
          </p:nvCxnSpPr>
          <p:spPr>
            <a:xfrm flipH="1">
              <a:off x="7018849" y="5805388"/>
              <a:ext cx="281132"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5718709" y="5472859"/>
              <a:ext cx="1300142"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89" name="组合 88"/>
            <p:cNvGrpSpPr/>
            <p:nvPr/>
          </p:nvGrpSpPr>
          <p:grpSpPr>
            <a:xfrm>
              <a:off x="7235636" y="4923310"/>
              <a:ext cx="3708000" cy="431800"/>
              <a:chOff x="5489875" y="319121"/>
              <a:chExt cx="3319589" cy="476523"/>
            </a:xfrm>
            <a:effectLst>
              <a:outerShdw blurRad="76200" dir="18900000" sy="23000" kx="-1200000" algn="bl" rotWithShape="0">
                <a:prstClr val="black">
                  <a:alpha val="20000"/>
                </a:prstClr>
              </a:outerShdw>
            </a:effectLst>
          </p:grpSpPr>
          <p:sp>
            <p:nvSpPr>
              <p:cNvPr id="105" name="îṣľîďê"/>
              <p:cNvSpPr/>
              <p:nvPr/>
            </p:nvSpPr>
            <p:spPr>
              <a:xfrm>
                <a:off x="5489875" y="319121"/>
                <a:ext cx="3319589" cy="476523"/>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lvl="0">
                  <a:buClr>
                    <a:srgbClr val="C00000"/>
                  </a:buClr>
                  <a:buSzPct val="80000"/>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“逆全球化”的基本内涵</a:t>
                </a:r>
              </a:p>
            </p:txBody>
          </p:sp>
          <p:cxnSp>
            <p:nvCxnSpPr>
              <p:cNvPr id="106" name="直接连接符 105"/>
              <p:cNvCxnSpPr/>
              <p:nvPr/>
            </p:nvCxnSpPr>
            <p:spPr>
              <a:xfrm>
                <a:off x="8809404" y="427121"/>
                <a:ext cx="0" cy="238372"/>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91" name="组合 90"/>
            <p:cNvGrpSpPr/>
            <p:nvPr/>
          </p:nvGrpSpPr>
          <p:grpSpPr>
            <a:xfrm>
              <a:off x="7235636" y="5589488"/>
              <a:ext cx="3708000" cy="431800"/>
              <a:chOff x="5425719" y="1261773"/>
              <a:chExt cx="3383745" cy="476523"/>
            </a:xfrm>
            <a:effectLst>
              <a:outerShdw blurRad="76200" dir="18900000" sy="23000" kx="-1200000" algn="bl" rotWithShape="0">
                <a:prstClr val="black">
                  <a:alpha val="20000"/>
                </a:prstClr>
              </a:outerShdw>
            </a:effectLst>
          </p:grpSpPr>
          <p:sp>
            <p:nvSpPr>
              <p:cNvPr id="101" name="iṣḷîḓê"/>
              <p:cNvSpPr/>
              <p:nvPr/>
            </p:nvSpPr>
            <p:spPr>
              <a:xfrm>
                <a:off x="5425719" y="1261773"/>
                <a:ext cx="3383745" cy="476523"/>
              </a:xfrm>
              <a:prstGeom prst="roundRect">
                <a:avLst/>
              </a:pr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a:buClr>
                    <a:srgbClr val="C00000"/>
                  </a:buClr>
                  <a:buSzPct val="80000"/>
                </a:pPr>
                <a:r>
                  <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“逆全球化”的表现</a:t>
                </a:r>
              </a:p>
            </p:txBody>
          </p:sp>
          <p:cxnSp>
            <p:nvCxnSpPr>
              <p:cNvPr id="102" name="直接连接符 101"/>
              <p:cNvCxnSpPr/>
              <p:nvPr/>
            </p:nvCxnSpPr>
            <p:spPr>
              <a:xfrm>
                <a:off x="8802417" y="1373976"/>
                <a:ext cx="0" cy="238372"/>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grpSp>
        <p:nvGrpSpPr>
          <p:cNvPr id="39" name="组合 38"/>
          <p:cNvGrpSpPr/>
          <p:nvPr/>
        </p:nvGrpSpPr>
        <p:grpSpPr>
          <a:xfrm>
            <a:off x="4508939" y="720000"/>
            <a:ext cx="2324970" cy="707886"/>
            <a:chOff x="1131850" y="3079821"/>
            <a:chExt cx="1475815" cy="707886"/>
          </a:xfrm>
        </p:grpSpPr>
        <p:sp>
          <p:nvSpPr>
            <p:cNvPr id="40" name="文本框 39"/>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noProof="0" dirty="0">
                  <a:solidFill>
                    <a:prstClr val="black">
                      <a:lumMod val="95000"/>
                      <a:lumOff val="5000"/>
                    </a:prstClr>
                  </a:solidFill>
                  <a:latin typeface="微软雅黑" panose="020B0503020204020204" pitchFamily="34" charset="-122"/>
                  <a:ea typeface="微软雅黑" panose="020B0503020204020204" pitchFamily="34" charset="-122"/>
                </a:rPr>
                <a:t>第五章</a:t>
              </a: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2</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41" name="组合 40"/>
            <p:cNvGrpSpPr/>
            <p:nvPr/>
          </p:nvGrpSpPr>
          <p:grpSpPr>
            <a:xfrm>
              <a:off x="1131850" y="3158981"/>
              <a:ext cx="263338" cy="243183"/>
              <a:chOff x="1164218" y="3158981"/>
              <a:chExt cx="263338" cy="243183"/>
            </a:xfrm>
          </p:grpSpPr>
          <p:grpSp>
            <p:nvGrpSpPr>
              <p:cNvPr id="42" name="组合 41"/>
              <p:cNvGrpSpPr/>
              <p:nvPr/>
            </p:nvGrpSpPr>
            <p:grpSpPr>
              <a:xfrm>
                <a:off x="1164220" y="3158981"/>
                <a:ext cx="263336" cy="240802"/>
                <a:chOff x="1164220" y="3158981"/>
                <a:chExt cx="263336" cy="240802"/>
              </a:xfrm>
            </p:grpSpPr>
            <p:sp>
              <p:nvSpPr>
                <p:cNvPr id="55" name="平行四边形 54"/>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6" name="直角三角形 55"/>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7" name="平行四边形 56"/>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54" name="直角三角形 53"/>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cxnSp>
        <p:nvCxnSpPr>
          <p:cNvPr id="107" name="直接连接符 106"/>
          <p:cNvCxnSpPr/>
          <p:nvPr/>
        </p:nvCxnSpPr>
        <p:spPr>
          <a:xfrm flipH="1" flipV="1">
            <a:off x="2201370" y="1995370"/>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flipV="1">
            <a:off x="2201370" y="3643510"/>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flipV="1">
            <a:off x="2201370" y="5483496"/>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2201370" y="1995370"/>
            <a:ext cx="0" cy="348574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flipV="1">
            <a:off x="1806186" y="3643510"/>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12" name="组合 111"/>
          <p:cNvGrpSpPr/>
          <p:nvPr/>
        </p:nvGrpSpPr>
        <p:grpSpPr>
          <a:xfrm>
            <a:off x="2489369" y="1581370"/>
            <a:ext cx="4150701" cy="828000"/>
            <a:chOff x="2073418" y="858311"/>
            <a:chExt cx="4150701" cy="828000"/>
          </a:xfrm>
        </p:grpSpPr>
        <p:sp>
          <p:nvSpPr>
            <p:cNvPr id="113" name="iṣ1ïḑé"/>
            <p:cNvSpPr/>
            <p:nvPr/>
          </p:nvSpPr>
          <p:spPr>
            <a:xfrm>
              <a:off x="2073418" y="858311"/>
              <a:ext cx="4150701"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如何认识经济全球化的兴起与发展</a:t>
              </a:r>
            </a:p>
          </p:txBody>
        </p:sp>
        <p:cxnSp>
          <p:nvCxnSpPr>
            <p:cNvPr id="114" name="直接连接符 113"/>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5" name="组合 114"/>
          <p:cNvGrpSpPr/>
          <p:nvPr/>
        </p:nvGrpSpPr>
        <p:grpSpPr>
          <a:xfrm>
            <a:off x="2489369" y="3229510"/>
            <a:ext cx="4150702" cy="828000"/>
            <a:chOff x="2073419" y="1324646"/>
            <a:chExt cx="4150702" cy="828000"/>
          </a:xfrm>
        </p:grpSpPr>
        <p:sp>
          <p:nvSpPr>
            <p:cNvPr id="116" name="iṣ1ïḑé"/>
            <p:cNvSpPr/>
            <p:nvPr/>
          </p:nvSpPr>
          <p:spPr>
            <a:xfrm>
              <a:off x="2073419" y="1324646"/>
              <a:ext cx="4150702"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经济全球化为什么是一把“双刃剑”</a:t>
              </a:r>
            </a:p>
          </p:txBody>
        </p:sp>
        <p:cxnSp>
          <p:nvCxnSpPr>
            <p:cNvPr id="117" name="直接连接符 116"/>
            <p:cNvCxnSpPr/>
            <p:nvPr/>
          </p:nvCxnSpPr>
          <p:spPr>
            <a:xfrm>
              <a:off x="2076838" y="1432646"/>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8" name="组合 117"/>
          <p:cNvGrpSpPr/>
          <p:nvPr/>
        </p:nvGrpSpPr>
        <p:grpSpPr>
          <a:xfrm>
            <a:off x="2489369" y="5069496"/>
            <a:ext cx="4150703" cy="828000"/>
            <a:chOff x="2073418" y="910582"/>
            <a:chExt cx="4150703" cy="828000"/>
          </a:xfrm>
        </p:grpSpPr>
        <p:sp>
          <p:nvSpPr>
            <p:cNvPr id="119" name="iṣ1ïḑé"/>
            <p:cNvSpPr/>
            <p:nvPr/>
          </p:nvSpPr>
          <p:spPr>
            <a:xfrm>
              <a:off x="2073418" y="910582"/>
              <a:ext cx="4150703"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 如何看待经济全球化进程中的“逆全球化”</a:t>
              </a:r>
            </a:p>
          </p:txBody>
        </p:sp>
        <p:cxnSp>
          <p:nvCxnSpPr>
            <p:cNvPr id="120" name="直接连接符 119"/>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121" name="iṧļiḑe"/>
          <p:cNvSpPr/>
          <p:nvPr/>
        </p:nvSpPr>
        <p:spPr>
          <a:xfrm>
            <a:off x="1158186" y="1759433"/>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000" b="1" dirty="0">
                <a:solidFill>
                  <a:srgbClr val="E17751"/>
                </a:solidFill>
                <a:latin typeface="微软雅黑" panose="020B0503020204020204" pitchFamily="34" charset="-122"/>
                <a:ea typeface="微软雅黑" panose="020B0503020204020204" pitchFamily="34" charset="-122"/>
              </a:rPr>
              <a:t>资本主义</a:t>
            </a:r>
          </a:p>
          <a:p>
            <a:pPr algn="ctr"/>
            <a:r>
              <a:rPr lang="zh-CN" altLang="en-US" sz="2000" b="1" dirty="0">
                <a:solidFill>
                  <a:srgbClr val="E17751"/>
                </a:solidFill>
                <a:latin typeface="微软雅黑" panose="020B0503020204020204" pitchFamily="34" charset="-122"/>
                <a:ea typeface="微软雅黑" panose="020B0503020204020204" pitchFamily="34" charset="-122"/>
              </a:rPr>
              <a:t>与经济全球化</a:t>
            </a:r>
          </a:p>
        </p:txBody>
      </p:sp>
    </p:spTree>
    <p:extLst>
      <p:ext uri="{BB962C8B-B14F-4D97-AF65-F5344CB8AC3E}">
        <p14:creationId xmlns:p14="http://schemas.microsoft.com/office/powerpoint/2010/main" val="2870492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577456" y="410402"/>
            <a:ext cx="2050129" cy="707886"/>
            <a:chOff x="1131850" y="3079821"/>
            <a:chExt cx="1475815" cy="707886"/>
          </a:xfrm>
        </p:grpSpPr>
        <p:sp>
          <p:nvSpPr>
            <p:cNvPr id="7" name="文本框 6"/>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noProof="0" dirty="0">
                  <a:solidFill>
                    <a:prstClr val="black">
                      <a:lumMod val="95000"/>
                      <a:lumOff val="5000"/>
                    </a:prstClr>
                  </a:solidFill>
                  <a:latin typeface="微软雅黑" panose="020B0503020204020204" pitchFamily="34" charset="-122"/>
                  <a:ea typeface="微软雅黑" panose="020B0503020204020204" pitchFamily="34" charset="-122"/>
                </a:rPr>
                <a:t>第五章小结</a:t>
              </a:r>
              <a:r>
                <a:rPr kumimoji="1" lang="en-US" altLang="zh-CN" sz="2000" b="1" noProof="0" dirty="0">
                  <a:solidFill>
                    <a:prstClr val="black">
                      <a:lumMod val="95000"/>
                      <a:lumOff val="5000"/>
                    </a:prstClr>
                  </a:solidFill>
                  <a:latin typeface="微软雅黑" panose="020B0503020204020204" pitchFamily="34" charset="-122"/>
                  <a:ea typeface="微软雅黑" panose="020B0503020204020204" pitchFamily="34" charset="-122"/>
                </a:rPr>
                <a:t>3</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p:nvGrpSpPr>
          <p:grpSpPr>
            <a:xfrm>
              <a:off x="1131850" y="3158981"/>
              <a:ext cx="263338" cy="243183"/>
              <a:chOff x="1164218" y="3158981"/>
              <a:chExt cx="263338" cy="243183"/>
            </a:xfrm>
          </p:grpSpPr>
          <p:grpSp>
            <p:nvGrpSpPr>
              <p:cNvPr id="9" name="组合 8"/>
              <p:cNvGrpSpPr/>
              <p:nvPr/>
            </p:nvGrpSpPr>
            <p:grpSpPr>
              <a:xfrm>
                <a:off x="1164220" y="3158981"/>
                <a:ext cx="263336" cy="240802"/>
                <a:chOff x="1164220" y="3158981"/>
                <a:chExt cx="263336" cy="240802"/>
              </a:xfrm>
            </p:grpSpPr>
            <p:sp>
              <p:nvSpPr>
                <p:cNvPr id="11" name="平行四边形 10"/>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直角三角形 11"/>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平行四边形 12"/>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0" name="直角三角形 9"/>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148" name="组合 147"/>
          <p:cNvGrpSpPr/>
          <p:nvPr/>
        </p:nvGrpSpPr>
        <p:grpSpPr>
          <a:xfrm>
            <a:off x="2806897" y="1010830"/>
            <a:ext cx="1820312" cy="2186682"/>
            <a:chOff x="2806897" y="896612"/>
            <a:chExt cx="1820312" cy="2186682"/>
          </a:xfrm>
        </p:grpSpPr>
        <p:cxnSp>
          <p:nvCxnSpPr>
            <p:cNvPr id="18" name="直接连接符 17"/>
            <p:cNvCxnSpPr/>
            <p:nvPr/>
          </p:nvCxnSpPr>
          <p:spPr>
            <a:xfrm flipH="1" flipV="1">
              <a:off x="4339209" y="896612"/>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flipV="1">
              <a:off x="4339209" y="2467721"/>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flipV="1">
              <a:off x="4339209" y="308329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339209" y="896612"/>
              <a:ext cx="0" cy="218668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2806897" y="1987635"/>
              <a:ext cx="1532312"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55" name="组合 54">
            <a:extLst>
              <a:ext uri="{FF2B5EF4-FFF2-40B4-BE49-F238E27FC236}">
                <a16:creationId xmlns:a16="http://schemas.microsoft.com/office/drawing/2014/main" id="{89C182F4-AA91-9F24-11D7-61C8B82919CD}"/>
              </a:ext>
            </a:extLst>
          </p:cNvPr>
          <p:cNvGrpSpPr/>
          <p:nvPr/>
        </p:nvGrpSpPr>
        <p:grpSpPr>
          <a:xfrm>
            <a:off x="2806897" y="4073051"/>
            <a:ext cx="1820312" cy="752372"/>
            <a:chOff x="2806897" y="4017694"/>
            <a:chExt cx="1820312" cy="752372"/>
          </a:xfrm>
        </p:grpSpPr>
        <p:cxnSp>
          <p:nvCxnSpPr>
            <p:cNvPr id="32" name="直接连接符 31"/>
            <p:cNvCxnSpPr/>
            <p:nvPr/>
          </p:nvCxnSpPr>
          <p:spPr>
            <a:xfrm flipH="1" flipV="1">
              <a:off x="4339209" y="401769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cxnSpLocks/>
            </p:cNvCxnSpPr>
            <p:nvPr/>
          </p:nvCxnSpPr>
          <p:spPr>
            <a:xfrm flipH="1" flipV="1">
              <a:off x="4339209" y="477006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cxnSpLocks/>
            </p:cNvCxnSpPr>
            <p:nvPr/>
          </p:nvCxnSpPr>
          <p:spPr>
            <a:xfrm>
              <a:off x="4339209" y="4017694"/>
              <a:ext cx="0" cy="746966"/>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cxnSpLocks/>
            </p:cNvCxnSpPr>
            <p:nvPr/>
          </p:nvCxnSpPr>
          <p:spPr>
            <a:xfrm flipH="1">
              <a:off x="2806897" y="4391177"/>
              <a:ext cx="1532312"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59" name="直接连接符 58"/>
          <p:cNvCxnSpPr>
            <a:cxnSpLocks/>
          </p:cNvCxnSpPr>
          <p:nvPr/>
        </p:nvCxnSpPr>
        <p:spPr>
          <a:xfrm flipH="1" flipV="1">
            <a:off x="1450552" y="2101853"/>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cxnSpLocks/>
          </p:cNvCxnSpPr>
          <p:nvPr/>
        </p:nvCxnSpPr>
        <p:spPr>
          <a:xfrm flipH="1" flipV="1">
            <a:off x="1450552" y="4440741"/>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cxnSpLocks/>
          </p:cNvCxnSpPr>
          <p:nvPr/>
        </p:nvCxnSpPr>
        <p:spPr>
          <a:xfrm flipH="1" flipV="1">
            <a:off x="1450552" y="5870525"/>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cxnSpLocks/>
          </p:cNvCxnSpPr>
          <p:nvPr/>
        </p:nvCxnSpPr>
        <p:spPr>
          <a:xfrm>
            <a:off x="1450552" y="2101853"/>
            <a:ext cx="0" cy="376867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cxnSpLocks/>
          </p:cNvCxnSpPr>
          <p:nvPr/>
        </p:nvCxnSpPr>
        <p:spPr>
          <a:xfrm flipH="1" flipV="1">
            <a:off x="1055368" y="3986189"/>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49" name="组合 148"/>
          <p:cNvGrpSpPr/>
          <p:nvPr/>
        </p:nvGrpSpPr>
        <p:grpSpPr>
          <a:xfrm>
            <a:off x="2807715" y="5452148"/>
            <a:ext cx="1819494" cy="836755"/>
            <a:chOff x="2807715" y="5397544"/>
            <a:chExt cx="1819494" cy="836755"/>
          </a:xfrm>
        </p:grpSpPr>
        <p:cxnSp>
          <p:nvCxnSpPr>
            <p:cNvPr id="78" name="直接连接符 77"/>
            <p:cNvCxnSpPr/>
            <p:nvPr/>
          </p:nvCxnSpPr>
          <p:spPr>
            <a:xfrm flipH="1" flipV="1">
              <a:off x="4339209" y="539754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flipV="1">
              <a:off x="4339209" y="5815921"/>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flipV="1">
              <a:off x="4339209" y="6234299"/>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4339209" y="5397544"/>
              <a:ext cx="0" cy="836755"/>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2807715" y="5815921"/>
              <a:ext cx="1532312"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64" name="组合 63"/>
          <p:cNvGrpSpPr/>
          <p:nvPr/>
        </p:nvGrpSpPr>
        <p:grpSpPr>
          <a:xfrm>
            <a:off x="1738552" y="1555990"/>
            <a:ext cx="2268000" cy="1091727"/>
            <a:chOff x="2073418" y="858311"/>
            <a:chExt cx="3960465" cy="828000"/>
          </a:xfrm>
        </p:grpSpPr>
        <p:sp>
          <p:nvSpPr>
            <p:cNvPr id="65" name="iṣ1ïḑé"/>
            <p:cNvSpPr/>
            <p:nvPr/>
          </p:nvSpPr>
          <p:spPr>
            <a:xfrm>
              <a:off x="2073418" y="858311"/>
              <a:ext cx="3960465"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如何看待第二次世界大战后资本主义的变化</a:t>
              </a:r>
            </a:p>
          </p:txBody>
        </p:sp>
        <p:cxnSp>
          <p:nvCxnSpPr>
            <p:cNvPr id="66" name="直接连接符 65"/>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a:off x="1738552" y="3894878"/>
            <a:ext cx="2268000" cy="1091727"/>
            <a:chOff x="2073419" y="1324646"/>
            <a:chExt cx="3960464" cy="828000"/>
          </a:xfrm>
        </p:grpSpPr>
        <p:sp>
          <p:nvSpPr>
            <p:cNvPr id="68" name="iṣ1ïḑé"/>
            <p:cNvSpPr/>
            <p:nvPr/>
          </p:nvSpPr>
          <p:spPr>
            <a:xfrm>
              <a:off x="2073419" y="1324646"/>
              <a:ext cx="3960464"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如何认识</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2008</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年国际金融危机以来资本主义的矛盾与冲突</a:t>
              </a:r>
            </a:p>
          </p:txBody>
        </p:sp>
        <p:cxnSp>
          <p:nvCxnSpPr>
            <p:cNvPr id="69" name="直接连接符 68"/>
            <p:cNvCxnSpPr/>
            <p:nvPr/>
          </p:nvCxnSpPr>
          <p:spPr>
            <a:xfrm>
              <a:off x="2076838" y="1432646"/>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70" name="组合 69"/>
          <p:cNvGrpSpPr/>
          <p:nvPr/>
        </p:nvGrpSpPr>
        <p:grpSpPr>
          <a:xfrm>
            <a:off x="1738552" y="5324662"/>
            <a:ext cx="2268000" cy="1091727"/>
            <a:chOff x="2073419" y="910582"/>
            <a:chExt cx="3960464" cy="828000"/>
          </a:xfrm>
        </p:grpSpPr>
        <p:sp>
          <p:nvSpPr>
            <p:cNvPr id="71" name="iṣ1ïḑé"/>
            <p:cNvSpPr/>
            <p:nvPr/>
          </p:nvSpPr>
          <p:spPr>
            <a:xfrm>
              <a:off x="2073419" y="910582"/>
              <a:ext cx="3960464"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如何理解资本主义必然为社会主义所代替</a:t>
              </a:r>
            </a:p>
          </p:txBody>
        </p:sp>
        <p:cxnSp>
          <p:nvCxnSpPr>
            <p:cNvPr id="72" name="直接连接符 71"/>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50" name="组合 49">
            <a:extLst>
              <a:ext uri="{FF2B5EF4-FFF2-40B4-BE49-F238E27FC236}">
                <a16:creationId xmlns:a16="http://schemas.microsoft.com/office/drawing/2014/main" id="{79A180AF-8B48-A5A9-B5AD-9766084E8E2C}"/>
              </a:ext>
            </a:extLst>
          </p:cNvPr>
          <p:cNvGrpSpPr/>
          <p:nvPr/>
        </p:nvGrpSpPr>
        <p:grpSpPr>
          <a:xfrm>
            <a:off x="9239595" y="3728223"/>
            <a:ext cx="1041429" cy="693311"/>
            <a:chOff x="9239595" y="3672866"/>
            <a:chExt cx="1041429" cy="693311"/>
          </a:xfrm>
        </p:grpSpPr>
        <p:cxnSp>
          <p:nvCxnSpPr>
            <p:cNvPr id="131" name="直接连接符 130"/>
            <p:cNvCxnSpPr>
              <a:cxnSpLocks/>
            </p:cNvCxnSpPr>
            <p:nvPr/>
          </p:nvCxnSpPr>
          <p:spPr>
            <a:xfrm flipH="1" flipV="1">
              <a:off x="9993024" y="367286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a:cxnSpLocks/>
            </p:cNvCxnSpPr>
            <p:nvPr/>
          </p:nvCxnSpPr>
          <p:spPr>
            <a:xfrm flipH="1" flipV="1">
              <a:off x="9993024" y="4019521"/>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a:cxnSpLocks/>
            </p:cNvCxnSpPr>
            <p:nvPr/>
          </p:nvCxnSpPr>
          <p:spPr>
            <a:xfrm>
              <a:off x="9993024" y="3672866"/>
              <a:ext cx="0" cy="693311"/>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a:cxnSpLocks/>
            </p:cNvCxnSpPr>
            <p:nvPr/>
          </p:nvCxnSpPr>
          <p:spPr>
            <a:xfrm flipH="1">
              <a:off x="9239595" y="4019521"/>
              <a:ext cx="75343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a:cxnSpLocks/>
            </p:cNvCxnSpPr>
            <p:nvPr/>
          </p:nvCxnSpPr>
          <p:spPr>
            <a:xfrm flipH="1" flipV="1">
              <a:off x="9993024" y="436617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141" name="直接连接符 140"/>
          <p:cNvCxnSpPr>
            <a:cxnSpLocks/>
          </p:cNvCxnSpPr>
          <p:nvPr/>
        </p:nvCxnSpPr>
        <p:spPr>
          <a:xfrm flipH="1" flipV="1">
            <a:off x="9993024" y="482001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a:cxnSpLocks/>
          </p:cNvCxnSpPr>
          <p:nvPr/>
        </p:nvCxnSpPr>
        <p:spPr>
          <a:xfrm>
            <a:off x="9993024" y="4820017"/>
            <a:ext cx="0" cy="45140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a:cxnSpLocks/>
          </p:cNvCxnSpPr>
          <p:nvPr/>
        </p:nvCxnSpPr>
        <p:spPr>
          <a:xfrm flipH="1">
            <a:off x="9239594" y="4820017"/>
            <a:ext cx="75343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a:cxnSpLocks/>
          </p:cNvCxnSpPr>
          <p:nvPr/>
        </p:nvCxnSpPr>
        <p:spPr>
          <a:xfrm flipH="1" flipV="1">
            <a:off x="9993024" y="5271410"/>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75" name="组合 74"/>
          <p:cNvGrpSpPr/>
          <p:nvPr/>
        </p:nvGrpSpPr>
        <p:grpSpPr>
          <a:xfrm>
            <a:off x="4628796" y="5272885"/>
            <a:ext cx="2906740" cy="360000"/>
            <a:chOff x="4715590" y="2188737"/>
            <a:chExt cx="3312000" cy="432000"/>
          </a:xfrm>
        </p:grpSpPr>
        <p:sp>
          <p:nvSpPr>
            <p:cNvPr id="87" name="îṣľîďê"/>
            <p:cNvSpPr/>
            <p:nvPr/>
          </p:nvSpPr>
          <p:spPr>
            <a:xfrm>
              <a:off x="4715590" y="2188737"/>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72000">
                <a:lnSpc>
                  <a:spcPct val="11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资本主义的历史进步性</a:t>
              </a:r>
            </a:p>
          </p:txBody>
        </p:sp>
        <p:cxnSp>
          <p:nvCxnSpPr>
            <p:cNvPr id="88" name="直接连接符 87"/>
            <p:cNvCxnSpPr/>
            <p:nvPr/>
          </p:nvCxnSpPr>
          <p:spPr>
            <a:xfrm>
              <a:off x="8027590" y="2296737"/>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4628796" y="5691263"/>
            <a:ext cx="2906740" cy="360000"/>
            <a:chOff x="4715590" y="2712843"/>
            <a:chExt cx="3312000" cy="432000"/>
          </a:xfrm>
        </p:grpSpPr>
        <p:sp>
          <p:nvSpPr>
            <p:cNvPr id="85" name="iṩ1ïḓé"/>
            <p:cNvSpPr/>
            <p:nvPr/>
          </p:nvSpPr>
          <p:spPr>
            <a:xfrm>
              <a:off x="4715590" y="27128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lnSpc>
                  <a:spcPct val="11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资本主义的自身局限性</a:t>
              </a:r>
            </a:p>
          </p:txBody>
        </p:sp>
        <p:cxnSp>
          <p:nvCxnSpPr>
            <p:cNvPr id="86" name="直接连接符 85"/>
            <p:cNvCxnSpPr/>
            <p:nvPr/>
          </p:nvCxnSpPr>
          <p:spPr>
            <a:xfrm>
              <a:off x="8027590" y="2820843"/>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77" name="组合 76"/>
          <p:cNvGrpSpPr/>
          <p:nvPr/>
        </p:nvGrpSpPr>
        <p:grpSpPr>
          <a:xfrm>
            <a:off x="4628796" y="6109640"/>
            <a:ext cx="5039999" cy="360000"/>
            <a:chOff x="4715590" y="3236949"/>
            <a:chExt cx="3312000" cy="432000"/>
          </a:xfrm>
        </p:grpSpPr>
        <p:sp>
          <p:nvSpPr>
            <p:cNvPr id="83"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lnSpc>
                  <a:spcPct val="11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资本主义的内在矛盾决定了资本主义必然被社会主义所代替</a:t>
              </a:r>
            </a:p>
          </p:txBody>
        </p:sp>
        <p:cxnSp>
          <p:nvCxnSpPr>
            <p:cNvPr id="84" name="直接连接符 83"/>
            <p:cNvCxnSpPr/>
            <p:nvPr/>
          </p:nvCxnSpPr>
          <p:spPr>
            <a:xfrm>
              <a:off x="8027590" y="3344949"/>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4628796" y="3894878"/>
            <a:ext cx="5040000" cy="360000"/>
            <a:chOff x="4715590" y="2587764"/>
            <a:chExt cx="3312000" cy="432000"/>
          </a:xfrm>
        </p:grpSpPr>
        <p:sp>
          <p:nvSpPr>
            <p:cNvPr id="38" name="îṣľîďê"/>
            <p:cNvSpPr/>
            <p:nvPr/>
          </p:nvSpPr>
          <p:spPr>
            <a:xfrm>
              <a:off x="4715590" y="2587764"/>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lnSpc>
                  <a:spcPct val="120000"/>
                </a:lnSpc>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2008</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年国际金融危机以来的资本主义乱象</a:t>
              </a:r>
            </a:p>
          </p:txBody>
        </p:sp>
        <p:cxnSp>
          <p:nvCxnSpPr>
            <p:cNvPr id="39" name="直接连接符 38"/>
            <p:cNvCxnSpPr/>
            <p:nvPr/>
          </p:nvCxnSpPr>
          <p:spPr>
            <a:xfrm>
              <a:off x="8027590" y="2695764"/>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4628796" y="4645423"/>
            <a:ext cx="5040000" cy="360000"/>
            <a:chOff x="4715590" y="3236949"/>
            <a:chExt cx="3312000" cy="432000"/>
          </a:xfrm>
        </p:grpSpPr>
        <p:sp>
          <p:nvSpPr>
            <p:cNvPr id="36"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lnSpc>
                  <a:spcPct val="120000"/>
                </a:lnSpc>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2008</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年国际金融危机以来资本主义爆发矛盾与冲突的原因</a:t>
              </a:r>
            </a:p>
          </p:txBody>
        </p:sp>
        <p:cxnSp>
          <p:nvCxnSpPr>
            <p:cNvPr id="37" name="直接连接符 36"/>
            <p:cNvCxnSpPr/>
            <p:nvPr/>
          </p:nvCxnSpPr>
          <p:spPr>
            <a:xfrm>
              <a:off x="8027590" y="3344949"/>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sp>
        <p:nvSpPr>
          <p:cNvPr id="73" name="iṧļiḑe"/>
          <p:cNvSpPr/>
          <p:nvPr/>
        </p:nvSpPr>
        <p:spPr>
          <a:xfrm>
            <a:off x="407368" y="2006189"/>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p>
            <a:pPr algn="ctr"/>
            <a:r>
              <a:rPr lang="zh-CN" altLang="en-US" sz="2000" b="1" dirty="0">
                <a:solidFill>
                  <a:srgbClr val="E17751"/>
                </a:solidFill>
                <a:latin typeface="微软雅黑" panose="020B0503020204020204" pitchFamily="34" charset="-122"/>
                <a:ea typeface="微软雅黑" panose="020B0503020204020204" pitchFamily="34" charset="-122"/>
              </a:rPr>
              <a:t>当代资本主义的变化与发展趋势</a:t>
            </a:r>
          </a:p>
        </p:txBody>
      </p:sp>
      <p:grpSp>
        <p:nvGrpSpPr>
          <p:cNvPr id="41" name="组合 40">
            <a:extLst>
              <a:ext uri="{FF2B5EF4-FFF2-40B4-BE49-F238E27FC236}">
                <a16:creationId xmlns:a16="http://schemas.microsoft.com/office/drawing/2014/main" id="{2766526E-AAA0-BD53-F25C-6CC17D8190B5}"/>
              </a:ext>
            </a:extLst>
          </p:cNvPr>
          <p:cNvGrpSpPr/>
          <p:nvPr/>
        </p:nvGrpSpPr>
        <p:grpSpPr>
          <a:xfrm>
            <a:off x="4628796" y="3067084"/>
            <a:ext cx="1971259" cy="576000"/>
            <a:chOff x="4715590" y="2188737"/>
            <a:chExt cx="2921546" cy="432000"/>
          </a:xfrm>
        </p:grpSpPr>
        <p:sp>
          <p:nvSpPr>
            <p:cNvPr id="42" name="îṣľîďê">
              <a:extLst>
                <a:ext uri="{FF2B5EF4-FFF2-40B4-BE49-F238E27FC236}">
                  <a16:creationId xmlns:a16="http://schemas.microsoft.com/office/drawing/2014/main" id="{E95F9B45-1CD7-7840-3933-B82E6F0DA2C4}"/>
                </a:ext>
              </a:extLst>
            </p:cNvPr>
            <p:cNvSpPr/>
            <p:nvPr/>
          </p:nvSpPr>
          <p:spPr>
            <a:xfrm>
              <a:off x="4715590" y="2188737"/>
              <a:ext cx="2921546"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lnSpc>
                  <a:spcPct val="12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第二次世界大战后</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endParaRPr>
            </a:p>
            <a:p>
              <a:pPr marL="72000">
                <a:lnSpc>
                  <a:spcPct val="12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资本主义变化的实质</a:t>
              </a:r>
            </a:p>
          </p:txBody>
        </p:sp>
        <p:cxnSp>
          <p:nvCxnSpPr>
            <p:cNvPr id="43" name="直接连接符 42">
              <a:extLst>
                <a:ext uri="{FF2B5EF4-FFF2-40B4-BE49-F238E27FC236}">
                  <a16:creationId xmlns:a16="http://schemas.microsoft.com/office/drawing/2014/main" id="{88916AF3-3B14-B19C-5E91-DA6406749766}"/>
                </a:ext>
              </a:extLst>
            </p:cNvPr>
            <p:cNvCxnSpPr>
              <a:cxnSpLocks/>
            </p:cNvCxnSpPr>
            <p:nvPr/>
          </p:nvCxnSpPr>
          <p:spPr>
            <a:xfrm>
              <a:off x="7637136" y="2296737"/>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47" name="组合 46">
            <a:extLst>
              <a:ext uri="{FF2B5EF4-FFF2-40B4-BE49-F238E27FC236}">
                <a16:creationId xmlns:a16="http://schemas.microsoft.com/office/drawing/2014/main" id="{0272CBA8-6D63-5CAF-0DA8-64F73F9EB734}"/>
              </a:ext>
            </a:extLst>
          </p:cNvPr>
          <p:cNvGrpSpPr/>
          <p:nvPr/>
        </p:nvGrpSpPr>
        <p:grpSpPr>
          <a:xfrm>
            <a:off x="6283007" y="332656"/>
            <a:ext cx="3790356" cy="1852972"/>
            <a:chOff x="6283007" y="218438"/>
            <a:chExt cx="3790356" cy="1852972"/>
          </a:xfrm>
        </p:grpSpPr>
        <p:cxnSp>
          <p:nvCxnSpPr>
            <p:cNvPr id="108" name="直接连接符 107"/>
            <p:cNvCxnSpPr>
              <a:cxnSpLocks/>
            </p:cNvCxnSpPr>
            <p:nvPr/>
          </p:nvCxnSpPr>
          <p:spPr>
            <a:xfrm flipH="1" flipV="1">
              <a:off x="7025267" y="362438"/>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a:cxnSpLocks/>
            </p:cNvCxnSpPr>
            <p:nvPr/>
          </p:nvCxnSpPr>
          <p:spPr>
            <a:xfrm flipH="1" flipV="1">
              <a:off x="7025267" y="1927410"/>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cxnSpLocks/>
            </p:cNvCxnSpPr>
            <p:nvPr/>
          </p:nvCxnSpPr>
          <p:spPr>
            <a:xfrm flipH="1" flipV="1">
              <a:off x="7025267" y="675432"/>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cxnSpLocks/>
            </p:cNvCxnSpPr>
            <p:nvPr/>
          </p:nvCxnSpPr>
          <p:spPr>
            <a:xfrm>
              <a:off x="7025267" y="362438"/>
              <a:ext cx="0" cy="1559341"/>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a:cxnSpLocks/>
            </p:cNvCxnSpPr>
            <p:nvPr/>
          </p:nvCxnSpPr>
          <p:spPr>
            <a:xfrm flipH="1">
              <a:off x="6283007" y="988426"/>
              <a:ext cx="74226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cxnSpLocks/>
            </p:cNvCxnSpPr>
            <p:nvPr/>
          </p:nvCxnSpPr>
          <p:spPr>
            <a:xfrm flipH="1" flipV="1">
              <a:off x="7025267" y="98842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a:cxnSpLocks/>
            </p:cNvCxnSpPr>
            <p:nvPr/>
          </p:nvCxnSpPr>
          <p:spPr>
            <a:xfrm flipH="1" flipV="1">
              <a:off x="7025267" y="1301420"/>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a:cxnSpLocks/>
            </p:cNvCxnSpPr>
            <p:nvPr/>
          </p:nvCxnSpPr>
          <p:spPr>
            <a:xfrm flipH="1" flipV="1">
              <a:off x="7025267" y="161441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89" name="圆角矩形 88">
              <a:extLst>
                <a:ext uri="{FF2B5EF4-FFF2-40B4-BE49-F238E27FC236}">
                  <a16:creationId xmlns:a16="http://schemas.microsoft.com/office/drawing/2014/main" id="{CE4527E4-85BC-4970-9C73-A8987929819E}"/>
                </a:ext>
              </a:extLst>
            </p:cNvPr>
            <p:cNvSpPr/>
            <p:nvPr/>
          </p:nvSpPr>
          <p:spPr>
            <a:xfrm>
              <a:off x="7229363" y="218438"/>
              <a:ext cx="2844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生产资料所有制形式的变化</a:t>
              </a:r>
            </a:p>
          </p:txBody>
        </p:sp>
        <p:sp>
          <p:nvSpPr>
            <p:cNvPr id="90" name="圆角矩形 89">
              <a:extLst>
                <a:ext uri="{FF2B5EF4-FFF2-40B4-BE49-F238E27FC236}">
                  <a16:creationId xmlns:a16="http://schemas.microsoft.com/office/drawing/2014/main" id="{3F773508-F7A5-4960-8603-BF53FE5B9CC5}"/>
                </a:ext>
              </a:extLst>
            </p:cNvPr>
            <p:cNvSpPr/>
            <p:nvPr/>
          </p:nvSpPr>
          <p:spPr>
            <a:xfrm>
              <a:off x="7229363" y="531432"/>
              <a:ext cx="2844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垄断资本形式的变化</a:t>
              </a:r>
            </a:p>
          </p:txBody>
        </p:sp>
        <p:sp>
          <p:nvSpPr>
            <p:cNvPr id="91" name="圆角矩形 90">
              <a:extLst>
                <a:ext uri="{FF2B5EF4-FFF2-40B4-BE49-F238E27FC236}">
                  <a16:creationId xmlns:a16="http://schemas.microsoft.com/office/drawing/2014/main" id="{E6EEC529-DE11-4030-B761-362027FA7E32}"/>
                </a:ext>
              </a:extLst>
            </p:cNvPr>
            <p:cNvSpPr/>
            <p:nvPr/>
          </p:nvSpPr>
          <p:spPr>
            <a:xfrm>
              <a:off x="7229363" y="844426"/>
              <a:ext cx="2844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劳资关系和分配关系的变化</a:t>
              </a:r>
            </a:p>
          </p:txBody>
        </p:sp>
        <p:sp>
          <p:nvSpPr>
            <p:cNvPr id="92" name="圆角矩形 91">
              <a:extLst>
                <a:ext uri="{FF2B5EF4-FFF2-40B4-BE49-F238E27FC236}">
                  <a16:creationId xmlns:a16="http://schemas.microsoft.com/office/drawing/2014/main" id="{5F2737EB-D31B-4F46-B09B-99A9BC973A79}"/>
                </a:ext>
              </a:extLst>
            </p:cNvPr>
            <p:cNvSpPr/>
            <p:nvPr/>
          </p:nvSpPr>
          <p:spPr>
            <a:xfrm>
              <a:off x="7229363" y="1157420"/>
              <a:ext cx="2844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社会阶层和阶级结构的变化</a:t>
              </a:r>
            </a:p>
          </p:txBody>
        </p:sp>
        <p:sp>
          <p:nvSpPr>
            <p:cNvPr id="93" name="圆角矩形 92">
              <a:extLst>
                <a:ext uri="{FF2B5EF4-FFF2-40B4-BE49-F238E27FC236}">
                  <a16:creationId xmlns:a16="http://schemas.microsoft.com/office/drawing/2014/main" id="{A8D34CB9-A92D-48D2-9BA6-DA0968D1B20B}"/>
                </a:ext>
              </a:extLst>
            </p:cNvPr>
            <p:cNvSpPr/>
            <p:nvPr/>
          </p:nvSpPr>
          <p:spPr>
            <a:xfrm>
              <a:off x="7229363" y="1470414"/>
              <a:ext cx="2844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经济调节机制和经济危机形态的变化</a:t>
              </a:r>
            </a:p>
          </p:txBody>
        </p:sp>
        <p:sp>
          <p:nvSpPr>
            <p:cNvPr id="94" name="圆角矩形 93">
              <a:extLst>
                <a:ext uri="{FF2B5EF4-FFF2-40B4-BE49-F238E27FC236}">
                  <a16:creationId xmlns:a16="http://schemas.microsoft.com/office/drawing/2014/main" id="{EFECD53E-1C8F-4983-B0AA-136EFFBA611F}"/>
                </a:ext>
              </a:extLst>
            </p:cNvPr>
            <p:cNvSpPr/>
            <p:nvPr/>
          </p:nvSpPr>
          <p:spPr>
            <a:xfrm>
              <a:off x="7229363" y="1783410"/>
              <a:ext cx="2844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政治制度的变化</a:t>
              </a:r>
            </a:p>
          </p:txBody>
        </p:sp>
      </p:grpSp>
      <p:grpSp>
        <p:nvGrpSpPr>
          <p:cNvPr id="46" name="组合 45">
            <a:extLst>
              <a:ext uri="{FF2B5EF4-FFF2-40B4-BE49-F238E27FC236}">
                <a16:creationId xmlns:a16="http://schemas.microsoft.com/office/drawing/2014/main" id="{796C8B7B-D238-C9F4-7AE1-5DBE1DF877AF}"/>
              </a:ext>
            </a:extLst>
          </p:cNvPr>
          <p:cNvGrpSpPr/>
          <p:nvPr/>
        </p:nvGrpSpPr>
        <p:grpSpPr>
          <a:xfrm>
            <a:off x="6600060" y="2340191"/>
            <a:ext cx="3473303" cy="1275035"/>
            <a:chOff x="6600060" y="2225973"/>
            <a:chExt cx="3473303" cy="1275035"/>
          </a:xfrm>
        </p:grpSpPr>
        <p:cxnSp>
          <p:nvCxnSpPr>
            <p:cNvPr id="117" name="直接连接符 116"/>
            <p:cNvCxnSpPr>
              <a:cxnSpLocks/>
            </p:cNvCxnSpPr>
            <p:nvPr/>
          </p:nvCxnSpPr>
          <p:spPr>
            <a:xfrm flipH="1" flipV="1">
              <a:off x="7025267" y="2369973"/>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a:cxnSpLocks/>
            </p:cNvCxnSpPr>
            <p:nvPr/>
          </p:nvCxnSpPr>
          <p:spPr>
            <a:xfrm flipH="1" flipV="1">
              <a:off x="7025267" y="269898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a:cxnSpLocks/>
            </p:cNvCxnSpPr>
            <p:nvPr/>
          </p:nvCxnSpPr>
          <p:spPr>
            <a:xfrm>
              <a:off x="7025267" y="2369973"/>
              <a:ext cx="0" cy="987035"/>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cxnSpLocks/>
            </p:cNvCxnSpPr>
            <p:nvPr/>
          </p:nvCxnSpPr>
          <p:spPr>
            <a:xfrm flipH="1">
              <a:off x="6600060" y="2534479"/>
              <a:ext cx="425207"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a:cxnSpLocks/>
            </p:cNvCxnSpPr>
            <p:nvPr/>
          </p:nvCxnSpPr>
          <p:spPr>
            <a:xfrm flipH="1" flipV="1">
              <a:off x="7025267" y="302799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a:cxnSpLocks/>
            </p:cNvCxnSpPr>
            <p:nvPr/>
          </p:nvCxnSpPr>
          <p:spPr>
            <a:xfrm flipH="1" flipV="1">
              <a:off x="7025267" y="3357008"/>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95" name="圆角矩形 94">
              <a:extLst>
                <a:ext uri="{FF2B5EF4-FFF2-40B4-BE49-F238E27FC236}">
                  <a16:creationId xmlns:a16="http://schemas.microsoft.com/office/drawing/2014/main" id="{9E80BDCC-98AE-4B41-8A80-914FAF10DFF9}"/>
                </a:ext>
              </a:extLst>
            </p:cNvPr>
            <p:cNvSpPr/>
            <p:nvPr/>
          </p:nvSpPr>
          <p:spPr>
            <a:xfrm>
              <a:off x="7229363" y="2225973"/>
              <a:ext cx="2844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根本推动力量：科技革命和生产力发展</a:t>
              </a:r>
            </a:p>
          </p:txBody>
        </p:sp>
        <p:sp>
          <p:nvSpPr>
            <p:cNvPr id="96" name="圆角矩形 95">
              <a:extLst>
                <a:ext uri="{FF2B5EF4-FFF2-40B4-BE49-F238E27FC236}">
                  <a16:creationId xmlns:a16="http://schemas.microsoft.com/office/drawing/2014/main" id="{A5A34F18-5ED8-4D7A-90E9-D8C9C87E294F}"/>
                </a:ext>
              </a:extLst>
            </p:cNvPr>
            <p:cNvSpPr/>
            <p:nvPr/>
          </p:nvSpPr>
          <p:spPr>
            <a:xfrm>
              <a:off x="7229363" y="2554985"/>
              <a:ext cx="2844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重要力量：工人阶级的斗争</a:t>
              </a:r>
            </a:p>
          </p:txBody>
        </p:sp>
        <p:sp>
          <p:nvSpPr>
            <p:cNvPr id="97" name="圆角矩形 96">
              <a:extLst>
                <a:ext uri="{FF2B5EF4-FFF2-40B4-BE49-F238E27FC236}">
                  <a16:creationId xmlns:a16="http://schemas.microsoft.com/office/drawing/2014/main" id="{6A5BA866-4C73-4C44-A6B5-3DFBF7343B2D}"/>
                </a:ext>
              </a:extLst>
            </p:cNvPr>
            <p:cNvSpPr/>
            <p:nvPr/>
          </p:nvSpPr>
          <p:spPr>
            <a:xfrm>
              <a:off x="7229363" y="2883997"/>
              <a:ext cx="2844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重要影响：社会主义制度初显优越性</a:t>
              </a:r>
            </a:p>
          </p:txBody>
        </p:sp>
        <p:sp>
          <p:nvSpPr>
            <p:cNvPr id="98" name="圆角矩形 97">
              <a:extLst>
                <a:ext uri="{FF2B5EF4-FFF2-40B4-BE49-F238E27FC236}">
                  <a16:creationId xmlns:a16="http://schemas.microsoft.com/office/drawing/2014/main" id="{BC269D9D-BA9F-48FA-93D9-C7892203666C}"/>
                </a:ext>
              </a:extLst>
            </p:cNvPr>
            <p:cNvSpPr/>
            <p:nvPr/>
          </p:nvSpPr>
          <p:spPr>
            <a:xfrm>
              <a:off x="7229363" y="3213008"/>
              <a:ext cx="2844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重要作用：资本主义制度的改革</a:t>
              </a:r>
            </a:p>
          </p:txBody>
        </p:sp>
      </p:grpSp>
      <p:grpSp>
        <p:nvGrpSpPr>
          <p:cNvPr id="15" name="组合 14"/>
          <p:cNvGrpSpPr/>
          <p:nvPr/>
        </p:nvGrpSpPr>
        <p:grpSpPr>
          <a:xfrm>
            <a:off x="4628796" y="814644"/>
            <a:ext cx="1971259" cy="576000"/>
            <a:chOff x="4715590" y="2188737"/>
            <a:chExt cx="2921546" cy="432000"/>
          </a:xfrm>
        </p:grpSpPr>
        <p:sp>
          <p:nvSpPr>
            <p:cNvPr id="27" name="îṣľîďê"/>
            <p:cNvSpPr/>
            <p:nvPr/>
          </p:nvSpPr>
          <p:spPr>
            <a:xfrm>
              <a:off x="4715590" y="2188737"/>
              <a:ext cx="2921546"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lnSpc>
                  <a:spcPct val="12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第二次世界大战后</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endParaRPr>
            </a:p>
            <a:p>
              <a:pPr marL="72000">
                <a:lnSpc>
                  <a:spcPct val="12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资本主义的变化</a:t>
              </a:r>
            </a:p>
          </p:txBody>
        </p:sp>
        <p:cxnSp>
          <p:nvCxnSpPr>
            <p:cNvPr id="28" name="直接连接符 27"/>
            <p:cNvCxnSpPr>
              <a:cxnSpLocks/>
            </p:cNvCxnSpPr>
            <p:nvPr/>
          </p:nvCxnSpPr>
          <p:spPr>
            <a:xfrm>
              <a:off x="7637136" y="2296737"/>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03CE2E1C-0278-DF6F-24DB-1684CF7C90E7}"/>
              </a:ext>
            </a:extLst>
          </p:cNvPr>
          <p:cNvGrpSpPr/>
          <p:nvPr/>
        </p:nvGrpSpPr>
        <p:grpSpPr>
          <a:xfrm>
            <a:off x="4628796" y="2356507"/>
            <a:ext cx="1971259" cy="576000"/>
            <a:chOff x="4715590" y="2188737"/>
            <a:chExt cx="2921546" cy="432000"/>
          </a:xfrm>
        </p:grpSpPr>
        <p:sp>
          <p:nvSpPr>
            <p:cNvPr id="29" name="îṣľîďê">
              <a:extLst>
                <a:ext uri="{FF2B5EF4-FFF2-40B4-BE49-F238E27FC236}">
                  <a16:creationId xmlns:a16="http://schemas.microsoft.com/office/drawing/2014/main" id="{26211576-B773-DF46-CCCC-F546D6BC4187}"/>
                </a:ext>
              </a:extLst>
            </p:cNvPr>
            <p:cNvSpPr/>
            <p:nvPr/>
          </p:nvSpPr>
          <p:spPr>
            <a:xfrm>
              <a:off x="4715590" y="2188737"/>
              <a:ext cx="2921546"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72000">
                <a:lnSpc>
                  <a:spcPct val="12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第二次世界大战后</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endParaRPr>
            </a:p>
            <a:p>
              <a:pPr marL="72000">
                <a:lnSpc>
                  <a:spcPct val="12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资本主义变化的原因</a:t>
              </a:r>
            </a:p>
          </p:txBody>
        </p:sp>
        <p:cxnSp>
          <p:nvCxnSpPr>
            <p:cNvPr id="40" name="直接连接符 39">
              <a:extLst>
                <a:ext uri="{FF2B5EF4-FFF2-40B4-BE49-F238E27FC236}">
                  <a16:creationId xmlns:a16="http://schemas.microsoft.com/office/drawing/2014/main" id="{E8B8A29A-5362-C0C3-C2B7-05C508F18567}"/>
                </a:ext>
              </a:extLst>
            </p:cNvPr>
            <p:cNvCxnSpPr>
              <a:cxnSpLocks/>
            </p:cNvCxnSpPr>
            <p:nvPr/>
          </p:nvCxnSpPr>
          <p:spPr>
            <a:xfrm>
              <a:off x="7637136" y="2296737"/>
              <a:ext cx="0" cy="216000"/>
            </a:xfrm>
            <a:prstGeom prst="line">
              <a:avLst/>
            </a:prstGeom>
            <a:ln w="25400" cap="rnd">
              <a:solidFill>
                <a:srgbClr val="FE9946"/>
              </a:solidFill>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B3935F26-C16B-FA58-CC32-39D3D27483D4}"/>
              </a:ext>
            </a:extLst>
          </p:cNvPr>
          <p:cNvGrpSpPr/>
          <p:nvPr/>
        </p:nvGrpSpPr>
        <p:grpSpPr>
          <a:xfrm>
            <a:off x="10265729" y="3584223"/>
            <a:ext cx="1512000" cy="981311"/>
            <a:chOff x="10265729" y="3528866"/>
            <a:chExt cx="1512000" cy="981311"/>
          </a:xfrm>
        </p:grpSpPr>
        <p:sp>
          <p:nvSpPr>
            <p:cNvPr id="99" name="圆角矩形 98">
              <a:extLst>
                <a:ext uri="{FF2B5EF4-FFF2-40B4-BE49-F238E27FC236}">
                  <a16:creationId xmlns:a16="http://schemas.microsoft.com/office/drawing/2014/main" id="{4C23D0B1-800E-4B85-B0B3-B33DF2F393D0}"/>
                </a:ext>
              </a:extLst>
            </p:cNvPr>
            <p:cNvSpPr/>
            <p:nvPr/>
          </p:nvSpPr>
          <p:spPr>
            <a:xfrm>
              <a:off x="10265729" y="3528866"/>
              <a:ext cx="1512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经济发展失调</a:t>
              </a:r>
            </a:p>
          </p:txBody>
        </p:sp>
        <p:sp>
          <p:nvSpPr>
            <p:cNvPr id="100" name="圆角矩形 99">
              <a:extLst>
                <a:ext uri="{FF2B5EF4-FFF2-40B4-BE49-F238E27FC236}">
                  <a16:creationId xmlns:a16="http://schemas.microsoft.com/office/drawing/2014/main" id="{13482FB8-73BF-4ACD-8272-2B1F2F5007E6}"/>
                </a:ext>
              </a:extLst>
            </p:cNvPr>
            <p:cNvSpPr/>
            <p:nvPr/>
          </p:nvSpPr>
          <p:spPr>
            <a:xfrm>
              <a:off x="10265729" y="3875522"/>
              <a:ext cx="1512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政治体制失灵</a:t>
              </a:r>
            </a:p>
          </p:txBody>
        </p:sp>
        <p:sp>
          <p:nvSpPr>
            <p:cNvPr id="101" name="圆角矩形 100">
              <a:extLst>
                <a:ext uri="{FF2B5EF4-FFF2-40B4-BE49-F238E27FC236}">
                  <a16:creationId xmlns:a16="http://schemas.microsoft.com/office/drawing/2014/main" id="{F85CE352-8011-407D-AB72-56E04104927D}"/>
                </a:ext>
              </a:extLst>
            </p:cNvPr>
            <p:cNvSpPr/>
            <p:nvPr/>
          </p:nvSpPr>
          <p:spPr>
            <a:xfrm>
              <a:off x="10265729" y="4222177"/>
              <a:ext cx="1512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社会融合机制失效</a:t>
              </a:r>
            </a:p>
          </p:txBody>
        </p:sp>
      </p:grpSp>
      <p:grpSp>
        <p:nvGrpSpPr>
          <p:cNvPr id="53" name="组合 52">
            <a:extLst>
              <a:ext uri="{FF2B5EF4-FFF2-40B4-BE49-F238E27FC236}">
                <a16:creationId xmlns:a16="http://schemas.microsoft.com/office/drawing/2014/main" id="{90DFAFBD-9525-1253-0F30-7A3909410027}"/>
              </a:ext>
            </a:extLst>
          </p:cNvPr>
          <p:cNvGrpSpPr/>
          <p:nvPr/>
        </p:nvGrpSpPr>
        <p:grpSpPr>
          <a:xfrm>
            <a:off x="10265730" y="4676017"/>
            <a:ext cx="1512000" cy="739409"/>
            <a:chOff x="10265730" y="4620660"/>
            <a:chExt cx="1512000" cy="739409"/>
          </a:xfrm>
        </p:grpSpPr>
        <p:sp>
          <p:nvSpPr>
            <p:cNvPr id="102" name="圆角矩形 101">
              <a:extLst>
                <a:ext uri="{FF2B5EF4-FFF2-40B4-BE49-F238E27FC236}">
                  <a16:creationId xmlns:a16="http://schemas.microsoft.com/office/drawing/2014/main" id="{EA7764DD-14CA-4FDD-816E-3B0334A756C3}"/>
                </a:ext>
              </a:extLst>
            </p:cNvPr>
            <p:cNvSpPr/>
            <p:nvPr/>
          </p:nvSpPr>
          <p:spPr>
            <a:xfrm>
              <a:off x="10265730" y="4620660"/>
              <a:ext cx="1512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资本主义制度本身</a:t>
              </a:r>
            </a:p>
          </p:txBody>
        </p:sp>
        <p:sp>
          <p:nvSpPr>
            <p:cNvPr id="103" name="圆角矩形 102">
              <a:extLst>
                <a:ext uri="{FF2B5EF4-FFF2-40B4-BE49-F238E27FC236}">
                  <a16:creationId xmlns:a16="http://schemas.microsoft.com/office/drawing/2014/main" id="{3EF4F2F8-0E10-46C9-A032-9D3054CE83AB}"/>
                </a:ext>
              </a:extLst>
            </p:cNvPr>
            <p:cNvSpPr/>
            <p:nvPr/>
          </p:nvSpPr>
          <p:spPr>
            <a:xfrm>
              <a:off x="10265730" y="5072069"/>
              <a:ext cx="1512000" cy="288000"/>
            </a:xfrm>
            <a:prstGeom prst="roundRect">
              <a:avLst/>
            </a:prstGeom>
            <a:solidFill>
              <a:schemeClr val="bg1"/>
            </a:solidFill>
            <a:effectLst>
              <a:outerShdw blurRad="50800" dist="38100" dir="2700000" algn="tl" rotWithShape="0">
                <a:prstClr val="black">
                  <a:alpha val="15000"/>
                </a:prstClr>
              </a:outerShdw>
            </a:effectLst>
          </p:spPr>
          <p:txBody>
            <a:bodyPr vert="horz" wrap="square" anchor="ctr">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资本主义基本矛盾</a:t>
              </a:r>
            </a:p>
          </p:txBody>
        </p:sp>
      </p:grpSp>
    </p:spTree>
    <p:extLst>
      <p:ext uri="{BB962C8B-B14F-4D97-AF65-F5344CB8AC3E}">
        <p14:creationId xmlns:p14="http://schemas.microsoft.com/office/powerpoint/2010/main" val="404178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0"/>
            <a:chOff x="0" y="0"/>
            <a:chExt cx="12192000" cy="6858000"/>
          </a:xfrm>
        </p:grpSpPr>
        <p:sp>
          <p:nvSpPr>
            <p:cNvPr id="126" name="矩形 125"/>
            <p:cNvSpPr/>
            <p:nvPr/>
          </p:nvSpPr>
          <p:spPr bwMode="auto">
            <a:xfrm>
              <a:off x="0" y="0"/>
              <a:ext cx="12192000" cy="6858000"/>
            </a:xfrm>
            <a:prstGeom prst="rect">
              <a:avLst/>
            </a:prstGeom>
            <a:gradFill>
              <a:gsLst>
                <a:gs pos="0">
                  <a:srgbClr val="E17751"/>
                </a:gs>
                <a:gs pos="100000">
                  <a:srgbClr val="F4AD7D"/>
                </a:gs>
              </a:gsLst>
              <a:lin ang="16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7" name="任意多边形: 形状 115"/>
            <p:cNvSpPr>
              <a:spLocks noChangeAspect="1"/>
            </p:cNvSpPr>
            <p:nvPr/>
          </p:nvSpPr>
          <p:spPr bwMode="auto">
            <a:xfrm>
              <a:off x="754444" y="0"/>
              <a:ext cx="11437556" cy="6312353"/>
            </a:xfrm>
            <a:custGeom>
              <a:avLst/>
              <a:gdLst>
                <a:gd name="connsiteX0" fmla="*/ 0 w 11437556"/>
                <a:gd name="connsiteY0" fmla="*/ 0 h 6312353"/>
                <a:gd name="connsiteX1" fmla="*/ 11437556 w 11437556"/>
                <a:gd name="connsiteY1" fmla="*/ 0 h 6312353"/>
                <a:gd name="connsiteX2" fmla="*/ 11437556 w 11437556"/>
                <a:gd name="connsiteY2" fmla="*/ 5850316 h 6312353"/>
                <a:gd name="connsiteX3" fmla="*/ 11267872 w 11437556"/>
                <a:gd name="connsiteY3" fmla="*/ 5907731 h 6312353"/>
                <a:gd name="connsiteX4" fmla="*/ 8591547 w 11437556"/>
                <a:gd name="connsiteY4" fmla="*/ 6312353 h 6312353"/>
                <a:gd name="connsiteX5" fmla="*/ 137665 w 11437556"/>
                <a:gd name="connsiteY5" fmla="*/ 406855 h 631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37556" h="6312353">
                  <a:moveTo>
                    <a:pt x="0" y="0"/>
                  </a:moveTo>
                  <a:lnTo>
                    <a:pt x="11437556" y="0"/>
                  </a:lnTo>
                  <a:lnTo>
                    <a:pt x="11437556" y="5850316"/>
                  </a:lnTo>
                  <a:lnTo>
                    <a:pt x="11267872" y="5907731"/>
                  </a:lnTo>
                  <a:cubicBezTo>
                    <a:pt x="10422422" y="6170693"/>
                    <a:pt x="9523527" y="6312353"/>
                    <a:pt x="8591547" y="6312353"/>
                  </a:cubicBezTo>
                  <a:cubicBezTo>
                    <a:pt x="4708295" y="6312353"/>
                    <a:pt x="1399460" y="3852980"/>
                    <a:pt x="137665" y="406855"/>
                  </a:cubicBezTo>
                  <a:close/>
                </a:path>
              </a:pathLst>
            </a:custGeom>
            <a:gradFill>
              <a:gsLst>
                <a:gs pos="0">
                  <a:srgbClr val="E17751"/>
                </a:gs>
                <a:gs pos="100000">
                  <a:srgbClr val="FDD5A6">
                    <a:alpha val="50000"/>
                  </a:srgbClr>
                </a:gs>
              </a:gsLst>
              <a:lin ang="16800000" scaled="0"/>
            </a:gradFill>
            <a:ln>
              <a:noFill/>
            </a:ln>
            <a:effectLst>
              <a:innerShdw blurRad="254000" dist="127000" dir="8100000">
                <a:schemeClr val="accent2">
                  <a:lumMod val="75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8" name="矩形 127"/>
            <p:cNvSpPr/>
            <p:nvPr/>
          </p:nvSpPr>
          <p:spPr bwMode="auto">
            <a:xfrm>
              <a:off x="179400" y="180000"/>
              <a:ext cx="11833200" cy="6498000"/>
            </a:xfrm>
            <a:prstGeom prst="rect">
              <a:avLst/>
            </a:prstGeom>
            <a:solidFill>
              <a:srgbClr val="FDFBF9"/>
            </a:solidFill>
            <a:ln>
              <a:noFill/>
            </a:ln>
            <a:effectLst>
              <a:outerShdw blurRad="381000" sx="102000" sy="102000" algn="ctr" rotWithShape="0">
                <a:srgbClr val="E1775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grpSp>
      <p:cxnSp>
        <p:nvCxnSpPr>
          <p:cNvPr id="134" name="直接连接符 133"/>
          <p:cNvCxnSpPr>
            <a:cxnSpLocks/>
          </p:cNvCxnSpPr>
          <p:nvPr/>
        </p:nvCxnSpPr>
        <p:spPr>
          <a:xfrm>
            <a:off x="5462662" y="1400673"/>
            <a:ext cx="0" cy="692084"/>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4676181" y="1740868"/>
            <a:ext cx="786481"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flipH="1">
            <a:off x="5462662" y="5981274"/>
            <a:ext cx="896836"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a:off x="5462662" y="3137242"/>
            <a:ext cx="0" cy="284403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flipH="1">
            <a:off x="4630956" y="4568062"/>
            <a:ext cx="832096"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flipH="1" flipV="1">
            <a:off x="2411039" y="174086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flipH="1" flipV="1">
            <a:off x="2411039" y="4568062"/>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2411039" y="1739744"/>
            <a:ext cx="0" cy="282831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a:xfrm flipH="1" flipV="1">
            <a:off x="2015855" y="3153903"/>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95" name="组合 194"/>
          <p:cNvGrpSpPr/>
          <p:nvPr/>
        </p:nvGrpSpPr>
        <p:grpSpPr>
          <a:xfrm>
            <a:off x="2699039" y="1326868"/>
            <a:ext cx="2232000" cy="828000"/>
            <a:chOff x="2073419" y="858311"/>
            <a:chExt cx="2232000" cy="828000"/>
          </a:xfrm>
        </p:grpSpPr>
        <p:sp>
          <p:nvSpPr>
            <p:cNvPr id="205" name="iṣ1ïḑé"/>
            <p:cNvSpPr/>
            <p:nvPr/>
          </p:nvSpPr>
          <p:spPr>
            <a:xfrm>
              <a:off x="2073419" y="858311"/>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人类社会为什么会出现社会主义思想</a:t>
              </a:r>
            </a:p>
          </p:txBody>
        </p:sp>
        <p:cxnSp>
          <p:nvCxnSpPr>
            <p:cNvPr id="206" name="直接连接符 205"/>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98" name="组合 197"/>
          <p:cNvGrpSpPr/>
          <p:nvPr/>
        </p:nvGrpSpPr>
        <p:grpSpPr>
          <a:xfrm>
            <a:off x="2699039" y="4154062"/>
            <a:ext cx="2232000" cy="828000"/>
            <a:chOff x="2073419" y="910582"/>
            <a:chExt cx="2232000" cy="828000"/>
          </a:xfrm>
        </p:grpSpPr>
        <p:sp>
          <p:nvSpPr>
            <p:cNvPr id="199" name="iṣ1ïḑé"/>
            <p:cNvSpPr/>
            <p:nvPr/>
          </p:nvSpPr>
          <p:spPr>
            <a:xfrm>
              <a:off x="2073419" y="910582"/>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社会主义五百年经历了哪些历史阶段</a:t>
              </a:r>
            </a:p>
          </p:txBody>
        </p:sp>
        <p:cxnSp>
          <p:nvCxnSpPr>
            <p:cNvPr id="200" name="直接连接符 199"/>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207" name="iṧļiḑe"/>
          <p:cNvSpPr/>
          <p:nvPr/>
        </p:nvSpPr>
        <p:spPr>
          <a:xfrm>
            <a:off x="1367855" y="1202044"/>
            <a:ext cx="648000" cy="3960000"/>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eaVert" wrap="square" lIns="91440" tIns="45720" rIns="91440" bIns="45720" numCol="1" spcCol="0" rtlCol="0" fromWordArt="0" anchor="ctr" anchorCtr="0" forceAA="0" compatLnSpc="1">
            <a:normAutofit/>
          </a:bodyPr>
          <a:lstStyle/>
          <a:p>
            <a:pPr algn="ctr"/>
            <a:r>
              <a:rPr lang="zh-CN" altLang="en-US" sz="2000" b="1" spc="300" dirty="0">
                <a:solidFill>
                  <a:srgbClr val="E17751"/>
                </a:solidFill>
                <a:latin typeface="微软雅黑" panose="020B0503020204020204" pitchFamily="34" charset="-122"/>
                <a:ea typeface="微软雅黑" panose="020B0503020204020204" pitchFamily="34" charset="-122"/>
              </a:rPr>
              <a:t>社会主义五百年的历史进程</a:t>
            </a:r>
          </a:p>
        </p:txBody>
      </p:sp>
      <p:grpSp>
        <p:nvGrpSpPr>
          <p:cNvPr id="85" name="组合 84"/>
          <p:cNvGrpSpPr/>
          <p:nvPr/>
        </p:nvGrpSpPr>
        <p:grpSpPr>
          <a:xfrm>
            <a:off x="5307294" y="360000"/>
            <a:ext cx="2186579" cy="707886"/>
            <a:chOff x="1131850" y="3079821"/>
            <a:chExt cx="1475815" cy="707886"/>
          </a:xfrm>
        </p:grpSpPr>
        <p:sp>
          <p:nvSpPr>
            <p:cNvPr id="86" name="文本框 85"/>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第六章小结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1</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87" name="组合 86"/>
            <p:cNvGrpSpPr/>
            <p:nvPr/>
          </p:nvGrpSpPr>
          <p:grpSpPr>
            <a:xfrm>
              <a:off x="1131850" y="3158981"/>
              <a:ext cx="263338" cy="243183"/>
              <a:chOff x="1164218" y="3158981"/>
              <a:chExt cx="263338" cy="243183"/>
            </a:xfrm>
          </p:grpSpPr>
          <p:grpSp>
            <p:nvGrpSpPr>
              <p:cNvPr id="88" name="组合 87"/>
              <p:cNvGrpSpPr/>
              <p:nvPr/>
            </p:nvGrpSpPr>
            <p:grpSpPr>
              <a:xfrm>
                <a:off x="1164220" y="3158981"/>
                <a:ext cx="263336" cy="240802"/>
                <a:chOff x="1164220" y="3158981"/>
                <a:chExt cx="263336" cy="240802"/>
              </a:xfrm>
            </p:grpSpPr>
            <p:sp>
              <p:nvSpPr>
                <p:cNvPr id="90" name="平行四边形 89"/>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1" name="直角三角形 90"/>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2" name="平行四边形 91"/>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89" name="直角三角形 88"/>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cxnSp>
        <p:nvCxnSpPr>
          <p:cNvPr id="208" name="直接连接符 207"/>
          <p:cNvCxnSpPr/>
          <p:nvPr/>
        </p:nvCxnSpPr>
        <p:spPr>
          <a:xfrm flipH="1">
            <a:off x="5462662" y="5252236"/>
            <a:ext cx="896836"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flipH="1">
            <a:off x="5462662" y="4666255"/>
            <a:ext cx="896836"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flipH="1">
            <a:off x="5462662" y="4156584"/>
            <a:ext cx="896836"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flipH="1">
            <a:off x="5462662" y="3646913"/>
            <a:ext cx="896836"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flipH="1">
            <a:off x="5462662" y="3137242"/>
            <a:ext cx="896836"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a:cxnSpLocks/>
          </p:cNvCxnSpPr>
          <p:nvPr/>
        </p:nvCxnSpPr>
        <p:spPr>
          <a:xfrm flipH="1">
            <a:off x="5462662" y="2092757"/>
            <a:ext cx="896836"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a:cxnSpLocks/>
          </p:cNvCxnSpPr>
          <p:nvPr/>
        </p:nvCxnSpPr>
        <p:spPr>
          <a:xfrm flipH="1">
            <a:off x="5462662" y="1400673"/>
            <a:ext cx="896836"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6333372" y="4450255"/>
            <a:ext cx="3733369" cy="432000"/>
            <a:chOff x="5454300" y="4835126"/>
            <a:chExt cx="3733369" cy="432000"/>
          </a:xfrm>
        </p:grpSpPr>
        <p:sp>
          <p:nvSpPr>
            <p:cNvPr id="186" name="îṣľîďê"/>
            <p:cNvSpPr/>
            <p:nvPr/>
          </p:nvSpPr>
          <p:spPr>
            <a:xfrm>
              <a:off x="5454300" y="4835126"/>
              <a:ext cx="3733369"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苏联社会主义制度建立和苏联模式的兴衰</a:t>
              </a:r>
            </a:p>
          </p:txBody>
        </p:sp>
        <p:cxnSp>
          <p:nvCxnSpPr>
            <p:cNvPr id="187" name="直接连接符 186"/>
            <p:cNvCxnSpPr/>
            <p:nvPr/>
          </p:nvCxnSpPr>
          <p:spPr>
            <a:xfrm>
              <a:off x="9177014" y="4943126"/>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6333372" y="4959926"/>
            <a:ext cx="3733369" cy="629119"/>
            <a:chOff x="5454300" y="5359231"/>
            <a:chExt cx="3733369" cy="629119"/>
          </a:xfrm>
        </p:grpSpPr>
        <p:sp>
          <p:nvSpPr>
            <p:cNvPr id="184" name="iṩ1ïḓé"/>
            <p:cNvSpPr/>
            <p:nvPr/>
          </p:nvSpPr>
          <p:spPr>
            <a:xfrm>
              <a:off x="5454300" y="5359231"/>
              <a:ext cx="3733369" cy="629119"/>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lnSpc>
                  <a:spcPct val="13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新中国成立后中国共产党对社会主义的探索和实践</a:t>
              </a:r>
            </a:p>
          </p:txBody>
        </p:sp>
        <p:cxnSp>
          <p:nvCxnSpPr>
            <p:cNvPr id="185" name="直接连接符 184"/>
            <p:cNvCxnSpPr/>
            <p:nvPr/>
          </p:nvCxnSpPr>
          <p:spPr>
            <a:xfrm>
              <a:off x="9177014" y="5485612"/>
              <a:ext cx="0" cy="376356"/>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6333372" y="3430913"/>
            <a:ext cx="3733385" cy="432000"/>
            <a:chOff x="5454301" y="3824175"/>
            <a:chExt cx="3733385" cy="432000"/>
          </a:xfrm>
        </p:grpSpPr>
        <p:sp>
          <p:nvSpPr>
            <p:cNvPr id="108" name="iṩ1ïḓé"/>
            <p:cNvSpPr/>
            <p:nvPr/>
          </p:nvSpPr>
          <p:spPr>
            <a:xfrm>
              <a:off x="5454301" y="3824175"/>
              <a:ext cx="3733385"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马克思和恩格斯创立科学社会主义理论体系</a:t>
              </a:r>
            </a:p>
          </p:txBody>
        </p:sp>
        <p:cxnSp>
          <p:nvCxnSpPr>
            <p:cNvPr id="109" name="直接连接符 108"/>
            <p:cNvCxnSpPr/>
            <p:nvPr/>
          </p:nvCxnSpPr>
          <p:spPr>
            <a:xfrm>
              <a:off x="9177014" y="3932175"/>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6333372" y="3940584"/>
            <a:ext cx="3733369" cy="432000"/>
            <a:chOff x="5454300" y="4348281"/>
            <a:chExt cx="3733369" cy="432000"/>
          </a:xfrm>
        </p:grpSpPr>
        <p:sp>
          <p:nvSpPr>
            <p:cNvPr id="106" name="iṣḷîḓê"/>
            <p:cNvSpPr/>
            <p:nvPr/>
          </p:nvSpPr>
          <p:spPr>
            <a:xfrm>
              <a:off x="5454300" y="4348281"/>
              <a:ext cx="3733369"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列宁领导十月社会主义革命胜利并实践社会主义</a:t>
              </a:r>
            </a:p>
          </p:txBody>
        </p:sp>
        <p:cxnSp>
          <p:nvCxnSpPr>
            <p:cNvPr id="107" name="直接连接符 106"/>
            <p:cNvCxnSpPr/>
            <p:nvPr/>
          </p:nvCxnSpPr>
          <p:spPr>
            <a:xfrm>
              <a:off x="9177014" y="4456281"/>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6333372" y="5666715"/>
            <a:ext cx="3733369" cy="629119"/>
            <a:chOff x="5443645" y="6045542"/>
            <a:chExt cx="3733369" cy="629119"/>
          </a:xfrm>
        </p:grpSpPr>
        <p:sp>
          <p:nvSpPr>
            <p:cNvPr id="113" name="iṩ1ïḓé"/>
            <p:cNvSpPr/>
            <p:nvPr/>
          </p:nvSpPr>
          <p:spPr>
            <a:xfrm>
              <a:off x="5443645" y="6045542"/>
              <a:ext cx="3733369" cy="629119"/>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lnSpc>
                  <a:spcPct val="13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中国共产党作出改革开放的历史性抉择，开创和发展中国特色社会主义</a:t>
              </a:r>
            </a:p>
          </p:txBody>
        </p:sp>
        <p:cxnSp>
          <p:nvCxnSpPr>
            <p:cNvPr id="114" name="直接连接符 113"/>
            <p:cNvCxnSpPr/>
            <p:nvPr/>
          </p:nvCxnSpPr>
          <p:spPr>
            <a:xfrm>
              <a:off x="9166359" y="6171923"/>
              <a:ext cx="0" cy="376356"/>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6333372" y="2921242"/>
            <a:ext cx="3733369" cy="432000"/>
            <a:chOff x="5454300" y="3300069"/>
            <a:chExt cx="3733369" cy="432000"/>
          </a:xfrm>
        </p:grpSpPr>
        <p:sp>
          <p:nvSpPr>
            <p:cNvPr id="110" name="îṣľîďê"/>
            <p:cNvSpPr/>
            <p:nvPr/>
          </p:nvSpPr>
          <p:spPr>
            <a:xfrm>
              <a:off x="5454300" y="3300069"/>
              <a:ext cx="3733369"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空想社会主义的产生和发展</a:t>
              </a:r>
            </a:p>
          </p:txBody>
        </p:sp>
        <p:cxnSp>
          <p:nvCxnSpPr>
            <p:cNvPr id="111" name="直接连接符 110"/>
            <p:cNvCxnSpPr/>
            <p:nvPr/>
          </p:nvCxnSpPr>
          <p:spPr>
            <a:xfrm>
              <a:off x="9177014" y="3408069"/>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a:off x="6333373" y="1171671"/>
            <a:ext cx="1617448" cy="502087"/>
            <a:chOff x="5454300" y="1144591"/>
            <a:chExt cx="3733369" cy="432000"/>
          </a:xfrm>
        </p:grpSpPr>
        <p:sp>
          <p:nvSpPr>
            <p:cNvPr id="62" name="îṣľîďê"/>
            <p:cNvSpPr/>
            <p:nvPr/>
          </p:nvSpPr>
          <p:spPr>
            <a:xfrm>
              <a:off x="5454300" y="1144591"/>
              <a:ext cx="3733369"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孔子的大同社会</a:t>
              </a:r>
            </a:p>
          </p:txBody>
        </p:sp>
        <p:cxnSp>
          <p:nvCxnSpPr>
            <p:cNvPr id="63" name="直接连接符 62"/>
            <p:cNvCxnSpPr/>
            <p:nvPr/>
          </p:nvCxnSpPr>
          <p:spPr>
            <a:xfrm>
              <a:off x="9177014" y="1252591"/>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64" name="组合 63"/>
          <p:cNvGrpSpPr/>
          <p:nvPr/>
        </p:nvGrpSpPr>
        <p:grpSpPr>
          <a:xfrm>
            <a:off x="6333373" y="1863755"/>
            <a:ext cx="1612832" cy="511839"/>
            <a:chOff x="5454300" y="2307850"/>
            <a:chExt cx="3733369" cy="432000"/>
          </a:xfrm>
        </p:grpSpPr>
        <p:sp>
          <p:nvSpPr>
            <p:cNvPr id="65" name="iṩ1ïḓé"/>
            <p:cNvSpPr/>
            <p:nvPr/>
          </p:nvSpPr>
          <p:spPr>
            <a:xfrm>
              <a:off x="5454300" y="2307850"/>
              <a:ext cx="3733369"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柏拉图的理想国</a:t>
              </a:r>
            </a:p>
          </p:txBody>
        </p:sp>
        <p:cxnSp>
          <p:nvCxnSpPr>
            <p:cNvPr id="66" name="直接连接符 65"/>
            <p:cNvCxnSpPr/>
            <p:nvPr/>
          </p:nvCxnSpPr>
          <p:spPr>
            <a:xfrm>
              <a:off x="9177014" y="2415850"/>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0"/>
            <a:chOff x="0" y="0"/>
            <a:chExt cx="12192000" cy="6858000"/>
          </a:xfrm>
        </p:grpSpPr>
        <p:sp>
          <p:nvSpPr>
            <p:cNvPr id="126" name="矩形 125"/>
            <p:cNvSpPr/>
            <p:nvPr/>
          </p:nvSpPr>
          <p:spPr bwMode="auto">
            <a:xfrm>
              <a:off x="0" y="0"/>
              <a:ext cx="12192000" cy="6858000"/>
            </a:xfrm>
            <a:prstGeom prst="rect">
              <a:avLst/>
            </a:prstGeom>
            <a:gradFill>
              <a:gsLst>
                <a:gs pos="0">
                  <a:srgbClr val="E17751"/>
                </a:gs>
                <a:gs pos="100000">
                  <a:srgbClr val="F4AD7D"/>
                </a:gs>
              </a:gsLst>
              <a:lin ang="16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7" name="任意多边形: 形状 115"/>
            <p:cNvSpPr>
              <a:spLocks noChangeAspect="1"/>
            </p:cNvSpPr>
            <p:nvPr/>
          </p:nvSpPr>
          <p:spPr bwMode="auto">
            <a:xfrm>
              <a:off x="754444" y="0"/>
              <a:ext cx="11437556" cy="6312353"/>
            </a:xfrm>
            <a:custGeom>
              <a:avLst/>
              <a:gdLst>
                <a:gd name="connsiteX0" fmla="*/ 0 w 11437556"/>
                <a:gd name="connsiteY0" fmla="*/ 0 h 6312353"/>
                <a:gd name="connsiteX1" fmla="*/ 11437556 w 11437556"/>
                <a:gd name="connsiteY1" fmla="*/ 0 h 6312353"/>
                <a:gd name="connsiteX2" fmla="*/ 11437556 w 11437556"/>
                <a:gd name="connsiteY2" fmla="*/ 5850316 h 6312353"/>
                <a:gd name="connsiteX3" fmla="*/ 11267872 w 11437556"/>
                <a:gd name="connsiteY3" fmla="*/ 5907731 h 6312353"/>
                <a:gd name="connsiteX4" fmla="*/ 8591547 w 11437556"/>
                <a:gd name="connsiteY4" fmla="*/ 6312353 h 6312353"/>
                <a:gd name="connsiteX5" fmla="*/ 137665 w 11437556"/>
                <a:gd name="connsiteY5" fmla="*/ 406855 h 631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37556" h="6312353">
                  <a:moveTo>
                    <a:pt x="0" y="0"/>
                  </a:moveTo>
                  <a:lnTo>
                    <a:pt x="11437556" y="0"/>
                  </a:lnTo>
                  <a:lnTo>
                    <a:pt x="11437556" y="5850316"/>
                  </a:lnTo>
                  <a:lnTo>
                    <a:pt x="11267872" y="5907731"/>
                  </a:lnTo>
                  <a:cubicBezTo>
                    <a:pt x="10422422" y="6170693"/>
                    <a:pt x="9523527" y="6312353"/>
                    <a:pt x="8591547" y="6312353"/>
                  </a:cubicBezTo>
                  <a:cubicBezTo>
                    <a:pt x="4708295" y="6312353"/>
                    <a:pt x="1399460" y="3852980"/>
                    <a:pt x="137665" y="406855"/>
                  </a:cubicBezTo>
                  <a:close/>
                </a:path>
              </a:pathLst>
            </a:custGeom>
            <a:gradFill>
              <a:gsLst>
                <a:gs pos="0">
                  <a:srgbClr val="E17751"/>
                </a:gs>
                <a:gs pos="100000">
                  <a:srgbClr val="FDD5A6">
                    <a:alpha val="50000"/>
                  </a:srgbClr>
                </a:gs>
              </a:gsLst>
              <a:lin ang="16800000" scaled="0"/>
            </a:gradFill>
            <a:ln>
              <a:noFill/>
            </a:ln>
            <a:effectLst>
              <a:innerShdw blurRad="254000" dist="127000" dir="8100000">
                <a:schemeClr val="accent2">
                  <a:lumMod val="75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8" name="矩形 127"/>
            <p:cNvSpPr/>
            <p:nvPr/>
          </p:nvSpPr>
          <p:spPr bwMode="auto">
            <a:xfrm>
              <a:off x="179400" y="180000"/>
              <a:ext cx="11833200" cy="6498000"/>
            </a:xfrm>
            <a:prstGeom prst="rect">
              <a:avLst/>
            </a:prstGeom>
            <a:solidFill>
              <a:srgbClr val="FDFBF9"/>
            </a:solidFill>
            <a:ln>
              <a:noFill/>
            </a:ln>
            <a:effectLst>
              <a:outerShdw blurRad="381000" sx="102000" sy="102000" algn="ctr" rotWithShape="0">
                <a:srgbClr val="E1775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grpSp>
      <p:cxnSp>
        <p:nvCxnSpPr>
          <p:cNvPr id="189" name="直接连接符 188"/>
          <p:cNvCxnSpPr/>
          <p:nvPr/>
        </p:nvCxnSpPr>
        <p:spPr>
          <a:xfrm flipH="1" flipV="1">
            <a:off x="2135268" y="1409761"/>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flipH="1" flipV="1">
            <a:off x="2135268" y="3314584"/>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flipH="1" flipV="1">
            <a:off x="2135268" y="5425319"/>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2135268" y="1408032"/>
            <a:ext cx="0" cy="4016925"/>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a:xfrm flipH="1" flipV="1">
            <a:off x="1740084" y="3455911"/>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07" name="iṧļiḑe"/>
          <p:cNvSpPr/>
          <p:nvPr/>
        </p:nvSpPr>
        <p:spPr>
          <a:xfrm>
            <a:off x="1092084" y="1092962"/>
            <a:ext cx="648000" cy="4725899"/>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eaVert" wrap="square" lIns="91440" tIns="45720" rIns="91440" bIns="45720" numCol="1" spcCol="0" rtlCol="0" fromWordArt="0" anchor="ctr" anchorCtr="0" forceAA="0" compatLnSpc="1">
            <a:normAutofit/>
          </a:bodyPr>
          <a:lstStyle/>
          <a:p>
            <a:pPr algn="ctr"/>
            <a:r>
              <a:rPr lang="zh-CN" altLang="en-US" sz="2000" b="1" spc="300" dirty="0">
                <a:solidFill>
                  <a:srgbClr val="E17751"/>
                </a:solidFill>
                <a:latin typeface="微软雅黑" panose="020B0503020204020204" pitchFamily="34" charset="-122"/>
                <a:ea typeface="微软雅黑" panose="020B0503020204020204" pitchFamily="34" charset="-122"/>
              </a:rPr>
              <a:t>认识和把握科学社会主义基本原则</a:t>
            </a:r>
          </a:p>
        </p:txBody>
      </p:sp>
      <p:grpSp>
        <p:nvGrpSpPr>
          <p:cNvPr id="85" name="组合 84"/>
          <p:cNvGrpSpPr/>
          <p:nvPr/>
        </p:nvGrpSpPr>
        <p:grpSpPr>
          <a:xfrm>
            <a:off x="5307294" y="360000"/>
            <a:ext cx="2859777" cy="400110"/>
            <a:chOff x="1131850" y="3079821"/>
            <a:chExt cx="1475815" cy="400110"/>
          </a:xfrm>
        </p:grpSpPr>
        <p:sp>
          <p:nvSpPr>
            <p:cNvPr id="86" name="文本框 85"/>
            <p:cNvSpPr txBox="1"/>
            <p:nvPr/>
          </p:nvSpPr>
          <p:spPr>
            <a:xfrm>
              <a:off x="1383665" y="3079821"/>
              <a:ext cx="1224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第六章小结</a:t>
              </a:r>
              <a:r>
                <a:rPr kumimoji="1" lang="en-US" altLang="zh-CN" sz="2000" b="1" i="0" u="none" strike="noStrike" kern="1200" cap="none" spc="0" normalizeH="0" baseline="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2</a:t>
              </a:r>
              <a:endParaRPr kumimoji="1" lang="zh-CN" altLang="en-US" sz="2000" b="1" i="0" u="none" strike="noStrike" kern="1200" cap="none" spc="0" normalizeH="0" baseline="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87" name="组合 86"/>
            <p:cNvGrpSpPr/>
            <p:nvPr/>
          </p:nvGrpSpPr>
          <p:grpSpPr>
            <a:xfrm>
              <a:off x="1131850" y="3158981"/>
              <a:ext cx="263338" cy="243183"/>
              <a:chOff x="1164218" y="3158981"/>
              <a:chExt cx="263338" cy="243183"/>
            </a:xfrm>
          </p:grpSpPr>
          <p:grpSp>
            <p:nvGrpSpPr>
              <p:cNvPr id="88" name="组合 87"/>
              <p:cNvGrpSpPr/>
              <p:nvPr/>
            </p:nvGrpSpPr>
            <p:grpSpPr>
              <a:xfrm>
                <a:off x="1164220" y="3158981"/>
                <a:ext cx="263336" cy="240802"/>
                <a:chOff x="1164220" y="3158981"/>
                <a:chExt cx="263336" cy="240802"/>
              </a:xfrm>
            </p:grpSpPr>
            <p:sp>
              <p:nvSpPr>
                <p:cNvPr id="90" name="平行四边形 89"/>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a:ln>
                      <a:noFill/>
                    </a:ln>
                    <a:solidFill>
                      <a:prstClr val="white"/>
                    </a:solidFill>
                    <a:effectLst/>
                    <a:uLnTx/>
                    <a:uFillTx/>
                    <a:latin typeface="等线" panose="02010600030101010101" charset="-122"/>
                    <a:ea typeface="等线" panose="02010600030101010101" charset="-122"/>
                    <a:cs typeface="+mn-cs"/>
                  </a:endParaRPr>
                </a:p>
              </p:txBody>
            </p:sp>
            <p:sp>
              <p:nvSpPr>
                <p:cNvPr id="91" name="直角三角形 90"/>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a:ln>
                      <a:noFill/>
                    </a:ln>
                    <a:solidFill>
                      <a:prstClr val="white"/>
                    </a:solidFill>
                    <a:effectLst/>
                    <a:uLnTx/>
                    <a:uFillTx/>
                    <a:latin typeface="等线" panose="02010600030101010101" charset="-122"/>
                    <a:ea typeface="等线" panose="02010600030101010101" charset="-122"/>
                    <a:cs typeface="+mn-cs"/>
                  </a:endParaRPr>
                </a:p>
              </p:txBody>
            </p:sp>
            <p:sp>
              <p:nvSpPr>
                <p:cNvPr id="92" name="平行四边形 91"/>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a:ln>
                      <a:noFill/>
                    </a:ln>
                    <a:solidFill>
                      <a:prstClr val="white"/>
                    </a:solidFill>
                    <a:effectLst/>
                    <a:uLnTx/>
                    <a:uFillTx/>
                    <a:latin typeface="等线" panose="02010600030101010101" charset="-122"/>
                    <a:ea typeface="等线" panose="02010600030101010101" charset="-122"/>
                    <a:cs typeface="+mn-cs"/>
                  </a:endParaRPr>
                </a:p>
              </p:txBody>
            </p:sp>
          </p:grpSp>
          <p:sp>
            <p:nvSpPr>
              <p:cNvPr id="89" name="直角三角形 88"/>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a:ln>
                    <a:noFill/>
                  </a:ln>
                  <a:solidFill>
                    <a:prstClr val="white"/>
                  </a:solidFill>
                  <a:effectLst/>
                  <a:uLnTx/>
                  <a:uFillTx/>
                  <a:latin typeface="等线" panose="02010600030101010101" charset="-122"/>
                  <a:ea typeface="等线" panose="02010600030101010101" charset="-122"/>
                  <a:cs typeface="+mn-cs"/>
                </a:endParaRPr>
              </a:p>
            </p:txBody>
          </p:sp>
        </p:grpSp>
      </p:grpSp>
      <p:cxnSp>
        <p:nvCxnSpPr>
          <p:cNvPr id="105" name="直接连接符 104"/>
          <p:cNvCxnSpPr/>
          <p:nvPr/>
        </p:nvCxnSpPr>
        <p:spPr>
          <a:xfrm>
            <a:off x="5177518" y="2445254"/>
            <a:ext cx="0" cy="1731055"/>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5199164" y="4933559"/>
            <a:ext cx="0" cy="119253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flipV="1">
            <a:off x="4367886" y="5424957"/>
            <a:ext cx="1086414" cy="724"/>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13" name="组合 112"/>
          <p:cNvGrpSpPr/>
          <p:nvPr/>
        </p:nvGrpSpPr>
        <p:grpSpPr>
          <a:xfrm>
            <a:off x="5454300" y="4717559"/>
            <a:ext cx="4657423" cy="432000"/>
            <a:chOff x="4715589" y="4744092"/>
            <a:chExt cx="4657423" cy="432000"/>
          </a:xfrm>
        </p:grpSpPr>
        <p:sp>
          <p:nvSpPr>
            <p:cNvPr id="120" name="îṣľîďê"/>
            <p:cNvSpPr/>
            <p:nvPr/>
          </p:nvSpPr>
          <p:spPr>
            <a:xfrm>
              <a:off x="4715589" y="4744092"/>
              <a:ext cx="4657423"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 中国特色社会主义始终坚持科学社会主义基本原则</a:t>
              </a:r>
            </a:p>
          </p:txBody>
        </p:sp>
        <p:cxnSp>
          <p:nvCxnSpPr>
            <p:cNvPr id="121" name="直接连接符 120"/>
            <p:cNvCxnSpPr/>
            <p:nvPr/>
          </p:nvCxnSpPr>
          <p:spPr>
            <a:xfrm>
              <a:off x="9351565" y="4852092"/>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114" name="组合 113"/>
          <p:cNvGrpSpPr/>
          <p:nvPr/>
        </p:nvGrpSpPr>
        <p:grpSpPr>
          <a:xfrm>
            <a:off x="5454300" y="5209319"/>
            <a:ext cx="4657422" cy="432000"/>
            <a:chOff x="4715590" y="5268198"/>
            <a:chExt cx="4657422" cy="432000"/>
          </a:xfrm>
        </p:grpSpPr>
        <p:sp>
          <p:nvSpPr>
            <p:cNvPr id="118" name="iṩ1ïḓé"/>
            <p:cNvSpPr/>
            <p:nvPr/>
          </p:nvSpPr>
          <p:spPr>
            <a:xfrm>
              <a:off x="4715590" y="5268198"/>
              <a:ext cx="4657422"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中国特色社会主义实现了“两个有机结合”</a:t>
              </a:r>
            </a:p>
          </p:txBody>
        </p:sp>
        <p:cxnSp>
          <p:nvCxnSpPr>
            <p:cNvPr id="119" name="直接连接符 118"/>
            <p:cNvCxnSpPr/>
            <p:nvPr/>
          </p:nvCxnSpPr>
          <p:spPr>
            <a:xfrm>
              <a:off x="9351565" y="5376198"/>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5199164" y="5708620"/>
            <a:ext cx="5887932" cy="834939"/>
            <a:chOff x="5199164" y="5883337"/>
            <a:chExt cx="5887932" cy="834939"/>
          </a:xfrm>
        </p:grpSpPr>
        <p:cxnSp>
          <p:nvCxnSpPr>
            <p:cNvPr id="109" name="直接连接符 108"/>
            <p:cNvCxnSpPr/>
            <p:nvPr/>
          </p:nvCxnSpPr>
          <p:spPr>
            <a:xfrm flipH="1" flipV="1">
              <a:off x="5199164" y="630080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6" name="iṣḷîḓê"/>
            <p:cNvSpPr/>
            <p:nvPr/>
          </p:nvSpPr>
          <p:spPr>
            <a:xfrm>
              <a:off x="5454301" y="5883337"/>
              <a:ext cx="5632795" cy="834939"/>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nSpc>
                  <a:spcPct val="13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中国特色社会主义既坚持了科学社会主义基本原则，又具有鲜明的民族特色和时代特色</a:t>
              </a:r>
            </a:p>
          </p:txBody>
        </p:sp>
        <p:cxnSp>
          <p:nvCxnSpPr>
            <p:cNvPr id="117" name="直接连接符 116"/>
            <p:cNvCxnSpPr/>
            <p:nvPr/>
          </p:nvCxnSpPr>
          <p:spPr>
            <a:xfrm>
              <a:off x="11074522" y="6078160"/>
              <a:ext cx="0" cy="445293"/>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122" name="组合 121"/>
          <p:cNvGrpSpPr/>
          <p:nvPr/>
        </p:nvGrpSpPr>
        <p:grpSpPr>
          <a:xfrm>
            <a:off x="5454300" y="923972"/>
            <a:ext cx="4644623" cy="432000"/>
            <a:chOff x="4715589" y="2188737"/>
            <a:chExt cx="4644623" cy="432000"/>
          </a:xfrm>
        </p:grpSpPr>
        <p:sp>
          <p:nvSpPr>
            <p:cNvPr id="123" name="îṣľîďê"/>
            <p:cNvSpPr/>
            <p:nvPr/>
          </p:nvSpPr>
          <p:spPr>
            <a:xfrm>
              <a:off x="4715589" y="2188737"/>
              <a:ext cx="4644623"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科学社会主义基本原则的内涵</a:t>
              </a:r>
            </a:p>
          </p:txBody>
        </p:sp>
        <p:cxnSp>
          <p:nvCxnSpPr>
            <p:cNvPr id="124" name="直接连接符 123"/>
            <p:cNvCxnSpPr/>
            <p:nvPr/>
          </p:nvCxnSpPr>
          <p:spPr>
            <a:xfrm>
              <a:off x="9342040" y="229673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213" name="直接连接符 212"/>
          <p:cNvCxnSpPr/>
          <p:nvPr/>
        </p:nvCxnSpPr>
        <p:spPr>
          <a:xfrm flipH="1" flipV="1">
            <a:off x="5177518" y="1139972"/>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flipH="1" flipV="1">
            <a:off x="5177518" y="1664078"/>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a:off x="5177518" y="1147804"/>
            <a:ext cx="0" cy="516274"/>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5177518" y="3769043"/>
            <a:ext cx="5909582" cy="834940"/>
            <a:chOff x="5177518" y="4088353"/>
            <a:chExt cx="5909582" cy="834940"/>
          </a:xfrm>
        </p:grpSpPr>
        <p:cxnSp>
          <p:nvCxnSpPr>
            <p:cNvPr id="104" name="直接连接符 103"/>
            <p:cNvCxnSpPr/>
            <p:nvPr/>
          </p:nvCxnSpPr>
          <p:spPr>
            <a:xfrm flipH="1" flipV="1">
              <a:off x="5177518" y="4505823"/>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flipV="1">
              <a:off x="5199164" y="4505823"/>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18" name="îṣľîďê"/>
            <p:cNvSpPr/>
            <p:nvPr/>
          </p:nvSpPr>
          <p:spPr>
            <a:xfrm>
              <a:off x="5454301" y="4088353"/>
              <a:ext cx="5632799" cy="83494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nSpc>
                  <a:spcPct val="13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紧跟时代和实践的发展，在不断总结新鲜经验中进一步丰富和发展科学社会主义基本原则</a:t>
              </a:r>
            </a:p>
          </p:txBody>
        </p:sp>
        <p:cxnSp>
          <p:nvCxnSpPr>
            <p:cNvPr id="219" name="直接连接符 218"/>
            <p:cNvCxnSpPr/>
            <p:nvPr/>
          </p:nvCxnSpPr>
          <p:spPr>
            <a:xfrm>
              <a:off x="11074396" y="4283177"/>
              <a:ext cx="0" cy="445293"/>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5177518" y="2898413"/>
            <a:ext cx="5909582" cy="834940"/>
            <a:chOff x="5177518" y="3158406"/>
            <a:chExt cx="5909582" cy="834940"/>
          </a:xfrm>
        </p:grpSpPr>
        <p:cxnSp>
          <p:nvCxnSpPr>
            <p:cNvPr id="103" name="直接连接符 102"/>
            <p:cNvCxnSpPr/>
            <p:nvPr/>
          </p:nvCxnSpPr>
          <p:spPr>
            <a:xfrm flipH="1" flipV="1">
              <a:off x="5177518" y="357587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17" name="îṣľîďê"/>
            <p:cNvSpPr/>
            <p:nvPr/>
          </p:nvSpPr>
          <p:spPr>
            <a:xfrm>
              <a:off x="5454301" y="3158406"/>
              <a:ext cx="5632799" cy="83494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nSpc>
                  <a:spcPct val="13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要善于把科学社会主义基本原则与本国实际相结合，创造性地回答和解决社会主义革命、建设、改革中的重大问题</a:t>
              </a:r>
            </a:p>
          </p:txBody>
        </p:sp>
        <p:cxnSp>
          <p:nvCxnSpPr>
            <p:cNvPr id="220" name="直接连接符 219"/>
            <p:cNvCxnSpPr/>
            <p:nvPr/>
          </p:nvCxnSpPr>
          <p:spPr>
            <a:xfrm>
              <a:off x="11068168" y="3353230"/>
              <a:ext cx="0" cy="445293"/>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5177518" y="2027784"/>
            <a:ext cx="5909582" cy="834940"/>
            <a:chOff x="5177518" y="2230982"/>
            <a:chExt cx="5909582" cy="834940"/>
          </a:xfrm>
        </p:grpSpPr>
        <p:sp>
          <p:nvSpPr>
            <p:cNvPr id="94" name="îṣľîďê"/>
            <p:cNvSpPr/>
            <p:nvPr/>
          </p:nvSpPr>
          <p:spPr>
            <a:xfrm>
              <a:off x="5454301" y="2230982"/>
              <a:ext cx="5632799" cy="83494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nSpc>
                  <a:spcPct val="13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必须始终坚持科学社会主义基本原则，反对任何背离科学社会主义基本原则的错误倾向</a:t>
              </a:r>
            </a:p>
          </p:txBody>
        </p:sp>
        <p:cxnSp>
          <p:nvCxnSpPr>
            <p:cNvPr id="102" name="直接连接符 101"/>
            <p:cNvCxnSpPr/>
            <p:nvPr/>
          </p:nvCxnSpPr>
          <p:spPr>
            <a:xfrm flipH="1" flipV="1">
              <a:off x="5177518" y="2648452"/>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a:off x="11074640" y="2425806"/>
              <a:ext cx="0" cy="445293"/>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cxnSp>
        <p:nvCxnSpPr>
          <p:cNvPr id="222" name="直接连接符 221"/>
          <p:cNvCxnSpPr/>
          <p:nvPr/>
        </p:nvCxnSpPr>
        <p:spPr>
          <a:xfrm flipH="1">
            <a:off x="4686300" y="3315883"/>
            <a:ext cx="491218"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96" name="组合 195"/>
          <p:cNvGrpSpPr/>
          <p:nvPr/>
        </p:nvGrpSpPr>
        <p:grpSpPr>
          <a:xfrm>
            <a:off x="2423267" y="2903788"/>
            <a:ext cx="2380699" cy="828000"/>
            <a:chOff x="2073418" y="910582"/>
            <a:chExt cx="2380699" cy="828000"/>
          </a:xfrm>
        </p:grpSpPr>
        <p:sp>
          <p:nvSpPr>
            <p:cNvPr id="203" name="iṣ1ïḑé"/>
            <p:cNvSpPr/>
            <p:nvPr/>
          </p:nvSpPr>
          <p:spPr>
            <a:xfrm>
              <a:off x="2073418" y="910582"/>
              <a:ext cx="2380699"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如何正确把握科学社会主义基本原则</a:t>
              </a:r>
            </a:p>
          </p:txBody>
        </p:sp>
        <p:cxnSp>
          <p:nvCxnSpPr>
            <p:cNvPr id="204" name="直接连接符 203"/>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223" name="直接连接符 222"/>
          <p:cNvCxnSpPr/>
          <p:nvPr/>
        </p:nvCxnSpPr>
        <p:spPr>
          <a:xfrm flipH="1">
            <a:off x="4686300" y="1409761"/>
            <a:ext cx="491218"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25" name="组合 124"/>
          <p:cNvGrpSpPr/>
          <p:nvPr/>
        </p:nvGrpSpPr>
        <p:grpSpPr>
          <a:xfrm>
            <a:off x="5454300" y="1448078"/>
            <a:ext cx="4644621" cy="432000"/>
            <a:chOff x="4715589" y="2712843"/>
            <a:chExt cx="4644621" cy="432000"/>
          </a:xfrm>
        </p:grpSpPr>
        <p:sp>
          <p:nvSpPr>
            <p:cNvPr id="208" name="iṩ1ïḓé"/>
            <p:cNvSpPr/>
            <p:nvPr/>
          </p:nvSpPr>
          <p:spPr>
            <a:xfrm>
              <a:off x="4715589" y="2712843"/>
              <a:ext cx="4644621"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科学社会主义基本原则的主要内容</a:t>
              </a:r>
            </a:p>
          </p:txBody>
        </p:sp>
        <p:cxnSp>
          <p:nvCxnSpPr>
            <p:cNvPr id="209" name="直接连接符 208"/>
            <p:cNvCxnSpPr/>
            <p:nvPr/>
          </p:nvCxnSpPr>
          <p:spPr>
            <a:xfrm>
              <a:off x="9342040" y="28208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95" name="组合 194"/>
          <p:cNvGrpSpPr/>
          <p:nvPr/>
        </p:nvGrpSpPr>
        <p:grpSpPr>
          <a:xfrm>
            <a:off x="2423267" y="995761"/>
            <a:ext cx="2380693" cy="828000"/>
            <a:chOff x="2073418" y="858311"/>
            <a:chExt cx="2380693" cy="828000"/>
          </a:xfrm>
        </p:grpSpPr>
        <p:sp>
          <p:nvSpPr>
            <p:cNvPr id="205" name="iṣ1ïḑé"/>
            <p:cNvSpPr/>
            <p:nvPr/>
          </p:nvSpPr>
          <p:spPr>
            <a:xfrm>
              <a:off x="2073418" y="858311"/>
              <a:ext cx="2380693"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科学社会主义基本原则有哪些</a:t>
              </a:r>
            </a:p>
          </p:txBody>
        </p:sp>
        <p:cxnSp>
          <p:nvCxnSpPr>
            <p:cNvPr id="206" name="直接连接符 205"/>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98" name="组合 197"/>
          <p:cNvGrpSpPr/>
          <p:nvPr/>
        </p:nvGrpSpPr>
        <p:grpSpPr>
          <a:xfrm>
            <a:off x="2423267" y="4903270"/>
            <a:ext cx="2380709" cy="1044098"/>
            <a:chOff x="2073418" y="910582"/>
            <a:chExt cx="2380709" cy="1044098"/>
          </a:xfrm>
        </p:grpSpPr>
        <p:sp>
          <p:nvSpPr>
            <p:cNvPr id="199" name="iṣ1ïḑé"/>
            <p:cNvSpPr/>
            <p:nvPr/>
          </p:nvSpPr>
          <p:spPr>
            <a:xfrm>
              <a:off x="2073418" y="910582"/>
              <a:ext cx="2380709" cy="1044098"/>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为什么说中国特色社会主义继承和发展了科学社会主义基本原则</a:t>
              </a:r>
            </a:p>
          </p:txBody>
        </p:sp>
        <p:cxnSp>
          <p:nvCxnSpPr>
            <p:cNvPr id="200" name="直接连接符 199"/>
            <p:cNvCxnSpPr/>
            <p:nvPr/>
          </p:nvCxnSpPr>
          <p:spPr>
            <a:xfrm>
              <a:off x="2076838" y="112663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224" name="直接连接符 223"/>
          <p:cNvCxnSpPr/>
          <p:nvPr/>
        </p:nvCxnSpPr>
        <p:spPr>
          <a:xfrm flipH="1" flipV="1">
            <a:off x="5199164" y="4875503"/>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6858000"/>
            <a:chOff x="0" y="0"/>
            <a:chExt cx="12192000" cy="6858000"/>
          </a:xfrm>
        </p:grpSpPr>
        <p:sp>
          <p:nvSpPr>
            <p:cNvPr id="126" name="矩形 125"/>
            <p:cNvSpPr/>
            <p:nvPr/>
          </p:nvSpPr>
          <p:spPr bwMode="auto">
            <a:xfrm>
              <a:off x="0" y="0"/>
              <a:ext cx="12192000" cy="6858000"/>
            </a:xfrm>
            <a:prstGeom prst="rect">
              <a:avLst/>
            </a:prstGeom>
            <a:gradFill>
              <a:gsLst>
                <a:gs pos="0">
                  <a:srgbClr val="E17751"/>
                </a:gs>
                <a:gs pos="100000">
                  <a:srgbClr val="F4AD7D"/>
                </a:gs>
              </a:gsLst>
              <a:lin ang="16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7" name="任意多边形: 形状 115"/>
            <p:cNvSpPr>
              <a:spLocks noChangeAspect="1"/>
            </p:cNvSpPr>
            <p:nvPr/>
          </p:nvSpPr>
          <p:spPr bwMode="auto">
            <a:xfrm>
              <a:off x="754444" y="0"/>
              <a:ext cx="11437556" cy="6312353"/>
            </a:xfrm>
            <a:custGeom>
              <a:avLst/>
              <a:gdLst>
                <a:gd name="connsiteX0" fmla="*/ 0 w 11437556"/>
                <a:gd name="connsiteY0" fmla="*/ 0 h 6312353"/>
                <a:gd name="connsiteX1" fmla="*/ 11437556 w 11437556"/>
                <a:gd name="connsiteY1" fmla="*/ 0 h 6312353"/>
                <a:gd name="connsiteX2" fmla="*/ 11437556 w 11437556"/>
                <a:gd name="connsiteY2" fmla="*/ 5850316 h 6312353"/>
                <a:gd name="connsiteX3" fmla="*/ 11267872 w 11437556"/>
                <a:gd name="connsiteY3" fmla="*/ 5907731 h 6312353"/>
                <a:gd name="connsiteX4" fmla="*/ 8591547 w 11437556"/>
                <a:gd name="connsiteY4" fmla="*/ 6312353 h 6312353"/>
                <a:gd name="connsiteX5" fmla="*/ 137665 w 11437556"/>
                <a:gd name="connsiteY5" fmla="*/ 406855 h 631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37556" h="6312353">
                  <a:moveTo>
                    <a:pt x="0" y="0"/>
                  </a:moveTo>
                  <a:lnTo>
                    <a:pt x="11437556" y="0"/>
                  </a:lnTo>
                  <a:lnTo>
                    <a:pt x="11437556" y="5850316"/>
                  </a:lnTo>
                  <a:lnTo>
                    <a:pt x="11267872" y="5907731"/>
                  </a:lnTo>
                  <a:cubicBezTo>
                    <a:pt x="10422422" y="6170693"/>
                    <a:pt x="9523527" y="6312353"/>
                    <a:pt x="8591547" y="6312353"/>
                  </a:cubicBezTo>
                  <a:cubicBezTo>
                    <a:pt x="4708295" y="6312353"/>
                    <a:pt x="1399460" y="3852980"/>
                    <a:pt x="137665" y="406855"/>
                  </a:cubicBezTo>
                  <a:close/>
                </a:path>
              </a:pathLst>
            </a:custGeom>
            <a:gradFill>
              <a:gsLst>
                <a:gs pos="0">
                  <a:srgbClr val="E17751"/>
                </a:gs>
                <a:gs pos="100000">
                  <a:srgbClr val="FDD5A6">
                    <a:alpha val="50000"/>
                  </a:srgbClr>
                </a:gs>
              </a:gsLst>
              <a:lin ang="16800000" scaled="0"/>
            </a:gradFill>
            <a:ln>
              <a:noFill/>
            </a:ln>
            <a:effectLst>
              <a:innerShdw blurRad="254000" dist="127000" dir="8100000">
                <a:schemeClr val="accent2">
                  <a:lumMod val="75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28" name="矩形 127"/>
            <p:cNvSpPr/>
            <p:nvPr/>
          </p:nvSpPr>
          <p:spPr bwMode="auto">
            <a:xfrm>
              <a:off x="179400" y="180000"/>
              <a:ext cx="11833200" cy="6498000"/>
            </a:xfrm>
            <a:prstGeom prst="rect">
              <a:avLst/>
            </a:prstGeom>
            <a:solidFill>
              <a:srgbClr val="FDFBF9"/>
            </a:solidFill>
            <a:ln>
              <a:noFill/>
            </a:ln>
            <a:effectLst>
              <a:outerShdw blurRad="381000" sx="102000" sy="102000" algn="ctr" rotWithShape="0">
                <a:srgbClr val="E1775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grpSp>
      <p:cxnSp>
        <p:nvCxnSpPr>
          <p:cNvPr id="130" name="直接连接符 129"/>
          <p:cNvCxnSpPr/>
          <p:nvPr/>
        </p:nvCxnSpPr>
        <p:spPr>
          <a:xfrm flipH="1" flipV="1">
            <a:off x="5202817" y="156923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flipV="1">
            <a:off x="5202817" y="219167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38" name="îṣľîďê"/>
          <p:cNvSpPr/>
          <p:nvPr/>
        </p:nvSpPr>
        <p:spPr>
          <a:xfrm>
            <a:off x="5467105" y="1353234"/>
            <a:ext cx="4644633"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社会主义首先在</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经济文化相对落后国家取得胜利的原因</a:t>
            </a:r>
          </a:p>
        </p:txBody>
      </p:sp>
      <p:cxnSp>
        <p:nvCxnSpPr>
          <p:cNvPr id="139" name="直接连接符 138"/>
          <p:cNvCxnSpPr/>
          <p:nvPr/>
        </p:nvCxnSpPr>
        <p:spPr>
          <a:xfrm>
            <a:off x="10097366" y="1461234"/>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nvGrpSpPr>
          <p:cNvPr id="133" name="组合 132"/>
          <p:cNvGrpSpPr/>
          <p:nvPr/>
        </p:nvGrpSpPr>
        <p:grpSpPr>
          <a:xfrm>
            <a:off x="5467105" y="1975675"/>
            <a:ext cx="4644627" cy="432000"/>
            <a:chOff x="4715589" y="1442898"/>
            <a:chExt cx="4644627" cy="432000"/>
          </a:xfrm>
        </p:grpSpPr>
        <p:sp>
          <p:nvSpPr>
            <p:cNvPr id="136" name="iṩ1ïḓé"/>
            <p:cNvSpPr/>
            <p:nvPr/>
          </p:nvSpPr>
          <p:spPr>
            <a:xfrm>
              <a:off x="4715589" y="1442898"/>
              <a:ext cx="4644627"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社会主义在经济文化相对落后国家建设的长期性</a:t>
              </a:r>
            </a:p>
          </p:txBody>
        </p:sp>
        <p:cxnSp>
          <p:nvCxnSpPr>
            <p:cNvPr id="137" name="直接连接符 136"/>
            <p:cNvCxnSpPr/>
            <p:nvPr/>
          </p:nvCxnSpPr>
          <p:spPr>
            <a:xfrm>
              <a:off x="934585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34" name="直接连接符 133"/>
          <p:cNvCxnSpPr/>
          <p:nvPr/>
        </p:nvCxnSpPr>
        <p:spPr>
          <a:xfrm>
            <a:off x="5202817" y="1569234"/>
            <a:ext cx="0" cy="622441"/>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flipV="1">
            <a:off x="4400410" y="1879193"/>
            <a:ext cx="800366" cy="252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41" name="组合 140"/>
          <p:cNvGrpSpPr/>
          <p:nvPr/>
        </p:nvGrpSpPr>
        <p:grpSpPr>
          <a:xfrm>
            <a:off x="5467105" y="2910574"/>
            <a:ext cx="4644623" cy="432000"/>
            <a:chOff x="4715589" y="2188737"/>
            <a:chExt cx="4644623" cy="432000"/>
          </a:xfrm>
        </p:grpSpPr>
        <p:sp>
          <p:nvSpPr>
            <p:cNvPr id="153" name="îṣľîďê"/>
            <p:cNvSpPr/>
            <p:nvPr/>
          </p:nvSpPr>
          <p:spPr>
            <a:xfrm>
              <a:off x="4715589" y="2188737"/>
              <a:ext cx="4644623"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社会主义发展道路多样性的具体表现</a:t>
              </a:r>
            </a:p>
          </p:txBody>
        </p:sp>
        <p:cxnSp>
          <p:nvCxnSpPr>
            <p:cNvPr id="154" name="直接连接符 153"/>
            <p:cNvCxnSpPr/>
            <p:nvPr/>
          </p:nvCxnSpPr>
          <p:spPr>
            <a:xfrm>
              <a:off x="9342040" y="229673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2" name="组合 141"/>
          <p:cNvGrpSpPr/>
          <p:nvPr/>
        </p:nvGrpSpPr>
        <p:grpSpPr>
          <a:xfrm>
            <a:off x="5467105" y="3434680"/>
            <a:ext cx="4644621" cy="432000"/>
            <a:chOff x="4715589" y="2712843"/>
            <a:chExt cx="4644621" cy="432000"/>
          </a:xfrm>
        </p:grpSpPr>
        <p:sp>
          <p:nvSpPr>
            <p:cNvPr id="151" name="iṩ1ïḓé"/>
            <p:cNvSpPr/>
            <p:nvPr/>
          </p:nvSpPr>
          <p:spPr>
            <a:xfrm>
              <a:off x="4715589" y="2712843"/>
              <a:ext cx="4644621"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社会主义发展道路多样性的原因</a:t>
              </a:r>
            </a:p>
          </p:txBody>
        </p:sp>
        <p:cxnSp>
          <p:nvCxnSpPr>
            <p:cNvPr id="152" name="直接连接符 151"/>
            <p:cNvCxnSpPr/>
            <p:nvPr/>
          </p:nvCxnSpPr>
          <p:spPr>
            <a:xfrm>
              <a:off x="9342040" y="28208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3" name="组合 142"/>
          <p:cNvGrpSpPr/>
          <p:nvPr/>
        </p:nvGrpSpPr>
        <p:grpSpPr>
          <a:xfrm>
            <a:off x="5467106" y="3958786"/>
            <a:ext cx="4644620" cy="432000"/>
            <a:chOff x="4715590" y="3236949"/>
            <a:chExt cx="3312000" cy="432000"/>
          </a:xfrm>
        </p:grpSpPr>
        <p:sp>
          <p:nvSpPr>
            <p:cNvPr id="149"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探索符合本国国情的发展道路</a:t>
              </a:r>
            </a:p>
          </p:txBody>
        </p:sp>
        <p:cxnSp>
          <p:nvCxnSpPr>
            <p:cNvPr id="150" name="直接连接符 149"/>
            <p:cNvCxnSpPr/>
            <p:nvPr/>
          </p:nvCxnSpPr>
          <p:spPr>
            <a:xfrm>
              <a:off x="8014006" y="334494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44" name="直接连接符 143"/>
          <p:cNvCxnSpPr/>
          <p:nvPr/>
        </p:nvCxnSpPr>
        <p:spPr>
          <a:xfrm flipH="1" flipV="1">
            <a:off x="5177518" y="312657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flipH="1" flipV="1">
            <a:off x="5177518" y="3650680"/>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flipH="1" flipV="1">
            <a:off x="5177518" y="4174786"/>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a:off x="5177518" y="3126766"/>
            <a:ext cx="0" cy="104409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flipH="1">
            <a:off x="4403268" y="3650680"/>
            <a:ext cx="775068"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72" name="组合 171"/>
          <p:cNvGrpSpPr/>
          <p:nvPr/>
        </p:nvGrpSpPr>
        <p:grpSpPr>
          <a:xfrm>
            <a:off x="4367885" y="4835126"/>
            <a:ext cx="5743838" cy="1480212"/>
            <a:chOff x="4018036" y="4697676"/>
            <a:chExt cx="5743838" cy="1480212"/>
          </a:xfrm>
        </p:grpSpPr>
        <p:cxnSp>
          <p:nvCxnSpPr>
            <p:cNvPr id="173" name="直接连接符 172"/>
            <p:cNvCxnSpPr/>
            <p:nvPr/>
          </p:nvCxnSpPr>
          <p:spPr>
            <a:xfrm flipH="1" flipV="1">
              <a:off x="4849315" y="4959275"/>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flipH="1" flipV="1">
              <a:off x="4849315" y="5437058"/>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flipH="1" flipV="1">
              <a:off x="4849315" y="600748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a:off x="4849315" y="4970076"/>
              <a:ext cx="0" cy="1037411"/>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flipH="1">
              <a:off x="4018036" y="5437058"/>
              <a:ext cx="832096"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78" name="组合 177"/>
            <p:cNvGrpSpPr/>
            <p:nvPr/>
          </p:nvGrpSpPr>
          <p:grpSpPr>
            <a:xfrm>
              <a:off x="5104451" y="4697676"/>
              <a:ext cx="4657423" cy="1480212"/>
              <a:chOff x="4715589" y="4644774"/>
              <a:chExt cx="4657423" cy="1480212"/>
            </a:xfrm>
          </p:grpSpPr>
          <p:grpSp>
            <p:nvGrpSpPr>
              <p:cNvPr id="179" name="组合 178"/>
              <p:cNvGrpSpPr/>
              <p:nvPr/>
            </p:nvGrpSpPr>
            <p:grpSpPr>
              <a:xfrm>
                <a:off x="4715589" y="4644774"/>
                <a:ext cx="4657423" cy="432000"/>
                <a:chOff x="4715589" y="4744092"/>
                <a:chExt cx="4657423" cy="432000"/>
              </a:xfrm>
            </p:grpSpPr>
            <p:sp>
              <p:nvSpPr>
                <p:cNvPr id="186" name="îṣľîďê"/>
                <p:cNvSpPr/>
                <p:nvPr/>
              </p:nvSpPr>
              <p:spPr>
                <a:xfrm>
                  <a:off x="4715589" y="4744092"/>
                  <a:ext cx="4657423"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在实践中开拓前进是社会主义事业发展的必然要求</a:t>
                  </a:r>
                </a:p>
              </p:txBody>
            </p:sp>
            <p:cxnSp>
              <p:nvCxnSpPr>
                <p:cNvPr id="187" name="直接连接符 186"/>
                <p:cNvCxnSpPr/>
                <p:nvPr/>
              </p:nvCxnSpPr>
              <p:spPr>
                <a:xfrm>
                  <a:off x="9351565" y="4852092"/>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180" name="组合 179"/>
              <p:cNvGrpSpPr/>
              <p:nvPr/>
            </p:nvGrpSpPr>
            <p:grpSpPr>
              <a:xfrm>
                <a:off x="4715590" y="5168880"/>
                <a:ext cx="4657422" cy="432000"/>
                <a:chOff x="4715590" y="5268198"/>
                <a:chExt cx="4657422" cy="432000"/>
              </a:xfrm>
            </p:grpSpPr>
            <p:sp>
              <p:nvSpPr>
                <p:cNvPr id="184" name="iṩ1ïḓé"/>
                <p:cNvSpPr/>
                <p:nvPr/>
              </p:nvSpPr>
              <p:spPr>
                <a:xfrm>
                  <a:off x="4715590" y="5268198"/>
                  <a:ext cx="4657422"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社会主义在实践中开拓前进必须遵循客观规律</a:t>
                  </a:r>
                </a:p>
              </p:txBody>
            </p:sp>
            <p:cxnSp>
              <p:nvCxnSpPr>
                <p:cNvPr id="185" name="直接连接符 184"/>
                <p:cNvCxnSpPr/>
                <p:nvPr/>
              </p:nvCxnSpPr>
              <p:spPr>
                <a:xfrm>
                  <a:off x="9351565" y="5376198"/>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181" name="组合 180"/>
              <p:cNvGrpSpPr/>
              <p:nvPr/>
            </p:nvGrpSpPr>
            <p:grpSpPr>
              <a:xfrm>
                <a:off x="4715590" y="5692986"/>
                <a:ext cx="4647900" cy="432000"/>
                <a:chOff x="4715590" y="5792304"/>
                <a:chExt cx="4647900" cy="432000"/>
              </a:xfrm>
            </p:grpSpPr>
            <p:sp>
              <p:nvSpPr>
                <p:cNvPr id="182" name="iṣḷîḓê"/>
                <p:cNvSpPr/>
                <p:nvPr/>
              </p:nvSpPr>
              <p:spPr>
                <a:xfrm>
                  <a:off x="4715590" y="5792304"/>
                  <a:ext cx="46479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以自信担当、开拓奋进的姿态走向社会主义光明未来</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183" name="直接连接符 182"/>
                <p:cNvCxnSpPr/>
                <p:nvPr/>
              </p:nvCxnSpPr>
              <p:spPr>
                <a:xfrm>
                  <a:off x="9351565" y="5900304"/>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grpSp>
      <p:cxnSp>
        <p:nvCxnSpPr>
          <p:cNvPr id="189" name="直接连接符 188"/>
          <p:cNvCxnSpPr/>
          <p:nvPr/>
        </p:nvCxnSpPr>
        <p:spPr>
          <a:xfrm flipH="1" flipV="1">
            <a:off x="2135268" y="1877932"/>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flipH="1" flipV="1">
            <a:off x="2135268" y="3650680"/>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flipH="1" flipV="1">
            <a:off x="2135268" y="5574508"/>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2135268" y="1877932"/>
            <a:ext cx="0" cy="370330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a:xfrm flipH="1" flipV="1">
            <a:off x="1740084" y="3644900"/>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95" name="组合 194"/>
          <p:cNvGrpSpPr/>
          <p:nvPr/>
        </p:nvGrpSpPr>
        <p:grpSpPr>
          <a:xfrm>
            <a:off x="2423267" y="1395664"/>
            <a:ext cx="2357231" cy="1106376"/>
            <a:chOff x="2073418" y="858311"/>
            <a:chExt cx="2357231" cy="828000"/>
          </a:xfrm>
        </p:grpSpPr>
        <p:sp>
          <p:nvSpPr>
            <p:cNvPr id="205" name="iṣ1ïḑé"/>
            <p:cNvSpPr/>
            <p:nvPr/>
          </p:nvSpPr>
          <p:spPr>
            <a:xfrm>
              <a:off x="2073418" y="858311"/>
              <a:ext cx="2357231"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为什么说经济文化相对落后国家建设社会      主义是长期的历史过程</a:t>
              </a:r>
            </a:p>
          </p:txBody>
        </p:sp>
        <p:cxnSp>
          <p:nvCxnSpPr>
            <p:cNvPr id="206" name="直接连接符 205"/>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96" name="组合 195"/>
          <p:cNvGrpSpPr/>
          <p:nvPr/>
        </p:nvGrpSpPr>
        <p:grpSpPr>
          <a:xfrm>
            <a:off x="2423267" y="3239884"/>
            <a:ext cx="2357223" cy="828000"/>
            <a:chOff x="2073418" y="910582"/>
            <a:chExt cx="2357223" cy="828000"/>
          </a:xfrm>
        </p:grpSpPr>
        <p:sp>
          <p:nvSpPr>
            <p:cNvPr id="203" name="iṣ1ïḑé"/>
            <p:cNvSpPr/>
            <p:nvPr/>
          </p:nvSpPr>
          <p:spPr>
            <a:xfrm>
              <a:off x="2073418" y="910582"/>
              <a:ext cx="2357223"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社会主义发展道路为什么是多样性的</a:t>
              </a:r>
            </a:p>
          </p:txBody>
        </p:sp>
        <p:cxnSp>
          <p:nvCxnSpPr>
            <p:cNvPr id="204" name="直接连接符 203"/>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98" name="组合 197"/>
          <p:cNvGrpSpPr/>
          <p:nvPr/>
        </p:nvGrpSpPr>
        <p:grpSpPr>
          <a:xfrm>
            <a:off x="2423267" y="5163712"/>
            <a:ext cx="2357219" cy="828000"/>
            <a:chOff x="2073418" y="910582"/>
            <a:chExt cx="2357219" cy="828000"/>
          </a:xfrm>
        </p:grpSpPr>
        <p:sp>
          <p:nvSpPr>
            <p:cNvPr id="199" name="iṣ1ïḑé"/>
            <p:cNvSpPr/>
            <p:nvPr/>
          </p:nvSpPr>
          <p:spPr>
            <a:xfrm>
              <a:off x="2073418" y="910582"/>
              <a:ext cx="2357219"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为什么说社会主义是在实践中开拓中前进的</a:t>
              </a:r>
            </a:p>
          </p:txBody>
        </p:sp>
        <p:cxnSp>
          <p:nvCxnSpPr>
            <p:cNvPr id="200" name="直接连接符 199"/>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207" name="iṧļiḑe"/>
          <p:cNvSpPr/>
          <p:nvPr/>
        </p:nvSpPr>
        <p:spPr>
          <a:xfrm>
            <a:off x="1092084" y="962744"/>
            <a:ext cx="648000" cy="5364312"/>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eaVert" wrap="square" lIns="91440" tIns="45720" rIns="91440" bIns="45720" numCol="1" spcCol="0" rtlCol="0" fromWordArt="0" anchor="ctr" anchorCtr="0" forceAA="0" compatLnSpc="1">
            <a:noAutofit/>
          </a:bodyPr>
          <a:lstStyle/>
          <a:p>
            <a:pPr algn="ctr"/>
            <a:r>
              <a:rPr lang="zh-CN" altLang="en-US" sz="2000" b="1" spc="300" dirty="0">
                <a:solidFill>
                  <a:srgbClr val="E17751"/>
                </a:solidFill>
                <a:latin typeface="微软雅黑" panose="020B0503020204020204" pitchFamily="34" charset="-122"/>
                <a:ea typeface="微软雅黑" panose="020B0503020204020204" pitchFamily="34" charset="-122"/>
              </a:rPr>
              <a:t>在实践中探索现实社会主义的发展规律</a:t>
            </a:r>
          </a:p>
        </p:txBody>
      </p:sp>
      <p:grpSp>
        <p:nvGrpSpPr>
          <p:cNvPr id="85" name="组合 84"/>
          <p:cNvGrpSpPr/>
          <p:nvPr/>
        </p:nvGrpSpPr>
        <p:grpSpPr>
          <a:xfrm>
            <a:off x="5307294" y="360000"/>
            <a:ext cx="2312706" cy="707886"/>
            <a:chOff x="1131850" y="3079821"/>
            <a:chExt cx="1475815" cy="707886"/>
          </a:xfrm>
        </p:grpSpPr>
        <p:sp>
          <p:nvSpPr>
            <p:cNvPr id="86" name="文本框 85"/>
            <p:cNvSpPr txBox="1"/>
            <p:nvPr/>
          </p:nvSpPr>
          <p:spPr>
            <a:xfrm>
              <a:off x="1383665" y="3079821"/>
              <a:ext cx="12240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第六章小结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3</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87" name="组合 86"/>
            <p:cNvGrpSpPr/>
            <p:nvPr/>
          </p:nvGrpSpPr>
          <p:grpSpPr>
            <a:xfrm>
              <a:off x="1131850" y="3158981"/>
              <a:ext cx="263338" cy="243183"/>
              <a:chOff x="1164218" y="3158981"/>
              <a:chExt cx="263338" cy="243183"/>
            </a:xfrm>
          </p:grpSpPr>
          <p:grpSp>
            <p:nvGrpSpPr>
              <p:cNvPr id="88" name="组合 87"/>
              <p:cNvGrpSpPr/>
              <p:nvPr/>
            </p:nvGrpSpPr>
            <p:grpSpPr>
              <a:xfrm>
                <a:off x="1164220" y="3158981"/>
                <a:ext cx="263336" cy="240802"/>
                <a:chOff x="1164220" y="3158981"/>
                <a:chExt cx="263336" cy="240802"/>
              </a:xfrm>
            </p:grpSpPr>
            <p:sp>
              <p:nvSpPr>
                <p:cNvPr id="90" name="平行四边形 89"/>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1" name="直角三角形 90"/>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2" name="平行四边形 91"/>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89" name="直角三角形 88"/>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spTree>
    <p:extLst>
      <p:ext uri="{BB962C8B-B14F-4D97-AF65-F5344CB8AC3E}">
        <p14:creationId xmlns:p14="http://schemas.microsoft.com/office/powerpoint/2010/main" val="272290702"/>
      </p:ext>
    </p:extLst>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组合 81"/>
          <p:cNvGrpSpPr/>
          <p:nvPr/>
        </p:nvGrpSpPr>
        <p:grpSpPr>
          <a:xfrm>
            <a:off x="5433077" y="686978"/>
            <a:ext cx="2524050" cy="400110"/>
            <a:chOff x="1131850" y="3079821"/>
            <a:chExt cx="2524050" cy="400110"/>
          </a:xfrm>
        </p:grpSpPr>
        <p:sp>
          <p:nvSpPr>
            <p:cNvPr id="83" name="文本框 82"/>
            <p:cNvSpPr txBox="1"/>
            <p:nvPr/>
          </p:nvSpPr>
          <p:spPr>
            <a:xfrm>
              <a:off x="1383665" y="3079821"/>
              <a:ext cx="227223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第七章小结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1</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84" name="组合 83"/>
            <p:cNvGrpSpPr/>
            <p:nvPr/>
          </p:nvGrpSpPr>
          <p:grpSpPr>
            <a:xfrm>
              <a:off x="1131850" y="3158981"/>
              <a:ext cx="263338" cy="243183"/>
              <a:chOff x="1164218" y="3158981"/>
              <a:chExt cx="263338" cy="243183"/>
            </a:xfrm>
          </p:grpSpPr>
          <p:grpSp>
            <p:nvGrpSpPr>
              <p:cNvPr id="85" name="组合 84"/>
              <p:cNvGrpSpPr/>
              <p:nvPr/>
            </p:nvGrpSpPr>
            <p:grpSpPr>
              <a:xfrm>
                <a:off x="1164220" y="3158981"/>
                <a:ext cx="263336" cy="240802"/>
                <a:chOff x="1164220" y="3158981"/>
                <a:chExt cx="263336" cy="240802"/>
              </a:xfrm>
            </p:grpSpPr>
            <p:sp>
              <p:nvSpPr>
                <p:cNvPr id="87" name="平行四边形 86"/>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8" name="直角三角形 87"/>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9" name="平行四边形 88"/>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86" name="直角三角形 85"/>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2" name="组合 1">
            <a:extLst>
              <a:ext uri="{FF2B5EF4-FFF2-40B4-BE49-F238E27FC236}">
                <a16:creationId xmlns:a16="http://schemas.microsoft.com/office/drawing/2014/main" id="{67D11134-E5F9-2899-180A-C22FAC8D49D6}"/>
              </a:ext>
            </a:extLst>
          </p:cNvPr>
          <p:cNvGrpSpPr/>
          <p:nvPr/>
        </p:nvGrpSpPr>
        <p:grpSpPr>
          <a:xfrm>
            <a:off x="1063058" y="1499272"/>
            <a:ext cx="10215988" cy="4397471"/>
            <a:chOff x="1063058" y="1499272"/>
            <a:chExt cx="10215988" cy="4397471"/>
          </a:xfrm>
        </p:grpSpPr>
        <p:grpSp>
          <p:nvGrpSpPr>
            <p:cNvPr id="13" name="组合 12">
              <a:extLst>
                <a:ext uri="{FF2B5EF4-FFF2-40B4-BE49-F238E27FC236}">
                  <a16:creationId xmlns:a16="http://schemas.microsoft.com/office/drawing/2014/main" id="{81AC1934-98E0-BA3F-405D-AFC94E5EA4EA}"/>
                </a:ext>
              </a:extLst>
            </p:cNvPr>
            <p:cNvGrpSpPr/>
            <p:nvPr/>
          </p:nvGrpSpPr>
          <p:grpSpPr>
            <a:xfrm>
              <a:off x="4496588" y="1499272"/>
              <a:ext cx="2934083" cy="1480212"/>
              <a:chOff x="4496588" y="1486572"/>
              <a:chExt cx="2934083" cy="1480212"/>
            </a:xfrm>
          </p:grpSpPr>
          <p:grpSp>
            <p:nvGrpSpPr>
              <p:cNvPr id="14" name="组合 13"/>
              <p:cNvGrpSpPr/>
              <p:nvPr/>
            </p:nvGrpSpPr>
            <p:grpSpPr>
              <a:xfrm>
                <a:off x="5712657" y="1486572"/>
                <a:ext cx="1718014" cy="432000"/>
                <a:chOff x="4715590" y="2188737"/>
                <a:chExt cx="3312000" cy="432000"/>
              </a:xfrm>
            </p:grpSpPr>
            <p:sp>
              <p:nvSpPr>
                <p:cNvPr id="26" name="îṣľîďê"/>
                <p:cNvSpPr/>
                <p:nvPr/>
              </p:nvSpPr>
              <p:spPr>
                <a:xfrm>
                  <a:off x="4715590" y="2188737"/>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思想体系</a:t>
                  </a:r>
                </a:p>
              </p:txBody>
            </p:sp>
            <p:cxnSp>
              <p:nvCxnSpPr>
                <p:cNvPr id="27" name="直接连接符 26"/>
                <p:cNvCxnSpPr/>
                <p:nvPr/>
              </p:nvCxnSpPr>
              <p:spPr>
                <a:xfrm>
                  <a:off x="8027590" y="2296737"/>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5712657" y="2010678"/>
                <a:ext cx="1718014" cy="432000"/>
                <a:chOff x="4715590" y="2712843"/>
                <a:chExt cx="3312000" cy="432000"/>
              </a:xfrm>
            </p:grpSpPr>
            <p:sp>
              <p:nvSpPr>
                <p:cNvPr id="24" name="iṩ1ïḓé"/>
                <p:cNvSpPr/>
                <p:nvPr/>
              </p:nvSpPr>
              <p:spPr>
                <a:xfrm>
                  <a:off x="4715590" y="27128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社会运动</a:t>
                  </a:r>
                </a:p>
              </p:txBody>
            </p:sp>
            <p:cxnSp>
              <p:nvCxnSpPr>
                <p:cNvPr id="25" name="直接连接符 24"/>
                <p:cNvCxnSpPr/>
                <p:nvPr/>
              </p:nvCxnSpPr>
              <p:spPr>
                <a:xfrm>
                  <a:off x="8027590" y="28208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5712657" y="2534784"/>
                <a:ext cx="1718014" cy="432000"/>
                <a:chOff x="4715590" y="3236949"/>
                <a:chExt cx="3312000" cy="432000"/>
              </a:xfrm>
            </p:grpSpPr>
            <p:sp>
              <p:nvSpPr>
                <p:cNvPr id="22"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a:bodyPr>
                <a:lstStyle/>
                <a:p>
                  <a:pPr marL="36195"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社会制度</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社会形态</a:t>
                  </a:r>
                </a:p>
              </p:txBody>
            </p:sp>
            <p:cxnSp>
              <p:nvCxnSpPr>
                <p:cNvPr id="23" name="直接连接符 22"/>
                <p:cNvCxnSpPr/>
                <p:nvPr/>
              </p:nvCxnSpPr>
              <p:spPr>
                <a:xfrm>
                  <a:off x="8027590" y="334494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p:cNvCxnSpPr>
                <a:cxnSpLocks/>
                <a:stCxn id="26" idx="1"/>
              </p:cNvCxnSpPr>
              <p:nvPr/>
            </p:nvCxnSpPr>
            <p:spPr>
              <a:xfrm flipH="1">
                <a:off x="5270838" y="1702572"/>
                <a:ext cx="44181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cxnSpLocks/>
                <a:stCxn id="24" idx="1"/>
              </p:cNvCxnSpPr>
              <p:nvPr/>
            </p:nvCxnSpPr>
            <p:spPr>
              <a:xfrm flipH="1">
                <a:off x="5270838" y="2226678"/>
                <a:ext cx="44181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cxnSpLocks/>
                <a:stCxn id="22" idx="1"/>
              </p:cNvCxnSpPr>
              <p:nvPr/>
            </p:nvCxnSpPr>
            <p:spPr>
              <a:xfrm flipH="1">
                <a:off x="5270838" y="2750784"/>
                <a:ext cx="44181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cxnSpLocks/>
              </p:cNvCxnSpPr>
              <p:nvPr/>
            </p:nvCxnSpPr>
            <p:spPr>
              <a:xfrm>
                <a:off x="5270838" y="1702764"/>
                <a:ext cx="0" cy="1044099"/>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4496588" y="2226678"/>
                <a:ext cx="775068"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345BFAC5-1BA2-576F-095A-0DC147799DA5}"/>
                </a:ext>
              </a:extLst>
            </p:cNvPr>
            <p:cNvGrpSpPr/>
            <p:nvPr/>
          </p:nvGrpSpPr>
          <p:grpSpPr>
            <a:xfrm>
              <a:off x="4626242" y="4416531"/>
              <a:ext cx="6652804" cy="1480212"/>
              <a:chOff x="4626242" y="4403831"/>
              <a:chExt cx="6652804" cy="1480212"/>
            </a:xfrm>
          </p:grpSpPr>
          <p:cxnSp>
            <p:nvCxnSpPr>
              <p:cNvPr id="46" name="直接连接符 45"/>
              <p:cNvCxnSpPr>
                <a:cxnSpLocks/>
              </p:cNvCxnSpPr>
              <p:nvPr/>
            </p:nvCxnSpPr>
            <p:spPr>
              <a:xfrm flipH="1">
                <a:off x="5270838" y="4619831"/>
                <a:ext cx="44181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cxnSpLocks/>
                <a:stCxn id="57" idx="1"/>
              </p:cNvCxnSpPr>
              <p:nvPr/>
            </p:nvCxnSpPr>
            <p:spPr>
              <a:xfrm flipH="1">
                <a:off x="5270838" y="5143937"/>
                <a:ext cx="44181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a:cxnSpLocks/>
                <a:stCxn id="55" idx="1"/>
              </p:cNvCxnSpPr>
              <p:nvPr/>
            </p:nvCxnSpPr>
            <p:spPr>
              <a:xfrm flipH="1">
                <a:off x="5270838" y="5668043"/>
                <a:ext cx="44181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cxnSpLocks/>
              </p:cNvCxnSpPr>
              <p:nvPr/>
            </p:nvCxnSpPr>
            <p:spPr>
              <a:xfrm>
                <a:off x="5270838" y="4619831"/>
                <a:ext cx="0" cy="104821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cxnSpLocks/>
              </p:cNvCxnSpPr>
              <p:nvPr/>
            </p:nvCxnSpPr>
            <p:spPr>
              <a:xfrm flipH="1">
                <a:off x="4626242" y="5143937"/>
                <a:ext cx="832096"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52" name="组合 51"/>
              <p:cNvGrpSpPr/>
              <p:nvPr/>
            </p:nvGrpSpPr>
            <p:grpSpPr>
              <a:xfrm>
                <a:off x="5712657" y="4403831"/>
                <a:ext cx="5566389" cy="432000"/>
                <a:chOff x="4715590" y="4744092"/>
                <a:chExt cx="3312000" cy="432000"/>
              </a:xfrm>
            </p:grpSpPr>
            <p:sp>
              <p:nvSpPr>
                <p:cNvPr id="59" name="îṣľîďê"/>
                <p:cNvSpPr/>
                <p:nvPr/>
              </p:nvSpPr>
              <p:spPr>
                <a:xfrm>
                  <a:off x="4715590" y="4744092"/>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物质产品极大丰富，消费资料按需分配</a:t>
                  </a:r>
                </a:p>
              </p:txBody>
            </p:sp>
            <p:cxnSp>
              <p:nvCxnSpPr>
                <p:cNvPr id="60" name="直接连接符 59"/>
                <p:cNvCxnSpPr/>
                <p:nvPr/>
              </p:nvCxnSpPr>
              <p:spPr>
                <a:xfrm>
                  <a:off x="8027590" y="4852092"/>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a:off x="5712657" y="4927937"/>
                <a:ext cx="5566389" cy="432000"/>
                <a:chOff x="4715590" y="5268198"/>
                <a:chExt cx="3312000" cy="432000"/>
              </a:xfrm>
            </p:grpSpPr>
            <p:sp>
              <p:nvSpPr>
                <p:cNvPr id="57" name="iṩ1ïḓé"/>
                <p:cNvSpPr/>
                <p:nvPr/>
              </p:nvSpPr>
              <p:spPr>
                <a:xfrm>
                  <a:off x="4715590" y="52681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36195"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社会关系高度和谐，人们精神境界极大提高</a:t>
                  </a:r>
                </a:p>
              </p:txBody>
            </p:sp>
            <p:cxnSp>
              <p:nvCxnSpPr>
                <p:cNvPr id="58" name="直接连接符 57"/>
                <p:cNvCxnSpPr/>
                <p:nvPr/>
              </p:nvCxnSpPr>
              <p:spPr>
                <a:xfrm>
                  <a:off x="8027590" y="5376198"/>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a:off x="5712657" y="5452043"/>
                <a:ext cx="5566389" cy="432000"/>
                <a:chOff x="4715590" y="5792304"/>
                <a:chExt cx="3312000" cy="432000"/>
              </a:xfrm>
            </p:grpSpPr>
            <p:sp>
              <p:nvSpPr>
                <p:cNvPr id="55" name="iṣḷîḓê"/>
                <p:cNvSpPr/>
                <p:nvPr/>
              </p:nvSpPr>
              <p:spPr>
                <a:xfrm>
                  <a:off x="4715590" y="5792304"/>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实现每个人自由而全面的发展，人类从必然王国向自由王国飞跃</a:t>
                  </a:r>
                </a:p>
              </p:txBody>
            </p:sp>
            <p:cxnSp>
              <p:nvCxnSpPr>
                <p:cNvPr id="56" name="直接连接符 55"/>
                <p:cNvCxnSpPr/>
                <p:nvPr/>
              </p:nvCxnSpPr>
              <p:spPr>
                <a:xfrm>
                  <a:off x="8027590" y="5900304"/>
                  <a:ext cx="0" cy="216000"/>
                </a:xfrm>
                <a:prstGeom prst="line">
                  <a:avLst/>
                </a:prstGeom>
                <a:ln w="25400" cap="rnd">
                  <a:solidFill>
                    <a:srgbClr val="E17750"/>
                  </a:solidFill>
                </a:ln>
              </p:spPr>
              <p:style>
                <a:lnRef idx="1">
                  <a:schemeClr val="accent1"/>
                </a:lnRef>
                <a:fillRef idx="0">
                  <a:schemeClr val="accent1"/>
                </a:fillRef>
                <a:effectRef idx="0">
                  <a:schemeClr val="accent1"/>
                </a:effectRef>
                <a:fontRef idx="minor">
                  <a:schemeClr val="tx1"/>
                </a:fontRef>
              </p:style>
            </p:cxnSp>
          </p:grpSp>
        </p:grpSp>
        <p:grpSp>
          <p:nvGrpSpPr>
            <p:cNvPr id="92" name="组合 91"/>
            <p:cNvGrpSpPr/>
            <p:nvPr/>
          </p:nvGrpSpPr>
          <p:grpSpPr>
            <a:xfrm>
              <a:off x="1711058" y="2240801"/>
              <a:ext cx="683184" cy="2946498"/>
              <a:chOff x="1740084" y="1905582"/>
              <a:chExt cx="683184" cy="2946498"/>
            </a:xfrm>
          </p:grpSpPr>
          <p:cxnSp>
            <p:nvCxnSpPr>
              <p:cNvPr id="62" name="直接连接符 61"/>
              <p:cNvCxnSpPr/>
              <p:nvPr/>
            </p:nvCxnSpPr>
            <p:spPr>
              <a:xfrm flipH="1" flipV="1">
                <a:off x="2135268" y="1905582"/>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flipV="1">
                <a:off x="2135268" y="3392035"/>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flipV="1">
                <a:off x="2135268" y="4852080"/>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2135268" y="1905582"/>
                <a:ext cx="0" cy="294649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flipV="1">
                <a:off x="1740084" y="3392035"/>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68" name="组合 67"/>
            <p:cNvGrpSpPr/>
            <p:nvPr/>
          </p:nvGrpSpPr>
          <p:grpSpPr>
            <a:xfrm>
              <a:off x="2394242" y="1833093"/>
              <a:ext cx="2232000" cy="828000"/>
              <a:chOff x="2073419" y="858311"/>
              <a:chExt cx="2232000" cy="828000"/>
            </a:xfrm>
          </p:grpSpPr>
          <p:sp>
            <p:nvSpPr>
              <p:cNvPr id="78" name="iṣ1ïḑé"/>
              <p:cNvSpPr/>
              <p:nvPr/>
            </p:nvSpPr>
            <p:spPr>
              <a:xfrm>
                <a:off x="2073419" y="858311"/>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何谓共产主义</a:t>
                </a:r>
              </a:p>
            </p:txBody>
          </p:sp>
          <p:cxnSp>
            <p:nvCxnSpPr>
              <p:cNvPr id="79" name="直接连接符 78"/>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69" name="组合 68"/>
            <p:cNvGrpSpPr/>
            <p:nvPr/>
          </p:nvGrpSpPr>
          <p:grpSpPr>
            <a:xfrm>
              <a:off x="2394242" y="3288313"/>
              <a:ext cx="2232000" cy="828000"/>
              <a:chOff x="2073419" y="910582"/>
              <a:chExt cx="2232000" cy="828000"/>
            </a:xfrm>
          </p:grpSpPr>
          <p:sp>
            <p:nvSpPr>
              <p:cNvPr id="76" name="iṣ1ïḑé"/>
              <p:cNvSpPr/>
              <p:nvPr/>
            </p:nvSpPr>
            <p:spPr>
              <a:xfrm>
                <a:off x="2073419" y="910582"/>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a:solidFill>
                      <a:schemeClr val="tx1">
                        <a:lumMod val="85000"/>
                        <a:lumOff val="15000"/>
                      </a:schemeClr>
                    </a:solidFill>
                    <a:latin typeface="微软雅黑" panose="020B0503020204020204" pitchFamily="34" charset="-122"/>
                    <a:ea typeface="微软雅黑" panose="020B0503020204020204" pitchFamily="34" charset="-122"/>
                  </a:rPr>
                  <a:t>如何科学预见</a:t>
                </a:r>
                <a:endParaRPr lang="en-US" altLang="zh-CN" sz="1600">
                  <a:solidFill>
                    <a:schemeClr val="tx1">
                      <a:lumMod val="85000"/>
                      <a:lumOff val="15000"/>
                    </a:schemeClr>
                  </a:solidFill>
                  <a:latin typeface="微软雅黑" panose="020B0503020204020204" pitchFamily="34" charset="-122"/>
                  <a:ea typeface="微软雅黑" panose="020B0503020204020204" pitchFamily="34" charset="-122"/>
                </a:endParaRPr>
              </a:p>
              <a:p>
                <a:pPr algn="ctr" defTabSz="914400">
                  <a:lnSpc>
                    <a:spcPct val="120000"/>
                  </a:lnSpc>
                </a:pPr>
                <a:r>
                  <a:rPr lang="zh-CN" altLang="en-US" sz="1600">
                    <a:solidFill>
                      <a:schemeClr val="tx1">
                        <a:lumMod val="85000"/>
                        <a:lumOff val="15000"/>
                      </a:schemeClr>
                    </a:solidFill>
                    <a:latin typeface="微软雅黑" panose="020B0503020204020204" pitchFamily="34" charset="-122"/>
                    <a:ea typeface="微软雅黑" panose="020B0503020204020204" pitchFamily="34" charset="-122"/>
                  </a:rPr>
                  <a:t>未来社会</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77" name="直接连接符 76"/>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70" name="组合 69"/>
            <p:cNvGrpSpPr/>
            <p:nvPr/>
          </p:nvGrpSpPr>
          <p:grpSpPr>
            <a:xfrm>
              <a:off x="2394242" y="4755665"/>
              <a:ext cx="2232000" cy="828000"/>
              <a:chOff x="2073419" y="910582"/>
              <a:chExt cx="2232000" cy="828000"/>
            </a:xfrm>
          </p:grpSpPr>
          <p:sp>
            <p:nvSpPr>
              <p:cNvPr id="74" name="iṣ1ïḑé"/>
              <p:cNvSpPr/>
              <p:nvPr/>
            </p:nvSpPr>
            <p:spPr>
              <a:xfrm>
                <a:off x="2073419" y="910582"/>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a:solidFill>
                      <a:schemeClr val="tx1">
                        <a:lumMod val="85000"/>
                        <a:lumOff val="15000"/>
                      </a:schemeClr>
                    </a:solidFill>
                    <a:latin typeface="微软雅黑" panose="020B0503020204020204" pitchFamily="34" charset="-122"/>
                    <a:ea typeface="微软雅黑" panose="020B0503020204020204" pitchFamily="34" charset="-122"/>
                  </a:rPr>
                  <a:t>共产主义社会</a:t>
                </a:r>
                <a:endParaRPr lang="en-US" altLang="zh-CN" sz="1600">
                  <a:solidFill>
                    <a:schemeClr val="tx1">
                      <a:lumMod val="85000"/>
                      <a:lumOff val="15000"/>
                    </a:schemeClr>
                  </a:solidFill>
                  <a:latin typeface="微软雅黑" panose="020B0503020204020204" pitchFamily="34" charset="-122"/>
                  <a:ea typeface="微软雅黑" panose="020B0503020204020204" pitchFamily="34" charset="-122"/>
                </a:endParaRPr>
              </a:p>
              <a:p>
                <a:pPr algn="ctr" defTabSz="914400">
                  <a:lnSpc>
                    <a:spcPct val="120000"/>
                  </a:lnSpc>
                </a:pPr>
                <a:r>
                  <a:rPr lang="zh-CN" altLang="en-US" sz="1600">
                    <a:solidFill>
                      <a:schemeClr val="tx1">
                        <a:lumMod val="85000"/>
                        <a:lumOff val="15000"/>
                      </a:schemeClr>
                    </a:solidFill>
                    <a:latin typeface="微软雅黑" panose="020B0503020204020204" pitchFamily="34" charset="-122"/>
                    <a:ea typeface="微软雅黑" panose="020B0503020204020204" pitchFamily="34" charset="-122"/>
                  </a:rPr>
                  <a:t>何以引人向往</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75" name="直接连接符 74"/>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80" name="iṧļiḑe"/>
            <p:cNvSpPr/>
            <p:nvPr/>
          </p:nvSpPr>
          <p:spPr>
            <a:xfrm>
              <a:off x="1063058" y="1987563"/>
              <a:ext cx="648000" cy="3452973"/>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algn="ctr" defTabSz="914400"/>
              <a:r>
                <a:rPr lang="zh-CN" altLang="en-US" sz="2000" b="1" dirty="0">
                  <a:solidFill>
                    <a:srgbClr val="E17751"/>
                  </a:solidFill>
                  <a:latin typeface="微软雅黑" panose="020B0503020204020204" pitchFamily="34" charset="-122"/>
                  <a:ea typeface="微软雅黑" panose="020B0503020204020204" pitchFamily="34" charset="-122"/>
                </a:rPr>
                <a:t>共产主义社会的基本特征</a:t>
              </a:r>
            </a:p>
          </p:txBody>
        </p:sp>
        <p:grpSp>
          <p:nvGrpSpPr>
            <p:cNvPr id="12" name="组合 11">
              <a:extLst>
                <a:ext uri="{FF2B5EF4-FFF2-40B4-BE49-F238E27FC236}">
                  <a16:creationId xmlns:a16="http://schemas.microsoft.com/office/drawing/2014/main" id="{136FD010-05BD-2BD5-30B4-05AA67F2EA70}"/>
                </a:ext>
              </a:extLst>
            </p:cNvPr>
            <p:cNvGrpSpPr/>
            <p:nvPr/>
          </p:nvGrpSpPr>
          <p:grpSpPr>
            <a:xfrm>
              <a:off x="4587178" y="3208399"/>
              <a:ext cx="5649158" cy="1054441"/>
              <a:chOff x="4587178" y="3195699"/>
              <a:chExt cx="5649158" cy="1054441"/>
            </a:xfrm>
          </p:grpSpPr>
          <p:cxnSp>
            <p:nvCxnSpPr>
              <p:cNvPr id="143" name="直接连接符 142"/>
              <p:cNvCxnSpPr>
                <a:cxnSpLocks/>
                <a:stCxn id="151" idx="1"/>
              </p:cNvCxnSpPr>
              <p:nvPr/>
            </p:nvCxnSpPr>
            <p:spPr>
              <a:xfrm flipH="1">
                <a:off x="5270838" y="3411699"/>
                <a:ext cx="44181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a:cxnSpLocks/>
                <a:stCxn id="149" idx="1"/>
              </p:cNvCxnSpPr>
              <p:nvPr/>
            </p:nvCxnSpPr>
            <p:spPr>
              <a:xfrm flipH="1">
                <a:off x="5270838" y="4034140"/>
                <a:ext cx="44181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45" name="组合 144"/>
              <p:cNvGrpSpPr/>
              <p:nvPr/>
            </p:nvGrpSpPr>
            <p:grpSpPr>
              <a:xfrm>
                <a:off x="5712657" y="3195699"/>
                <a:ext cx="4523679" cy="432000"/>
                <a:chOff x="4715590" y="553243"/>
                <a:chExt cx="3312000" cy="432000"/>
              </a:xfrm>
            </p:grpSpPr>
            <p:sp>
              <p:nvSpPr>
                <p:cNvPr id="151"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马克思之前的思想家对未来社会的设想</a:t>
                  </a:r>
                </a:p>
              </p:txBody>
            </p:sp>
            <p:cxnSp>
              <p:nvCxnSpPr>
                <p:cNvPr id="152" name="直接连接符 151"/>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6" name="组合 145"/>
              <p:cNvGrpSpPr/>
              <p:nvPr/>
            </p:nvGrpSpPr>
            <p:grpSpPr>
              <a:xfrm>
                <a:off x="5712657" y="3818140"/>
                <a:ext cx="4523679" cy="432000"/>
                <a:chOff x="4715590" y="1442898"/>
                <a:chExt cx="3312000" cy="432000"/>
              </a:xfrm>
            </p:grpSpPr>
            <p:sp>
              <p:nvSpPr>
                <p:cNvPr id="149"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预见未来社会的科学方法</a:t>
                  </a:r>
                </a:p>
              </p:txBody>
            </p:sp>
            <p:cxnSp>
              <p:nvCxnSpPr>
                <p:cNvPr id="150" name="直接连接符 149"/>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cxnSp>
            <p:nvCxnSpPr>
              <p:cNvPr id="147" name="直接连接符 146"/>
              <p:cNvCxnSpPr>
                <a:cxnSpLocks/>
              </p:cNvCxnSpPr>
              <p:nvPr/>
            </p:nvCxnSpPr>
            <p:spPr>
              <a:xfrm>
                <a:off x="5270838" y="3411699"/>
                <a:ext cx="0" cy="622441"/>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flipH="1" flipV="1">
                <a:off x="4587178" y="3721658"/>
                <a:ext cx="683660" cy="252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 name="组合 91"/>
          <p:cNvGrpSpPr/>
          <p:nvPr/>
        </p:nvGrpSpPr>
        <p:grpSpPr>
          <a:xfrm>
            <a:off x="1207334" y="2167201"/>
            <a:ext cx="683184" cy="2946498"/>
            <a:chOff x="1740084" y="1905582"/>
            <a:chExt cx="683184" cy="2946498"/>
          </a:xfrm>
        </p:grpSpPr>
        <p:cxnSp>
          <p:nvCxnSpPr>
            <p:cNvPr id="62" name="直接连接符 61"/>
            <p:cNvCxnSpPr/>
            <p:nvPr/>
          </p:nvCxnSpPr>
          <p:spPr>
            <a:xfrm flipH="1" flipV="1">
              <a:off x="2135268" y="1905582"/>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flipV="1">
              <a:off x="2135268" y="3392035"/>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flipV="1">
              <a:off x="2135268" y="4852080"/>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2135268" y="1905582"/>
              <a:ext cx="0" cy="294649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flipV="1">
              <a:off x="1740084" y="3392035"/>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82" name="组合 81"/>
          <p:cNvGrpSpPr/>
          <p:nvPr/>
        </p:nvGrpSpPr>
        <p:grpSpPr>
          <a:xfrm>
            <a:off x="5433077" y="686978"/>
            <a:ext cx="2524050" cy="400110"/>
            <a:chOff x="1131850" y="3079821"/>
            <a:chExt cx="2524050" cy="400110"/>
          </a:xfrm>
        </p:grpSpPr>
        <p:sp>
          <p:nvSpPr>
            <p:cNvPr id="83" name="文本框 82"/>
            <p:cNvSpPr txBox="1"/>
            <p:nvPr/>
          </p:nvSpPr>
          <p:spPr>
            <a:xfrm>
              <a:off x="1383665" y="3079821"/>
              <a:ext cx="227223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第七章小结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2</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84" name="组合 83"/>
            <p:cNvGrpSpPr/>
            <p:nvPr/>
          </p:nvGrpSpPr>
          <p:grpSpPr>
            <a:xfrm>
              <a:off x="1131850" y="3158981"/>
              <a:ext cx="263338" cy="243183"/>
              <a:chOff x="1164218" y="3158981"/>
              <a:chExt cx="263338" cy="243183"/>
            </a:xfrm>
          </p:grpSpPr>
          <p:grpSp>
            <p:nvGrpSpPr>
              <p:cNvPr id="85" name="组合 84"/>
              <p:cNvGrpSpPr/>
              <p:nvPr/>
            </p:nvGrpSpPr>
            <p:grpSpPr>
              <a:xfrm>
                <a:off x="1164220" y="3158981"/>
                <a:ext cx="263336" cy="240802"/>
                <a:chOff x="1164220" y="3158981"/>
                <a:chExt cx="263336" cy="240802"/>
              </a:xfrm>
            </p:grpSpPr>
            <p:sp>
              <p:nvSpPr>
                <p:cNvPr id="87" name="平行四边形 86"/>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8" name="直角三角形 87"/>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9" name="平行四边形 88"/>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86" name="直角三角形 85"/>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cxnSp>
        <p:nvCxnSpPr>
          <p:cNvPr id="99" name="直接连接符 98"/>
          <p:cNvCxnSpPr>
            <a:cxnSpLocks/>
          </p:cNvCxnSpPr>
          <p:nvPr/>
        </p:nvCxnSpPr>
        <p:spPr>
          <a:xfrm>
            <a:off x="3958888" y="2186135"/>
            <a:ext cx="1615540" cy="0"/>
          </a:xfrm>
          <a:prstGeom prst="line">
            <a:avLst/>
          </a:prstGeom>
          <a:ln w="12700" cap="sq">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95" name="组合 94"/>
          <p:cNvGrpSpPr/>
          <p:nvPr/>
        </p:nvGrpSpPr>
        <p:grpSpPr>
          <a:xfrm>
            <a:off x="5727350" y="1631100"/>
            <a:ext cx="4757764" cy="1110070"/>
            <a:chOff x="4441270" y="38685"/>
            <a:chExt cx="3312000" cy="995044"/>
          </a:xfrm>
        </p:grpSpPr>
        <p:sp>
          <p:nvSpPr>
            <p:cNvPr id="97" name="îṣľîďê"/>
            <p:cNvSpPr/>
            <p:nvPr/>
          </p:nvSpPr>
          <p:spPr>
            <a:xfrm>
              <a:off x="4441270" y="38685"/>
              <a:ext cx="3312000" cy="995044"/>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indent="-457200" defTabSz="914400">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人类社会发展的必然要求</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endParaRPr>
            </a:p>
            <a:p>
              <a:pPr indent="-457200" defTabSz="914400">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资本主义基本矛盾发展的必然结果</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endParaRPr>
            </a:p>
            <a:p>
              <a:pPr indent="-457200" defTabSz="914400">
                <a:lnSpc>
                  <a:spcPct val="150000"/>
                </a:lnSpc>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社会主义发展的历史趋势</a:t>
              </a:r>
            </a:p>
          </p:txBody>
        </p:sp>
        <p:cxnSp>
          <p:nvCxnSpPr>
            <p:cNvPr id="98" name="直接连接符 97"/>
            <p:cNvCxnSpPr/>
            <p:nvPr/>
          </p:nvCxnSpPr>
          <p:spPr>
            <a:xfrm>
              <a:off x="7753270" y="258889"/>
              <a:ext cx="0" cy="572634"/>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101" name="文本框 100"/>
          <p:cNvSpPr txBox="1"/>
          <p:nvPr/>
        </p:nvSpPr>
        <p:spPr>
          <a:xfrm>
            <a:off x="4026742" y="1818043"/>
            <a:ext cx="1479832" cy="307777"/>
          </a:xfrm>
          <a:prstGeom prst="rect">
            <a:avLst/>
          </a:prstGeom>
          <a:noFill/>
        </p:spPr>
        <p:txBody>
          <a:bodyPr wrap="square">
            <a:spAutoFit/>
          </a:bodyPr>
          <a:lstStyle/>
          <a:p>
            <a:pPr marL="36195"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实现共产主义是</a:t>
            </a:r>
          </a:p>
        </p:txBody>
      </p:sp>
      <p:grpSp>
        <p:nvGrpSpPr>
          <p:cNvPr id="3" name="组合 2">
            <a:extLst>
              <a:ext uri="{FF2B5EF4-FFF2-40B4-BE49-F238E27FC236}">
                <a16:creationId xmlns:a16="http://schemas.microsoft.com/office/drawing/2014/main" id="{F09CEDF7-D7D1-F73D-C853-42429A938EC6}"/>
              </a:ext>
            </a:extLst>
          </p:cNvPr>
          <p:cNvGrpSpPr/>
          <p:nvPr/>
        </p:nvGrpSpPr>
        <p:grpSpPr>
          <a:xfrm>
            <a:off x="3626559" y="3347231"/>
            <a:ext cx="1090407" cy="622441"/>
            <a:chOff x="4122518" y="3347231"/>
            <a:chExt cx="1090407" cy="622441"/>
          </a:xfrm>
        </p:grpSpPr>
        <p:cxnSp>
          <p:nvCxnSpPr>
            <p:cNvPr id="108" name="直接连接符 107"/>
            <p:cNvCxnSpPr>
              <a:cxnSpLocks/>
            </p:cNvCxnSpPr>
            <p:nvPr/>
          </p:nvCxnSpPr>
          <p:spPr>
            <a:xfrm flipH="1" flipV="1">
              <a:off x="4924925" y="3347231"/>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a:cxnSpLocks/>
            </p:cNvCxnSpPr>
            <p:nvPr/>
          </p:nvCxnSpPr>
          <p:spPr>
            <a:xfrm flipH="1" flipV="1">
              <a:off x="4924925" y="3969672"/>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a:cxnSpLocks/>
            </p:cNvCxnSpPr>
            <p:nvPr/>
          </p:nvCxnSpPr>
          <p:spPr>
            <a:xfrm>
              <a:off x="4924925" y="3347231"/>
              <a:ext cx="0" cy="622441"/>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flipV="1">
              <a:off x="4122518" y="3657190"/>
              <a:ext cx="800366" cy="252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4772D893-9265-2819-350D-1761F6F681B4}"/>
              </a:ext>
            </a:extLst>
          </p:cNvPr>
          <p:cNvGrpSpPr/>
          <p:nvPr/>
        </p:nvGrpSpPr>
        <p:grpSpPr>
          <a:xfrm>
            <a:off x="3626559" y="4837683"/>
            <a:ext cx="1090407" cy="622441"/>
            <a:chOff x="4122518" y="4837683"/>
            <a:chExt cx="1090407" cy="622441"/>
          </a:xfrm>
        </p:grpSpPr>
        <p:cxnSp>
          <p:nvCxnSpPr>
            <p:cNvPr id="119" name="直接连接符 118"/>
            <p:cNvCxnSpPr>
              <a:cxnSpLocks/>
            </p:cNvCxnSpPr>
            <p:nvPr/>
          </p:nvCxnSpPr>
          <p:spPr>
            <a:xfrm flipH="1" flipV="1">
              <a:off x="4924925" y="4837683"/>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flipV="1">
              <a:off x="4924925" y="546012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cxnSpLocks/>
            </p:cNvCxnSpPr>
            <p:nvPr/>
          </p:nvCxnSpPr>
          <p:spPr>
            <a:xfrm>
              <a:off x="4924925" y="4837683"/>
              <a:ext cx="0" cy="622441"/>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flipV="1">
              <a:off x="4122518" y="5147642"/>
              <a:ext cx="800366" cy="2522"/>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
        <p:nvSpPr>
          <p:cNvPr id="31" name="右大括号 30"/>
          <p:cNvSpPr/>
          <p:nvPr/>
        </p:nvSpPr>
        <p:spPr>
          <a:xfrm>
            <a:off x="10589482" y="2019740"/>
            <a:ext cx="356096" cy="1995652"/>
          </a:xfrm>
          <a:prstGeom prst="rightBrace">
            <a:avLst>
              <a:gd name="adj1" fmla="val 41501"/>
              <a:gd name="adj2" fmla="val 50000"/>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9" name="文本框 128"/>
          <p:cNvSpPr txBox="1"/>
          <p:nvPr/>
        </p:nvSpPr>
        <p:spPr>
          <a:xfrm>
            <a:off x="10997394" y="2863677"/>
            <a:ext cx="804462" cy="307777"/>
          </a:xfrm>
          <a:prstGeom prst="rect">
            <a:avLst/>
          </a:prstGeom>
          <a:noFill/>
        </p:spPr>
        <p:txBody>
          <a:bodyPr wrap="square">
            <a:spAutoFit/>
          </a:bodyPr>
          <a:lstStyle/>
          <a:p>
            <a:pPr marL="36195"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必然性</a:t>
            </a:r>
          </a:p>
        </p:txBody>
      </p:sp>
      <p:sp>
        <p:nvSpPr>
          <p:cNvPr id="130" name="右大括号 129"/>
          <p:cNvSpPr/>
          <p:nvPr/>
        </p:nvSpPr>
        <p:spPr>
          <a:xfrm>
            <a:off x="10589482" y="3349635"/>
            <a:ext cx="515322" cy="2187352"/>
          </a:xfrm>
          <a:prstGeom prst="rightBrace">
            <a:avLst>
              <a:gd name="adj1" fmla="val 39529"/>
              <a:gd name="adj2" fmla="val 50000"/>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1" name="文本框 130"/>
          <p:cNvSpPr txBox="1"/>
          <p:nvPr/>
        </p:nvSpPr>
        <p:spPr>
          <a:xfrm>
            <a:off x="10997394" y="4276778"/>
            <a:ext cx="804462" cy="307777"/>
          </a:xfrm>
          <a:prstGeom prst="rect">
            <a:avLst/>
          </a:prstGeom>
          <a:noFill/>
        </p:spPr>
        <p:txBody>
          <a:bodyPr wrap="square">
            <a:spAutoFit/>
          </a:bodyPr>
          <a:lstStyle/>
          <a:p>
            <a:pPr marL="36195"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长期性</a:t>
            </a:r>
          </a:p>
        </p:txBody>
      </p:sp>
      <p:grpSp>
        <p:nvGrpSpPr>
          <p:cNvPr id="110" name="组合 109"/>
          <p:cNvGrpSpPr/>
          <p:nvPr/>
        </p:nvGrpSpPr>
        <p:grpSpPr>
          <a:xfrm>
            <a:off x="4716967" y="3131231"/>
            <a:ext cx="5768150" cy="432000"/>
            <a:chOff x="4715590" y="553243"/>
            <a:chExt cx="3312000" cy="432000"/>
          </a:xfrm>
        </p:grpSpPr>
        <p:sp>
          <p:nvSpPr>
            <p:cNvPr id="116"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社会主义代替资本主义和最终实现共产主义的历史进程</a:t>
              </a:r>
            </a:p>
          </p:txBody>
        </p:sp>
        <p:cxnSp>
          <p:nvCxnSpPr>
            <p:cNvPr id="117" name="直接连接符 116"/>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1" name="组合 110"/>
          <p:cNvGrpSpPr/>
          <p:nvPr/>
        </p:nvGrpSpPr>
        <p:grpSpPr>
          <a:xfrm>
            <a:off x="4716967" y="3753672"/>
            <a:ext cx="5768150" cy="432000"/>
            <a:chOff x="4715590" y="1442898"/>
            <a:chExt cx="3312000" cy="432000"/>
          </a:xfrm>
        </p:grpSpPr>
        <p:sp>
          <p:nvSpPr>
            <p:cNvPr id="114"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实现共产主义是人类最伟大的事业</a:t>
              </a:r>
            </a:p>
          </p:txBody>
        </p:sp>
        <p:cxnSp>
          <p:nvCxnSpPr>
            <p:cNvPr id="115" name="直接连接符 114"/>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21" name="组合 120"/>
          <p:cNvGrpSpPr/>
          <p:nvPr/>
        </p:nvGrpSpPr>
        <p:grpSpPr>
          <a:xfrm>
            <a:off x="4716967" y="4621683"/>
            <a:ext cx="5768154" cy="432000"/>
            <a:chOff x="4715590" y="553243"/>
            <a:chExt cx="3312000" cy="432000"/>
          </a:xfrm>
        </p:grpSpPr>
        <p:sp>
          <p:nvSpPr>
            <p:cNvPr id="127"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资本主义的灭亡和向社会主义的转变是一个长期的过程</a:t>
              </a:r>
            </a:p>
          </p:txBody>
        </p:sp>
        <p:cxnSp>
          <p:nvCxnSpPr>
            <p:cNvPr id="128" name="直接连接符 127"/>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22" name="组合 121"/>
          <p:cNvGrpSpPr/>
          <p:nvPr/>
        </p:nvGrpSpPr>
        <p:grpSpPr>
          <a:xfrm>
            <a:off x="4716967" y="5244124"/>
            <a:ext cx="5768154" cy="432000"/>
            <a:chOff x="4715590" y="1442898"/>
            <a:chExt cx="3312000" cy="432000"/>
          </a:xfrm>
        </p:grpSpPr>
        <p:sp>
          <p:nvSpPr>
            <p:cNvPr id="125"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社会主义社会的充分发展和最终向共产主义过渡需要很长的历史时期</a:t>
              </a:r>
            </a:p>
          </p:txBody>
        </p:sp>
        <p:cxnSp>
          <p:nvCxnSpPr>
            <p:cNvPr id="126" name="直接连接符 125"/>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68" name="组合 67"/>
          <p:cNvGrpSpPr/>
          <p:nvPr/>
        </p:nvGrpSpPr>
        <p:grpSpPr>
          <a:xfrm>
            <a:off x="1890519" y="1747361"/>
            <a:ext cx="1944000" cy="828000"/>
            <a:chOff x="2073419" y="858311"/>
            <a:chExt cx="2232000" cy="828000"/>
          </a:xfrm>
        </p:grpSpPr>
        <p:sp>
          <p:nvSpPr>
            <p:cNvPr id="78" name="iṣ1ïḑé"/>
            <p:cNvSpPr/>
            <p:nvPr/>
          </p:nvSpPr>
          <p:spPr>
            <a:xfrm>
              <a:off x="2073419" y="858311"/>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a:solidFill>
                    <a:schemeClr val="tx1">
                      <a:lumMod val="85000"/>
                      <a:lumOff val="15000"/>
                    </a:schemeClr>
                  </a:solidFill>
                  <a:latin typeface="微软雅黑" panose="020B0503020204020204" pitchFamily="34" charset="-122"/>
                  <a:ea typeface="微软雅黑" panose="020B0503020204020204" pitchFamily="34" charset="-122"/>
                </a:rPr>
                <a:t>共产主义理想</a:t>
              </a:r>
              <a:endParaRPr lang="en-US" altLang="zh-CN" sz="1600">
                <a:solidFill>
                  <a:schemeClr val="tx1">
                    <a:lumMod val="85000"/>
                    <a:lumOff val="15000"/>
                  </a:schemeClr>
                </a:solidFill>
                <a:latin typeface="微软雅黑" panose="020B0503020204020204" pitchFamily="34" charset="-122"/>
                <a:ea typeface="微软雅黑" panose="020B0503020204020204" pitchFamily="34" charset="-122"/>
              </a:endParaRPr>
            </a:p>
            <a:p>
              <a:pPr algn="ctr" defTabSz="914400">
                <a:lnSpc>
                  <a:spcPct val="120000"/>
                </a:lnSpc>
              </a:pPr>
              <a:r>
                <a:rPr lang="zh-CN" altLang="en-US" sz="1600">
                  <a:solidFill>
                    <a:schemeClr val="tx1">
                      <a:lumMod val="85000"/>
                      <a:lumOff val="15000"/>
                    </a:schemeClr>
                  </a:solidFill>
                  <a:latin typeface="微软雅黑" panose="020B0503020204020204" pitchFamily="34" charset="-122"/>
                  <a:ea typeface="微软雅黑" panose="020B0503020204020204" pitchFamily="34" charset="-122"/>
                </a:rPr>
                <a:t>能够实现吗</a:t>
              </a:r>
              <a:endPar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79" name="直接连接符 78"/>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70" name="组合 69"/>
          <p:cNvGrpSpPr/>
          <p:nvPr/>
        </p:nvGrpSpPr>
        <p:grpSpPr>
          <a:xfrm>
            <a:off x="1890519" y="4682065"/>
            <a:ext cx="1944000" cy="828000"/>
            <a:chOff x="2073419" y="910582"/>
            <a:chExt cx="2232000" cy="828000"/>
          </a:xfrm>
        </p:grpSpPr>
        <p:cxnSp>
          <p:nvCxnSpPr>
            <p:cNvPr id="75" name="直接连接符 74"/>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sp>
          <p:nvSpPr>
            <p:cNvPr id="74" name="iṣ1ïḑé"/>
            <p:cNvSpPr/>
            <p:nvPr/>
          </p:nvSpPr>
          <p:spPr>
            <a:xfrm>
              <a:off x="2073419" y="910582"/>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共产主义社会</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defTabSz="914400">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能够速成吗</a:t>
              </a:r>
            </a:p>
          </p:txBody>
        </p:sp>
      </p:grpSp>
      <p:grpSp>
        <p:nvGrpSpPr>
          <p:cNvPr id="69" name="组合 68"/>
          <p:cNvGrpSpPr/>
          <p:nvPr/>
        </p:nvGrpSpPr>
        <p:grpSpPr>
          <a:xfrm>
            <a:off x="1890519" y="3214713"/>
            <a:ext cx="1944000" cy="828000"/>
            <a:chOff x="2073419" y="910582"/>
            <a:chExt cx="2232000" cy="828000"/>
          </a:xfrm>
        </p:grpSpPr>
        <p:sp>
          <p:nvSpPr>
            <p:cNvPr id="76" name="iṣ1ïḑé"/>
            <p:cNvSpPr/>
            <p:nvPr/>
          </p:nvSpPr>
          <p:spPr>
            <a:xfrm>
              <a:off x="2073419" y="910582"/>
              <a:ext cx="2232000"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共产主义可以</a:t>
              </a:r>
              <a:endPar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defTabSz="914400">
                <a:lnSpc>
                  <a:spcPct val="12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自动实现吗</a:t>
              </a:r>
            </a:p>
          </p:txBody>
        </p:sp>
        <p:cxnSp>
          <p:nvCxnSpPr>
            <p:cNvPr id="77" name="直接连接符 76"/>
            <p:cNvCxnSpPr/>
            <p:nvPr/>
          </p:nvCxnSpPr>
          <p:spPr>
            <a:xfrm>
              <a:off x="2076838" y="1018582"/>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80" name="iṧļiḑe"/>
          <p:cNvSpPr/>
          <p:nvPr/>
        </p:nvSpPr>
        <p:spPr>
          <a:xfrm>
            <a:off x="628668" y="927662"/>
            <a:ext cx="648000" cy="5433147"/>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zh-CN" altLang="en-US" sz="2000" b="1">
                <a:solidFill>
                  <a:srgbClr val="E17751"/>
                </a:solidFill>
                <a:latin typeface="微软雅黑" panose="020B0503020204020204" pitchFamily="34" charset="-122"/>
                <a:ea typeface="微软雅黑" panose="020B0503020204020204" pitchFamily="34" charset="-122"/>
              </a:rPr>
              <a:t>实现共产主义的历史必然性与长期性</a:t>
            </a:r>
            <a:endParaRPr lang="zh-CN" altLang="en-US" sz="2000" b="1" dirty="0">
              <a:solidFill>
                <a:srgbClr val="E1775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组合 81"/>
          <p:cNvGrpSpPr/>
          <p:nvPr/>
        </p:nvGrpSpPr>
        <p:grpSpPr>
          <a:xfrm>
            <a:off x="5433077" y="916763"/>
            <a:ext cx="2524050" cy="400110"/>
            <a:chOff x="1131850" y="3079821"/>
            <a:chExt cx="2524050" cy="400110"/>
          </a:xfrm>
        </p:grpSpPr>
        <p:sp>
          <p:nvSpPr>
            <p:cNvPr id="83" name="文本框 82"/>
            <p:cNvSpPr txBox="1"/>
            <p:nvPr/>
          </p:nvSpPr>
          <p:spPr>
            <a:xfrm>
              <a:off x="1383665" y="3079821"/>
              <a:ext cx="227223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0" normalizeH="0" baseline="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第七章</a:t>
              </a:r>
              <a:r>
                <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小结</a:t>
              </a:r>
              <a:r>
                <a:rPr kumimoji="1" lang="en-US" altLang="zh-CN"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rPr>
                <a:t>3</a:t>
              </a:r>
              <a:endParaRPr kumimoji="1" lang="zh-CN" altLang="en-US" sz="2000" b="1" i="0" u="none" strike="noStrike" kern="1200" cap="none" spc="0" normalizeH="0" baseline="0" noProof="0" dirty="0">
                <a:ln>
                  <a:noFill/>
                </a:ln>
                <a:solidFill>
                  <a:prstClr val="black">
                    <a:lumMod val="95000"/>
                    <a:lumOff val="5000"/>
                  </a:prstClr>
                </a:solidFill>
                <a:effectLst/>
                <a:uLnTx/>
                <a:uFillTx/>
                <a:latin typeface="微软雅黑" panose="020B0503020204020204" pitchFamily="34" charset="-122"/>
                <a:ea typeface="微软雅黑" panose="020B0503020204020204" pitchFamily="34" charset="-122"/>
                <a:cs typeface="+mn-cs"/>
              </a:endParaRPr>
            </a:p>
          </p:txBody>
        </p:sp>
        <p:grpSp>
          <p:nvGrpSpPr>
            <p:cNvPr id="84" name="组合 83"/>
            <p:cNvGrpSpPr/>
            <p:nvPr/>
          </p:nvGrpSpPr>
          <p:grpSpPr>
            <a:xfrm>
              <a:off x="1131850" y="3158981"/>
              <a:ext cx="263338" cy="243183"/>
              <a:chOff x="1164218" y="3158981"/>
              <a:chExt cx="263338" cy="243183"/>
            </a:xfrm>
          </p:grpSpPr>
          <p:grpSp>
            <p:nvGrpSpPr>
              <p:cNvPr id="85" name="组合 84"/>
              <p:cNvGrpSpPr/>
              <p:nvPr/>
            </p:nvGrpSpPr>
            <p:grpSpPr>
              <a:xfrm>
                <a:off x="1164220" y="3158981"/>
                <a:ext cx="263336" cy="240802"/>
                <a:chOff x="1164220" y="3158981"/>
                <a:chExt cx="263336" cy="240802"/>
              </a:xfrm>
            </p:grpSpPr>
            <p:sp>
              <p:nvSpPr>
                <p:cNvPr id="87" name="平行四边形 86"/>
                <p:cNvSpPr/>
                <p:nvPr/>
              </p:nvSpPr>
              <p:spPr>
                <a:xfrm flipH="1">
                  <a:off x="1251999" y="3159969"/>
                  <a:ext cx="175557" cy="239814"/>
                </a:xfrm>
                <a:prstGeom prst="parallelogram">
                  <a:avLst>
                    <a:gd name="adj" fmla="val 58470"/>
                  </a:avLst>
                </a:prstGeom>
                <a:solidFill>
                  <a:srgbClr val="FED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8" name="直角三角形 87"/>
                <p:cNvSpPr/>
                <p:nvPr/>
              </p:nvSpPr>
              <p:spPr>
                <a:xfrm flipH="1" flipV="1">
                  <a:off x="1339776" y="3158981"/>
                  <a:ext cx="87778" cy="187866"/>
                </a:xfrm>
                <a:prstGeom prst="rtTriangle">
                  <a:avLst/>
                </a:prstGeom>
                <a:solidFill>
                  <a:srgbClr val="F2EB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9" name="平行四边形 88"/>
                <p:cNvSpPr/>
                <p:nvPr/>
              </p:nvSpPr>
              <p:spPr>
                <a:xfrm flipH="1">
                  <a:off x="1164220" y="3159969"/>
                  <a:ext cx="175557" cy="239814"/>
                </a:xfrm>
                <a:prstGeom prst="parallelogram">
                  <a:avLst>
                    <a:gd name="adj" fmla="val 58470"/>
                  </a:avLst>
                </a:prstGeom>
                <a:solidFill>
                  <a:srgbClr val="E89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86" name="直角三角形 85"/>
              <p:cNvSpPr/>
              <p:nvPr/>
            </p:nvSpPr>
            <p:spPr>
              <a:xfrm>
                <a:off x="1164218" y="3214298"/>
                <a:ext cx="87778" cy="187866"/>
              </a:xfrm>
              <a:prstGeom prst="rtTriangle">
                <a:avLst/>
              </a:prstGeom>
              <a:solidFill>
                <a:srgbClr val="9851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grpSp>
        <p:nvGrpSpPr>
          <p:cNvPr id="2" name="组合 1">
            <a:extLst>
              <a:ext uri="{FF2B5EF4-FFF2-40B4-BE49-F238E27FC236}">
                <a16:creationId xmlns:a16="http://schemas.microsoft.com/office/drawing/2014/main" id="{E7F84EC4-650F-EA8A-C386-48547331E106}"/>
              </a:ext>
            </a:extLst>
          </p:cNvPr>
          <p:cNvGrpSpPr/>
          <p:nvPr/>
        </p:nvGrpSpPr>
        <p:grpSpPr>
          <a:xfrm>
            <a:off x="881450" y="1523232"/>
            <a:ext cx="10429100" cy="4281772"/>
            <a:chOff x="842558" y="1523232"/>
            <a:chExt cx="10429100" cy="4281772"/>
          </a:xfrm>
        </p:grpSpPr>
        <p:grpSp>
          <p:nvGrpSpPr>
            <p:cNvPr id="9" name="组合 8">
              <a:extLst>
                <a:ext uri="{FF2B5EF4-FFF2-40B4-BE49-F238E27FC236}">
                  <a16:creationId xmlns:a16="http://schemas.microsoft.com/office/drawing/2014/main" id="{D35910FC-778E-F522-2948-FE77EA134B0E}"/>
                </a:ext>
              </a:extLst>
            </p:cNvPr>
            <p:cNvGrpSpPr/>
            <p:nvPr/>
          </p:nvGrpSpPr>
          <p:grpSpPr>
            <a:xfrm>
              <a:off x="5368320" y="2255114"/>
              <a:ext cx="802409" cy="1073385"/>
              <a:chOff x="5175816" y="2239072"/>
              <a:chExt cx="802409" cy="1073385"/>
            </a:xfrm>
          </p:grpSpPr>
          <p:cxnSp>
            <p:nvCxnSpPr>
              <p:cNvPr id="90" name="直接连接符 89"/>
              <p:cNvCxnSpPr>
                <a:cxnSpLocks/>
              </p:cNvCxnSpPr>
              <p:nvPr/>
            </p:nvCxnSpPr>
            <p:spPr>
              <a:xfrm flipH="1" flipV="1">
                <a:off x="5690225" y="2239072"/>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flipV="1">
                <a:off x="5690225" y="3312457"/>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a:cxnSpLocks/>
              </p:cNvCxnSpPr>
              <p:nvPr/>
            </p:nvCxnSpPr>
            <p:spPr>
              <a:xfrm>
                <a:off x="5690225" y="2239072"/>
                <a:ext cx="0" cy="1068058"/>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a:cxnSpLocks/>
              </p:cNvCxnSpPr>
              <p:nvPr/>
            </p:nvCxnSpPr>
            <p:spPr>
              <a:xfrm flipH="1">
                <a:off x="5175816" y="2752891"/>
                <a:ext cx="512368"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6EF0995F-8030-19D8-AAB5-665DC7013DDA}"/>
                </a:ext>
              </a:extLst>
            </p:cNvPr>
            <p:cNvGrpSpPr/>
            <p:nvPr/>
          </p:nvGrpSpPr>
          <p:grpSpPr>
            <a:xfrm>
              <a:off x="5368320" y="4422746"/>
              <a:ext cx="802409" cy="986258"/>
              <a:chOff x="5175816" y="4406704"/>
              <a:chExt cx="802409" cy="986258"/>
            </a:xfrm>
          </p:grpSpPr>
          <p:cxnSp>
            <p:nvCxnSpPr>
              <p:cNvPr id="122" name="直接连接符 121"/>
              <p:cNvCxnSpPr>
                <a:cxnSpLocks/>
              </p:cNvCxnSpPr>
              <p:nvPr/>
            </p:nvCxnSpPr>
            <p:spPr>
              <a:xfrm flipH="1" flipV="1">
                <a:off x="5690225" y="4406704"/>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a:cxnSpLocks/>
              </p:cNvCxnSpPr>
              <p:nvPr/>
            </p:nvCxnSpPr>
            <p:spPr>
              <a:xfrm flipH="1" flipV="1">
                <a:off x="5690225" y="5392962"/>
                <a:ext cx="288000"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a:cxnSpLocks/>
              </p:cNvCxnSpPr>
              <p:nvPr/>
            </p:nvCxnSpPr>
            <p:spPr>
              <a:xfrm>
                <a:off x="5690225" y="4406704"/>
                <a:ext cx="0" cy="986258"/>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cxnSpLocks/>
              </p:cNvCxnSpPr>
              <p:nvPr/>
            </p:nvCxnSpPr>
            <p:spPr>
              <a:xfrm flipH="1">
                <a:off x="5175816" y="4893406"/>
                <a:ext cx="512368"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E1E722A0-63CE-83A4-E80B-631EEDACB95E}"/>
                </a:ext>
              </a:extLst>
            </p:cNvPr>
            <p:cNvGrpSpPr/>
            <p:nvPr/>
          </p:nvGrpSpPr>
          <p:grpSpPr>
            <a:xfrm>
              <a:off x="9312242" y="1713955"/>
              <a:ext cx="746377" cy="1119630"/>
              <a:chOff x="9352371" y="1697913"/>
              <a:chExt cx="746377" cy="1119630"/>
            </a:xfrm>
          </p:grpSpPr>
          <p:cxnSp>
            <p:nvCxnSpPr>
              <p:cNvPr id="17" name="直接连接符 16"/>
              <p:cNvCxnSpPr/>
              <p:nvPr/>
            </p:nvCxnSpPr>
            <p:spPr>
              <a:xfrm flipH="1" flipV="1">
                <a:off x="9914948" y="1697913"/>
                <a:ext cx="18379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flipV="1">
                <a:off x="9914948" y="2079366"/>
                <a:ext cx="18379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cxnSpLocks/>
              </p:cNvCxnSpPr>
              <p:nvPr/>
            </p:nvCxnSpPr>
            <p:spPr>
              <a:xfrm>
                <a:off x="9914948" y="1697913"/>
                <a:ext cx="0" cy="111963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cxnSpLocks/>
              </p:cNvCxnSpPr>
              <p:nvPr/>
            </p:nvCxnSpPr>
            <p:spPr>
              <a:xfrm flipH="1">
                <a:off x="9352371" y="2239072"/>
                <a:ext cx="562577"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flipV="1">
                <a:off x="9914949" y="2438557"/>
                <a:ext cx="18379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flipV="1">
                <a:off x="9914948" y="2810678"/>
                <a:ext cx="183799" cy="0"/>
              </a:xfrm>
              <a:prstGeom prst="line">
                <a:avLst/>
              </a:prstGeom>
              <a:ln w="12700" cap="sq">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92" name="组合 91"/>
            <p:cNvGrpSpPr/>
            <p:nvPr/>
          </p:nvGrpSpPr>
          <p:grpSpPr>
            <a:xfrm>
              <a:off x="1396429" y="2790776"/>
              <a:ext cx="683184" cy="2127341"/>
              <a:chOff x="1740084" y="2186843"/>
              <a:chExt cx="683184" cy="2127341"/>
            </a:xfrm>
          </p:grpSpPr>
          <p:cxnSp>
            <p:nvCxnSpPr>
              <p:cNvPr id="62" name="直接连接符 61"/>
              <p:cNvCxnSpPr>
                <a:cxnSpLocks/>
              </p:cNvCxnSpPr>
              <p:nvPr/>
            </p:nvCxnSpPr>
            <p:spPr>
              <a:xfrm flipH="1" flipV="1">
                <a:off x="2135268" y="2186843"/>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flipV="1">
                <a:off x="2135268" y="4314184"/>
                <a:ext cx="288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cxnSpLocks/>
              </p:cNvCxnSpPr>
              <p:nvPr/>
            </p:nvCxnSpPr>
            <p:spPr>
              <a:xfrm>
                <a:off x="2135268" y="2186843"/>
                <a:ext cx="0" cy="2127341"/>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flipV="1">
                <a:off x="1740084" y="3234555"/>
                <a:ext cx="39600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68" name="组合 67"/>
            <p:cNvGrpSpPr/>
            <p:nvPr/>
          </p:nvGrpSpPr>
          <p:grpSpPr>
            <a:xfrm>
              <a:off x="2079612" y="2318933"/>
              <a:ext cx="3502061" cy="900000"/>
              <a:chOff x="2073419" y="858311"/>
              <a:chExt cx="2310664" cy="828000"/>
            </a:xfrm>
          </p:grpSpPr>
          <p:sp>
            <p:nvSpPr>
              <p:cNvPr id="78" name="iṣ1ïḑé"/>
              <p:cNvSpPr/>
              <p:nvPr/>
            </p:nvSpPr>
            <p:spPr>
              <a:xfrm>
                <a:off x="2073419" y="858311"/>
                <a:ext cx="2310664"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3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如何理解远大理想与共同理想的关系</a:t>
                </a:r>
              </a:p>
            </p:txBody>
          </p:sp>
          <p:cxnSp>
            <p:nvCxnSpPr>
              <p:cNvPr id="79" name="直接连接符 78"/>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71" name="组合 70"/>
            <p:cNvGrpSpPr/>
            <p:nvPr/>
          </p:nvGrpSpPr>
          <p:grpSpPr>
            <a:xfrm>
              <a:off x="2079612" y="4459448"/>
              <a:ext cx="3502061" cy="900000"/>
              <a:chOff x="2073419" y="858311"/>
              <a:chExt cx="2310664" cy="828000"/>
            </a:xfrm>
          </p:grpSpPr>
          <p:sp>
            <p:nvSpPr>
              <p:cNvPr id="72" name="iṣ1ïḑé"/>
              <p:cNvSpPr/>
              <p:nvPr/>
            </p:nvSpPr>
            <p:spPr>
              <a:xfrm>
                <a:off x="2073419" y="858311"/>
                <a:ext cx="2310664" cy="828000"/>
              </a:xfrm>
              <a:prstGeom prst="cube">
                <a:avLst>
                  <a:gd name="adj" fmla="val 4796"/>
                </a:avLst>
              </a:prstGeom>
              <a:solidFill>
                <a:schemeClr val="bg1"/>
              </a:solidFill>
              <a:ln w="6350" cap="rnd">
                <a:solidFill>
                  <a:schemeClr val="bg1">
                    <a:lumMod val="85000"/>
                  </a:schemeClr>
                </a:solid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lnSpc>
                    <a:spcPct val="130000"/>
                  </a:lnSpc>
                </a:pP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 新时代青年为什么要坚定理想信念</a:t>
                </a:r>
              </a:p>
            </p:txBody>
          </p:sp>
          <p:cxnSp>
            <p:nvCxnSpPr>
              <p:cNvPr id="73" name="直接连接符 72"/>
              <p:cNvCxnSpPr/>
              <p:nvPr/>
            </p:nvCxnSpPr>
            <p:spPr>
              <a:xfrm>
                <a:off x="2076838" y="966311"/>
                <a:ext cx="0" cy="612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95" name="组合 94"/>
            <p:cNvGrpSpPr/>
            <p:nvPr/>
          </p:nvGrpSpPr>
          <p:grpSpPr>
            <a:xfrm>
              <a:off x="6147017" y="1859114"/>
              <a:ext cx="3303729" cy="792000"/>
              <a:chOff x="4715590" y="553243"/>
              <a:chExt cx="3312000" cy="432000"/>
            </a:xfrm>
          </p:grpSpPr>
          <p:sp>
            <p:nvSpPr>
              <p:cNvPr id="109" name="îṣľîďê"/>
              <p:cNvSpPr/>
              <p:nvPr/>
            </p:nvSpPr>
            <p:spPr>
              <a:xfrm>
                <a:off x="4715590" y="55324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lnSpc>
                    <a:spcPct val="130000"/>
                  </a:lnSpc>
                </a:pP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共产主义远大理想的突出优势与</a:t>
                </a:r>
                <a:endPar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defTabSz="914400">
                  <a:lnSpc>
                    <a:spcPct val="130000"/>
                  </a:lnSpc>
                </a:pP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实践价值</a:t>
                </a:r>
              </a:p>
            </p:txBody>
          </p:sp>
          <p:cxnSp>
            <p:nvCxnSpPr>
              <p:cNvPr id="110" name="直接连接符 109"/>
              <p:cNvCxnSpPr/>
              <p:nvPr/>
            </p:nvCxnSpPr>
            <p:spPr>
              <a:xfrm>
                <a:off x="8027590" y="66124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97" name="组合 96"/>
            <p:cNvGrpSpPr/>
            <p:nvPr/>
          </p:nvGrpSpPr>
          <p:grpSpPr>
            <a:xfrm>
              <a:off x="6147016" y="2882791"/>
              <a:ext cx="3303729" cy="792000"/>
              <a:chOff x="4715590" y="1442898"/>
              <a:chExt cx="3312000" cy="432000"/>
            </a:xfrm>
          </p:grpSpPr>
          <p:sp>
            <p:nvSpPr>
              <p:cNvPr id="103"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defTabSz="914400">
                  <a:lnSpc>
                    <a:spcPct val="130000"/>
                  </a:lnSpc>
                </a:pP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中国特色社会主义共同理想与</a:t>
                </a:r>
                <a:endPar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endParaRPr>
              </a:p>
              <a:p>
                <a:pPr marL="36195" algn="ctr" defTabSz="914400">
                  <a:lnSpc>
                    <a:spcPct val="130000"/>
                  </a:lnSpc>
                </a:pP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共产主义远大理想的辩证关系</a:t>
                </a:r>
              </a:p>
            </p:txBody>
          </p:sp>
          <p:cxnSp>
            <p:nvCxnSpPr>
              <p:cNvPr id="108" name="直接连接符 107"/>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10059632" y="1523232"/>
              <a:ext cx="1212026" cy="324150"/>
              <a:chOff x="4715590" y="2644093"/>
              <a:chExt cx="3332671" cy="432000"/>
            </a:xfrm>
          </p:grpSpPr>
          <p:sp>
            <p:nvSpPr>
              <p:cNvPr id="26" name="îṣľîďê"/>
              <p:cNvSpPr/>
              <p:nvPr/>
            </p:nvSpPr>
            <p:spPr>
              <a:xfrm>
                <a:off x="4715590" y="2644093"/>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36195" algn="ctr" defTabSz="914400"/>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rPr>
                  <a:t>历史力量</a:t>
                </a:r>
              </a:p>
            </p:txBody>
          </p:sp>
          <p:cxnSp>
            <p:nvCxnSpPr>
              <p:cNvPr id="27" name="直接连接符 26"/>
              <p:cNvCxnSpPr/>
              <p:nvPr/>
            </p:nvCxnSpPr>
            <p:spPr>
              <a:xfrm>
                <a:off x="8048261" y="2752093"/>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10059632" y="1922202"/>
              <a:ext cx="1204508" cy="324150"/>
              <a:chOff x="4715590" y="3236949"/>
              <a:chExt cx="3312000" cy="432000"/>
            </a:xfrm>
          </p:grpSpPr>
          <p:sp>
            <p:nvSpPr>
              <p:cNvPr id="22"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36195" algn="ct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真理力量</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8027590" y="334494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1" name="组合 110"/>
            <p:cNvGrpSpPr/>
            <p:nvPr/>
          </p:nvGrpSpPr>
          <p:grpSpPr>
            <a:xfrm>
              <a:off x="10059632" y="2292524"/>
              <a:ext cx="1204508" cy="324150"/>
              <a:chOff x="4715590" y="3236949"/>
              <a:chExt cx="3312000" cy="432000"/>
            </a:xfrm>
          </p:grpSpPr>
          <p:sp>
            <p:nvSpPr>
              <p:cNvPr id="112"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36195" algn="ct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道义力量</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113" name="直接连接符 112"/>
              <p:cNvCxnSpPr/>
              <p:nvPr/>
            </p:nvCxnSpPr>
            <p:spPr>
              <a:xfrm>
                <a:off x="8027590" y="334494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14" name="组合 113"/>
            <p:cNvGrpSpPr/>
            <p:nvPr/>
          </p:nvGrpSpPr>
          <p:grpSpPr>
            <a:xfrm>
              <a:off x="10059632" y="2662845"/>
              <a:ext cx="1204508" cy="324150"/>
              <a:chOff x="4715590" y="3236949"/>
              <a:chExt cx="3312000" cy="432000"/>
            </a:xfrm>
          </p:grpSpPr>
          <p:sp>
            <p:nvSpPr>
              <p:cNvPr id="115" name="iṣḷîḓê"/>
              <p:cNvSpPr/>
              <p:nvPr/>
            </p:nvSpPr>
            <p:spPr>
              <a:xfrm>
                <a:off x="4715590" y="3236949"/>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36195" algn="ctr" defTabSz="914400"/>
                <a:r>
                  <a:rPr lang="zh-CN" altLang="en-US" sz="1400">
                    <a:solidFill>
                      <a:schemeClr val="tx1">
                        <a:lumMod val="75000"/>
                        <a:lumOff val="25000"/>
                      </a:schemeClr>
                    </a:solidFill>
                    <a:latin typeface="微软雅黑" panose="020B0503020204020204" pitchFamily="34" charset="-122"/>
                    <a:ea typeface="微软雅黑" panose="020B0503020204020204" pitchFamily="34" charset="-122"/>
                  </a:rPr>
                  <a:t>实践力量</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116" name="直接连接符 115"/>
              <p:cNvCxnSpPr/>
              <p:nvPr/>
            </p:nvCxnSpPr>
            <p:spPr>
              <a:xfrm>
                <a:off x="8027590" y="3344949"/>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25" name="组合 124"/>
            <p:cNvGrpSpPr/>
            <p:nvPr/>
          </p:nvGrpSpPr>
          <p:grpSpPr>
            <a:xfrm>
              <a:off x="6147016" y="5013004"/>
              <a:ext cx="3303729" cy="792000"/>
              <a:chOff x="4715590" y="1442898"/>
              <a:chExt cx="3312000" cy="432000"/>
            </a:xfrm>
          </p:grpSpPr>
          <p:sp>
            <p:nvSpPr>
              <p:cNvPr id="128"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defTabSz="914400">
                  <a:lnSpc>
                    <a:spcPct val="130000"/>
                  </a:lnSpc>
                </a:pP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   青年兴则国家兴，</a:t>
                </a:r>
                <a:endPar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endParaRPr>
              </a:p>
              <a:p>
                <a:pPr marL="36195" algn="ctr" defTabSz="914400">
                  <a:lnSpc>
                    <a:spcPct val="130000"/>
                  </a:lnSpc>
                </a:pP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青年强则国家强</a:t>
                </a:r>
              </a:p>
            </p:txBody>
          </p:sp>
          <p:cxnSp>
            <p:nvCxnSpPr>
              <p:cNvPr id="129" name="直接连接符 128"/>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grpSp>
          <p:nvGrpSpPr>
            <p:cNvPr id="132" name="组合 131"/>
            <p:cNvGrpSpPr/>
            <p:nvPr/>
          </p:nvGrpSpPr>
          <p:grpSpPr>
            <a:xfrm>
              <a:off x="6147016" y="4026746"/>
              <a:ext cx="3303729" cy="792000"/>
              <a:chOff x="4715590" y="1442898"/>
              <a:chExt cx="3312000" cy="432000"/>
            </a:xfrm>
          </p:grpSpPr>
          <p:sp>
            <p:nvSpPr>
              <p:cNvPr id="133" name="iṩ1ïḓé"/>
              <p:cNvSpPr/>
              <p:nvPr/>
            </p:nvSpPr>
            <p:spPr>
              <a:xfrm>
                <a:off x="4715590" y="1442898"/>
                <a:ext cx="3312000" cy="432000"/>
              </a:xfrm>
              <a:prstGeom prst="roundRect">
                <a:avLst/>
              </a:prstGeom>
              <a:solidFill>
                <a:schemeClr val="bg1"/>
              </a:solidFill>
              <a:ln w="12700" cap="rnd">
                <a:noFill/>
                <a:prstDash val="solid"/>
                <a:round/>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marL="36195" algn="ctr" defTabSz="914400">
                  <a:lnSpc>
                    <a:spcPct val="130000"/>
                  </a:lnSpc>
                </a:pP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信仰、信念、信心，</a:t>
                </a:r>
                <a:endPar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endParaRPr>
              </a:p>
              <a:p>
                <a:pPr marL="36195" algn="ctr" defTabSz="914400">
                  <a:lnSpc>
                    <a:spcPct val="130000"/>
                  </a:lnSpc>
                </a:pP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任何时候都至关重要</a:t>
                </a:r>
              </a:p>
            </p:txBody>
          </p:sp>
          <p:cxnSp>
            <p:nvCxnSpPr>
              <p:cNvPr id="134" name="直接连接符 133"/>
              <p:cNvCxnSpPr/>
              <p:nvPr/>
            </p:nvCxnSpPr>
            <p:spPr>
              <a:xfrm>
                <a:off x="8027590" y="1550898"/>
                <a:ext cx="0" cy="216000"/>
              </a:xfrm>
              <a:prstGeom prst="line">
                <a:avLst/>
              </a:prstGeom>
              <a:ln w="25400" cap="rnd">
                <a:solidFill>
                  <a:srgbClr val="E17751"/>
                </a:solidFill>
              </a:ln>
            </p:spPr>
            <p:style>
              <a:lnRef idx="1">
                <a:schemeClr val="accent1"/>
              </a:lnRef>
              <a:fillRef idx="0">
                <a:schemeClr val="accent1"/>
              </a:fillRef>
              <a:effectRef idx="0">
                <a:schemeClr val="accent1"/>
              </a:effectRef>
              <a:fontRef idx="minor">
                <a:schemeClr val="tx1"/>
              </a:fontRef>
            </p:style>
          </p:cxnSp>
        </p:grpSp>
        <p:sp>
          <p:nvSpPr>
            <p:cNvPr id="80" name="iṧļiḑe"/>
            <p:cNvSpPr/>
            <p:nvPr/>
          </p:nvSpPr>
          <p:spPr>
            <a:xfrm>
              <a:off x="842558" y="2112704"/>
              <a:ext cx="648000" cy="3452973"/>
            </a:xfrm>
            <a:prstGeom prst="cube">
              <a:avLst>
                <a:gd name="adj" fmla="val 6295"/>
              </a:avLst>
            </a:prstGeom>
            <a:solidFill>
              <a:schemeClr val="bg1"/>
            </a:solidFill>
            <a:ln w="6350" cap="rnd">
              <a:solidFill>
                <a:schemeClr val="bg1">
                  <a:lumMod val="8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zh-CN" altLang="en-US" sz="2000" b="1">
                  <a:solidFill>
                    <a:srgbClr val="E17751"/>
                  </a:solidFill>
                  <a:latin typeface="微软雅黑" panose="020B0503020204020204" pitchFamily="34" charset="-122"/>
                  <a:ea typeface="微软雅黑" panose="020B0503020204020204" pitchFamily="34" charset="-122"/>
                </a:rPr>
                <a:t>坚定共产主义理想信念</a:t>
              </a:r>
              <a:endParaRPr lang="zh-CN" altLang="en-US" sz="2000" b="1" dirty="0">
                <a:solidFill>
                  <a:srgbClr val="E1775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VECTOR" val="#308547;"/>
</p:tagLst>
</file>

<file path=ppt/tags/tag2.xml><?xml version="1.0" encoding="utf-8"?>
<p:tagLst xmlns:a="http://schemas.openxmlformats.org/drawingml/2006/main" xmlns:r="http://schemas.openxmlformats.org/officeDocument/2006/relationships" xmlns:p="http://schemas.openxmlformats.org/presentationml/2006/main">
  <p:tag name="ISLIDE.VECTOR" val="#308547;"/>
</p:tagLst>
</file>

<file path=ppt/tags/tag3.xml><?xml version="1.0" encoding="utf-8"?>
<p:tagLst xmlns:a="http://schemas.openxmlformats.org/drawingml/2006/main" xmlns:r="http://schemas.openxmlformats.org/officeDocument/2006/relationships" xmlns:p="http://schemas.openxmlformats.org/presentationml/2006/main">
  <p:tag name="KSO_WM_SLIDE_SUBTYPE" val="pureTxt"/>
  <p:tag name="KSO_WM_TEMPLATE_TOPIC_DEFAULT" val="1"/>
  <p:tag name="KSO_WM_TEMPLATE_JOB_ID" val="2"/>
  <p:tag name="KSO_WM_TEMPLATE_SCENE_ID" val="1"/>
  <p:tag name="KSO_WM_TEMPLATE_OUTLINE_ID" val="15"/>
  <p:tag name="KSO_WM_TEMPLATE_TOPIC_ID" val="2869567"/>
  <p:tag name="KSO_WM_SLIDE_SIZE" val="828*343"/>
  <p:tag name="KSO_WM_SLIDE_POSITION" val="66*144"/>
  <p:tag name="KSO_WM_BEAUTIFY_FLAG" val="#wm#"/>
  <p:tag name="KSO_WM_SLIDE_TYPE" val="title"/>
  <p:tag name="KSO_WM_SLIDE_LAYOUT_CNT" val="1_1"/>
  <p:tag name="KSO_WM_SLIDE_LAYOUT" val="a_b"/>
  <p:tag name="KSO_WM_SLIDE_ITEM_CNT" val="2"/>
  <p:tag name="KSO_WM_SLIDE_INDEX" val="1"/>
  <p:tag name="KSO_WM_SLIDE_ID" val="custom20184553_1"/>
  <p:tag name="KSO_WM_TAG_VERSION" val="1.0"/>
  <p:tag name="KSO_WM_TEMPLATE_INDEX" val="20184553"/>
  <p:tag name="KSO_WM_TEMPLATE_CATEGORY" val="custom"/>
  <p:tag name="KSO_WM_TEMPLATE_THUMBS_INDEX"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2587</Words>
  <Application>Microsoft Macintosh PowerPoint</Application>
  <PresentationFormat>宽屏</PresentationFormat>
  <Paragraphs>539</Paragraphs>
  <Slides>24</Slides>
  <Notes>20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24</vt:i4>
      </vt:variant>
    </vt:vector>
  </HeadingPairs>
  <TitlesOfParts>
    <vt:vector size="30" baseType="lpstr">
      <vt:lpstr>等线</vt:lpstr>
      <vt:lpstr>等线 Light</vt:lpstr>
      <vt:lpstr>微软雅黑</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 璇</dc:creator>
  <cp:lastModifiedBy>谭 璇</cp:lastModifiedBy>
  <cp:revision>9</cp:revision>
  <dcterms:created xsi:type="dcterms:W3CDTF">2023-03-15T08:51:29Z</dcterms:created>
  <dcterms:modified xsi:type="dcterms:W3CDTF">2023-05-04T08:49:48Z</dcterms:modified>
</cp:coreProperties>
</file>